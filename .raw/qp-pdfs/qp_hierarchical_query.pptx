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4180" r:id="rId4"/>
    <p:sldMasterId id="2147484752" r:id="rId5"/>
  </p:sldMasterIdLst>
  <p:notesMasterIdLst>
    <p:notesMasterId r:id="rId18"/>
  </p:notesMasterIdLst>
  <p:handoutMasterIdLst>
    <p:handoutMasterId r:id="rId19"/>
  </p:handoutMasterIdLst>
  <p:sldIdLst>
    <p:sldId id="487" r:id="rId6"/>
    <p:sldId id="1173" r:id="rId7"/>
    <p:sldId id="1217" r:id="rId8"/>
    <p:sldId id="1220" r:id="rId9"/>
    <p:sldId id="1221" r:id="rId10"/>
    <p:sldId id="1228" r:id="rId11"/>
    <p:sldId id="1230" r:id="rId12"/>
    <p:sldId id="1222" r:id="rId13"/>
    <p:sldId id="1224" r:id="rId14"/>
    <p:sldId id="1225" r:id="rId15"/>
    <p:sldId id="1226" r:id="rId16"/>
    <p:sldId id="1227" r:id="rId17"/>
  </p:sldIdLst>
  <p:sldSz cx="9144000" cy="6858000" type="screen4x3"/>
  <p:notesSz cx="6669088" cy="9928225"/>
  <p:embeddedFontLst>
    <p:embeddedFont>
      <p:font typeface="나눔고딕" panose="020B0600000101010101" charset="-127"/>
      <p:regular r:id="rId20"/>
      <p:bold r:id="rId21"/>
    </p:embeddedFont>
    <p:embeddedFont>
      <p:font typeface="나눔고딕 Bold" panose="020B0600000101010101" charset="-127"/>
      <p:regular r:id="rId22"/>
      <p:bold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12">
          <p15:clr>
            <a:srgbClr val="A4A3A4"/>
          </p15:clr>
        </p15:guide>
        <p15:guide id="2" orient="horz" pos="618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pos="5602">
          <p15:clr>
            <a:srgbClr val="A4A3A4"/>
          </p15:clr>
        </p15:guide>
        <p15:guide id="5" pos="2880">
          <p15:clr>
            <a:srgbClr val="A4A3A4"/>
          </p15:clr>
        </p15:guide>
        <p15:guide id="6" pos="340">
          <p15:clr>
            <a:srgbClr val="A4A3A4"/>
          </p15:clr>
        </p15:guide>
        <p15:guide id="7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42D"/>
    <a:srgbClr val="F4E2E2"/>
    <a:srgbClr val="FAF8A6"/>
    <a:srgbClr val="FF3B3B"/>
    <a:srgbClr val="F5BBBB"/>
    <a:srgbClr val="B40000"/>
    <a:srgbClr val="FF9933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32E646-6EF5-4D32-AE23-7180A52203C7}" v="2573" dt="2020-11-23T04:51:41.2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636" autoAdjust="0"/>
    <p:restoredTop sz="90706" autoAdjust="0"/>
  </p:normalViewPr>
  <p:slideViewPr>
    <p:cSldViewPr>
      <p:cViewPr varScale="1">
        <p:scale>
          <a:sx n="133" d="100"/>
          <a:sy n="133" d="100"/>
        </p:scale>
        <p:origin x="144" y="390"/>
      </p:cViewPr>
      <p:guideLst>
        <p:guide orient="horz" pos="3612"/>
        <p:guide orient="horz" pos="618"/>
        <p:guide orient="horz" pos="119"/>
        <p:guide pos="5602"/>
        <p:guide pos="2880"/>
        <p:guide pos="340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1" d="100"/>
          <a:sy n="101" d="100"/>
        </p:scale>
        <p:origin x="2670" y="120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5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 sehun" userId="a5dd5dda71ea150a" providerId="LiveId" clId="{EE18F0ED-61EA-4400-8D5D-638E65FD2E5C}"/>
    <pc:docChg chg="undo custSel addSld delSld modSld sldOrd">
      <pc:chgData name="park sehun" userId="a5dd5dda71ea150a" providerId="LiveId" clId="{EE18F0ED-61EA-4400-8D5D-638E65FD2E5C}" dt="2020-03-18T03:59:36.563" v="12264"/>
      <pc:docMkLst>
        <pc:docMk/>
      </pc:docMkLst>
      <pc:sldChg chg="modSp">
        <pc:chgData name="park sehun" userId="a5dd5dda71ea150a" providerId="LiveId" clId="{EE18F0ED-61EA-4400-8D5D-638E65FD2E5C}" dt="2020-03-16T09:04:52.909" v="2385" actId="20577"/>
        <pc:sldMkLst>
          <pc:docMk/>
          <pc:sldMk cId="0" sldId="487"/>
        </pc:sldMkLst>
        <pc:spChg chg="mod">
          <ac:chgData name="park sehun" userId="a5dd5dda71ea150a" providerId="LiveId" clId="{EE18F0ED-61EA-4400-8D5D-638E65FD2E5C}" dt="2020-03-16T09:04:52.909" v="2385" actId="20577"/>
          <ac:spMkLst>
            <pc:docMk/>
            <pc:sldMk cId="0" sldId="487"/>
            <ac:spMk id="7" creationId="{00000000-0000-0000-0000-000000000000}"/>
          </ac:spMkLst>
        </pc:spChg>
        <pc:spChg chg="mod">
          <ac:chgData name="park sehun" userId="a5dd5dda71ea150a" providerId="LiveId" clId="{EE18F0ED-61EA-4400-8D5D-638E65FD2E5C}" dt="2020-03-16T08:03:30.903" v="7" actId="20577"/>
          <ac:spMkLst>
            <pc:docMk/>
            <pc:sldMk cId="0" sldId="487"/>
            <ac:spMk id="8" creationId="{00000000-0000-0000-0000-000000000000}"/>
          </ac:spMkLst>
        </pc:spChg>
      </pc:sldChg>
      <pc:sldChg chg="delSp modSp">
        <pc:chgData name="park sehun" userId="a5dd5dda71ea150a" providerId="LiveId" clId="{EE18F0ED-61EA-4400-8D5D-638E65FD2E5C}" dt="2020-03-16T08:04:08.953" v="38" actId="478"/>
        <pc:sldMkLst>
          <pc:docMk/>
          <pc:sldMk cId="2315492388" sldId="1111"/>
        </pc:sldMkLst>
        <pc:spChg chg="mod">
          <ac:chgData name="park sehun" userId="a5dd5dda71ea150a" providerId="LiveId" clId="{EE18F0ED-61EA-4400-8D5D-638E65FD2E5C}" dt="2020-03-16T08:03:53.925" v="37" actId="1036"/>
          <ac:spMkLst>
            <pc:docMk/>
            <pc:sldMk cId="2315492388" sldId="1111"/>
            <ac:spMk id="30" creationId="{EDF1AA4D-09D0-4259-8EEC-7C4BE43CE48E}"/>
          </ac:spMkLst>
        </pc:spChg>
        <pc:cxnChg chg="del mod">
          <ac:chgData name="park sehun" userId="a5dd5dda71ea150a" providerId="LiveId" clId="{EE18F0ED-61EA-4400-8D5D-638E65FD2E5C}" dt="2020-03-16T08:04:08.953" v="38" actId="478"/>
          <ac:cxnSpMkLst>
            <pc:docMk/>
            <pc:sldMk cId="2315492388" sldId="1111"/>
            <ac:cxnSpMk id="3" creationId="{C74DFF08-EA1F-4281-A616-ACD30FA3C510}"/>
          </ac:cxnSpMkLst>
        </pc:cxnChg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3314973740" sldId="1140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56424068" sldId="1172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3177499770" sldId="1173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383354067" sldId="1175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106983602" sldId="1177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21081107" sldId="1178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905206177" sldId="1179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224567645" sldId="1180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867095623" sldId="1181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310261898" sldId="1182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042506115" sldId="1183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418553416" sldId="1184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3066396043" sldId="1185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937512362" sldId="1186"/>
        </pc:sldMkLst>
      </pc:sldChg>
      <pc:sldChg chg="modSp add">
        <pc:chgData name="park sehun" userId="a5dd5dda71ea150a" providerId="LiveId" clId="{EE18F0ED-61EA-4400-8D5D-638E65FD2E5C}" dt="2020-03-18T03:59:36.563" v="12264"/>
        <pc:sldMkLst>
          <pc:docMk/>
          <pc:sldMk cId="1112830151" sldId="1192"/>
        </pc:sldMkLst>
        <pc:spChg chg="mod">
          <ac:chgData name="park sehun" userId="a5dd5dda71ea150a" providerId="LiveId" clId="{EE18F0ED-61EA-4400-8D5D-638E65FD2E5C}" dt="2020-03-18T03:59:04.876" v="12184" actId="20577"/>
          <ac:spMkLst>
            <pc:docMk/>
            <pc:sldMk cId="1112830151" sldId="1192"/>
            <ac:spMk id="54" creationId="{C29D6112-022A-4BE0-B087-9B0A74023A45}"/>
          </ac:spMkLst>
        </pc:spChg>
        <pc:spChg chg="mod">
          <ac:chgData name="park sehun" userId="a5dd5dda71ea150a" providerId="LiveId" clId="{EE18F0ED-61EA-4400-8D5D-638E65FD2E5C}" dt="2020-03-18T03:59:36.563" v="12264"/>
          <ac:spMkLst>
            <pc:docMk/>
            <pc:sldMk cId="1112830151" sldId="1192"/>
            <ac:spMk id="62466" creationId="{00000000-0000-0000-0000-000000000000}"/>
          </ac:spMkLst>
        </pc:spChg>
      </pc:sldChg>
      <pc:sldChg chg="del">
        <pc:chgData name="park sehun" userId="a5dd5dda71ea150a" providerId="LiveId" clId="{EE18F0ED-61EA-4400-8D5D-638E65FD2E5C}" dt="2020-03-16T08:16:49.478" v="41" actId="2696"/>
        <pc:sldMkLst>
          <pc:docMk/>
          <pc:sldMk cId="3942243655" sldId="1192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883614509" sldId="1194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766646617" sldId="1195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009966918" sldId="1196"/>
        </pc:sldMkLst>
      </pc:sldChg>
      <pc:sldChg chg="addSp delSp modSp ord modNotesTx">
        <pc:chgData name="park sehun" userId="a5dd5dda71ea150a" providerId="LiveId" clId="{EE18F0ED-61EA-4400-8D5D-638E65FD2E5C}" dt="2020-03-16T08:45:39.898" v="2173" actId="20577"/>
        <pc:sldMkLst>
          <pc:docMk/>
          <pc:sldMk cId="3673328656" sldId="1197"/>
        </pc:sldMkLst>
        <pc:spChg chg="mod">
          <ac:chgData name="park sehun" userId="a5dd5dda71ea150a" providerId="LiveId" clId="{EE18F0ED-61EA-4400-8D5D-638E65FD2E5C}" dt="2020-03-16T08:22:08.916" v="211" actId="20577"/>
          <ac:spMkLst>
            <pc:docMk/>
            <pc:sldMk cId="3673328656" sldId="1197"/>
            <ac:spMk id="4" creationId="{9DA76C4A-1B38-4C07-A24B-3F7114B667CD}"/>
          </ac:spMkLst>
        </pc:spChg>
        <pc:spChg chg="add mod">
          <ac:chgData name="park sehun" userId="a5dd5dda71ea150a" providerId="LiveId" clId="{EE18F0ED-61EA-4400-8D5D-638E65FD2E5C}" dt="2020-03-16T08:26:49.501" v="227" actId="1076"/>
          <ac:spMkLst>
            <pc:docMk/>
            <pc:sldMk cId="3673328656" sldId="1197"/>
            <ac:spMk id="10" creationId="{F9AEA2BA-799E-470C-87A7-61505A44881D}"/>
          </ac:spMkLst>
        </pc:spChg>
        <pc:spChg chg="add mod">
          <ac:chgData name="park sehun" userId="a5dd5dda71ea150a" providerId="LiveId" clId="{EE18F0ED-61EA-4400-8D5D-638E65FD2E5C}" dt="2020-03-16T08:20:02.537" v="96" actId="1076"/>
          <ac:spMkLst>
            <pc:docMk/>
            <pc:sldMk cId="3673328656" sldId="1197"/>
            <ac:spMk id="29" creationId="{B905D88A-DEF2-4395-816E-0E8DB9210F39}"/>
          </ac:spMkLst>
        </pc:spChg>
        <pc:spChg chg="add mod">
          <ac:chgData name="park sehun" userId="a5dd5dda71ea150a" providerId="LiveId" clId="{EE18F0ED-61EA-4400-8D5D-638E65FD2E5C}" dt="2020-03-16T08:20:44.607" v="132" actId="1035"/>
          <ac:spMkLst>
            <pc:docMk/>
            <pc:sldMk cId="3673328656" sldId="1197"/>
            <ac:spMk id="32" creationId="{7B2A9D1B-6100-4E94-BE12-672593546DCC}"/>
          </ac:spMkLst>
        </pc:spChg>
        <pc:spChg chg="add mod">
          <ac:chgData name="park sehun" userId="a5dd5dda71ea150a" providerId="LiveId" clId="{EE18F0ED-61EA-4400-8D5D-638E65FD2E5C}" dt="2020-03-16T08:27:03.252" v="255" actId="20577"/>
          <ac:spMkLst>
            <pc:docMk/>
            <pc:sldMk cId="3673328656" sldId="1197"/>
            <ac:spMk id="40" creationId="{067DF4BC-D816-476B-B6CF-496EC5944DAE}"/>
          </ac:spMkLst>
        </pc:spChg>
        <pc:spChg chg="add mod">
          <ac:chgData name="park sehun" userId="a5dd5dda71ea150a" providerId="LiveId" clId="{EE18F0ED-61EA-4400-8D5D-638E65FD2E5C}" dt="2020-03-16T08:27:06.513" v="257" actId="20577"/>
          <ac:spMkLst>
            <pc:docMk/>
            <pc:sldMk cId="3673328656" sldId="1197"/>
            <ac:spMk id="41" creationId="{C92C3A17-9069-46C5-BD77-77274CF61402}"/>
          </ac:spMkLst>
        </pc:spChg>
        <pc:spChg chg="add mod">
          <ac:chgData name="park sehun" userId="a5dd5dda71ea150a" providerId="LiveId" clId="{EE18F0ED-61EA-4400-8D5D-638E65FD2E5C}" dt="2020-03-16T08:27:40.248" v="356" actId="1035"/>
          <ac:spMkLst>
            <pc:docMk/>
            <pc:sldMk cId="3673328656" sldId="1197"/>
            <ac:spMk id="42" creationId="{B1C9A060-973F-44B0-87E2-38BF88A3FD4E}"/>
          </ac:spMkLst>
        </pc:spChg>
        <pc:spChg chg="add mod">
          <ac:chgData name="park sehun" userId="a5dd5dda71ea150a" providerId="LiveId" clId="{EE18F0ED-61EA-4400-8D5D-638E65FD2E5C}" dt="2020-03-16T08:28:01.646" v="437" actId="20577"/>
          <ac:spMkLst>
            <pc:docMk/>
            <pc:sldMk cId="3673328656" sldId="1197"/>
            <ac:spMk id="43" creationId="{8EF3060A-A8CF-4439-A760-418616147283}"/>
          </ac:spMkLst>
        </pc:spChg>
        <pc:spChg chg="mod">
          <ac:chgData name="park sehun" userId="a5dd5dda71ea150a" providerId="LiveId" clId="{EE18F0ED-61EA-4400-8D5D-638E65FD2E5C}" dt="2020-03-16T08:18:40.381" v="51" actId="1036"/>
          <ac:spMkLst>
            <pc:docMk/>
            <pc:sldMk cId="3673328656" sldId="1197"/>
            <ac:spMk id="44" creationId="{390CF0EA-5978-4C4F-A088-2D4C70EBC793}"/>
          </ac:spMkLst>
        </pc:spChg>
        <pc:spChg chg="add mod">
          <ac:chgData name="park sehun" userId="a5dd5dda71ea150a" providerId="LiveId" clId="{EE18F0ED-61EA-4400-8D5D-638E65FD2E5C}" dt="2020-03-16T08:28:04.825" v="439" actId="20577"/>
          <ac:spMkLst>
            <pc:docMk/>
            <pc:sldMk cId="3673328656" sldId="1197"/>
            <ac:spMk id="45" creationId="{A1B408C6-843F-4A9F-BBA4-416D9B02B161}"/>
          </ac:spMkLst>
        </pc:spChg>
        <pc:spChg chg="mod">
          <ac:chgData name="park sehun" userId="a5dd5dda71ea150a" providerId="LiveId" clId="{EE18F0ED-61EA-4400-8D5D-638E65FD2E5C}" dt="2020-03-16T08:20:38.035" v="114" actId="1035"/>
          <ac:spMkLst>
            <pc:docMk/>
            <pc:sldMk cId="3673328656" sldId="1197"/>
            <ac:spMk id="47" creationId="{B2711BC8-8BBB-464D-923D-5476D78556CA}"/>
          </ac:spMkLst>
        </pc:spChg>
        <pc:spChg chg="mod">
          <ac:chgData name="park sehun" userId="a5dd5dda71ea150a" providerId="LiveId" clId="{EE18F0ED-61EA-4400-8D5D-638E65FD2E5C}" dt="2020-03-16T08:23:46.918" v="220" actId="6549"/>
          <ac:spMkLst>
            <pc:docMk/>
            <pc:sldMk cId="3673328656" sldId="1197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6T08:22:20.075" v="213" actId="20577"/>
          <ac:spMkLst>
            <pc:docMk/>
            <pc:sldMk cId="3673328656" sldId="1197"/>
            <ac:spMk id="54" creationId="{C29D6112-022A-4BE0-B087-9B0A74023A45}"/>
          </ac:spMkLst>
        </pc:spChg>
        <pc:spChg chg="mod">
          <ac:chgData name="park sehun" userId="a5dd5dda71ea150a" providerId="LiveId" clId="{EE18F0ED-61EA-4400-8D5D-638E65FD2E5C}" dt="2020-03-16T08:18:40.381" v="51" actId="1036"/>
          <ac:spMkLst>
            <pc:docMk/>
            <pc:sldMk cId="3673328656" sldId="1197"/>
            <ac:spMk id="63" creationId="{8CF57F6D-10C1-4AB8-AFA1-02FA3FA793E8}"/>
          </ac:spMkLst>
        </pc:spChg>
        <pc:spChg chg="mod">
          <ac:chgData name="park sehun" userId="a5dd5dda71ea150a" providerId="LiveId" clId="{EE18F0ED-61EA-4400-8D5D-638E65FD2E5C}" dt="2020-03-16T08:18:56.778" v="71" actId="1036"/>
          <ac:spMkLst>
            <pc:docMk/>
            <pc:sldMk cId="3673328656" sldId="1197"/>
            <ac:spMk id="76" creationId="{B5EB5AE6-A589-4A54-B05C-856791F34305}"/>
          </ac:spMkLst>
        </pc:spChg>
        <pc:spChg chg="mod">
          <ac:chgData name="park sehun" userId="a5dd5dda71ea150a" providerId="LiveId" clId="{EE18F0ED-61EA-4400-8D5D-638E65FD2E5C}" dt="2020-03-16T08:19:12.020" v="92" actId="1037"/>
          <ac:spMkLst>
            <pc:docMk/>
            <pc:sldMk cId="3673328656" sldId="1197"/>
            <ac:spMk id="78" creationId="{0B83E74A-4A4E-4E0C-AD94-7D5E324DE748}"/>
          </ac:spMkLst>
        </pc:spChg>
        <pc:graphicFrameChg chg="mod">
          <ac:chgData name="park sehun" userId="a5dd5dda71ea150a" providerId="LiveId" clId="{EE18F0ED-61EA-4400-8D5D-638E65FD2E5C}" dt="2020-03-16T08:18:40.381" v="51" actId="1036"/>
          <ac:graphicFrameMkLst>
            <pc:docMk/>
            <pc:sldMk cId="3673328656" sldId="1197"/>
            <ac:graphicFrameMk id="2" creationId="{811A7EBA-E1AD-458F-8685-69A517FB66EB}"/>
          </ac:graphicFrameMkLst>
        </pc:graphicFrameChg>
        <pc:graphicFrameChg chg="mod">
          <ac:chgData name="park sehun" userId="a5dd5dda71ea150a" providerId="LiveId" clId="{EE18F0ED-61EA-4400-8D5D-638E65FD2E5C}" dt="2020-03-16T08:18:56.778" v="71" actId="1036"/>
          <ac:graphicFrameMkLst>
            <pc:docMk/>
            <pc:sldMk cId="3673328656" sldId="1197"/>
            <ac:graphicFrameMk id="36" creationId="{08881BD9-DC01-46DF-9742-A9787B92A60F}"/>
          </ac:graphicFrameMkLst>
        </pc:graphicFrameChg>
        <pc:graphicFrameChg chg="mod">
          <ac:chgData name="park sehun" userId="a5dd5dda71ea150a" providerId="LiveId" clId="{EE18F0ED-61EA-4400-8D5D-638E65FD2E5C}" dt="2020-03-16T08:19:12.020" v="92" actId="1037"/>
          <ac:graphicFrameMkLst>
            <pc:docMk/>
            <pc:sldMk cId="3673328656" sldId="1197"/>
            <ac:graphicFrameMk id="38" creationId="{9A7A42EB-7DD7-4A12-A27B-B837556A8330}"/>
          </ac:graphicFrameMkLst>
        </pc:graphicFrameChg>
        <pc:cxnChg chg="add del mod">
          <ac:chgData name="park sehun" userId="a5dd5dda71ea150a" providerId="LiveId" clId="{EE18F0ED-61EA-4400-8D5D-638E65FD2E5C}" dt="2020-03-16T08:21:35.358" v="138" actId="478"/>
          <ac:cxnSpMkLst>
            <pc:docMk/>
            <pc:sldMk cId="3673328656" sldId="1197"/>
            <ac:cxnSpMk id="30" creationId="{E5D3B70F-B763-4A5F-9FF2-8D49F17D90CC}"/>
          </ac:cxnSpMkLst>
        </pc:cxnChg>
        <pc:cxnChg chg="mod">
          <ac:chgData name="park sehun" userId="a5dd5dda71ea150a" providerId="LiveId" clId="{EE18F0ED-61EA-4400-8D5D-638E65FD2E5C}" dt="2020-03-16T08:18:40.381" v="51" actId="1036"/>
          <ac:cxnSpMkLst>
            <pc:docMk/>
            <pc:sldMk cId="3673328656" sldId="1197"/>
            <ac:cxnSpMk id="39" creationId="{C851932A-4916-4E8E-ADCE-BBDCE58175C0}"/>
          </ac:cxnSpMkLst>
        </pc:cxnChg>
        <pc:cxnChg chg="mod">
          <ac:chgData name="park sehun" userId="a5dd5dda71ea150a" providerId="LiveId" clId="{EE18F0ED-61EA-4400-8D5D-638E65FD2E5C}" dt="2020-03-16T08:21:17.988" v="137" actId="14100"/>
          <ac:cxnSpMkLst>
            <pc:docMk/>
            <pc:sldMk cId="3673328656" sldId="1197"/>
            <ac:cxnSpMk id="46" creationId="{ED63783E-00B0-4DE2-BAA1-7DBBAD23574D}"/>
          </ac:cxnSpMkLst>
        </pc:cxnChg>
        <pc:cxnChg chg="mod">
          <ac:chgData name="park sehun" userId="a5dd5dda71ea150a" providerId="LiveId" clId="{EE18F0ED-61EA-4400-8D5D-638E65FD2E5C}" dt="2020-03-16T08:21:47.951" v="207" actId="1037"/>
          <ac:cxnSpMkLst>
            <pc:docMk/>
            <pc:sldMk cId="3673328656" sldId="1197"/>
            <ac:cxnSpMk id="48" creationId="{1F0AC650-39C6-425E-9CBF-0F333F010677}"/>
          </ac:cxnSpMkLst>
        </pc:cxnChg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063120802" sldId="1198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514619652" sldId="1199"/>
        </pc:sldMkLst>
      </pc:sldChg>
      <pc:sldChg chg="addSp delSp modSp add delAnim modNotesTx">
        <pc:chgData name="park sehun" userId="a5dd5dda71ea150a" providerId="LiveId" clId="{EE18F0ED-61EA-4400-8D5D-638E65FD2E5C}" dt="2020-03-17T08:45:21.277" v="11959" actId="1076"/>
        <pc:sldMkLst>
          <pc:docMk/>
          <pc:sldMk cId="2174125512" sldId="1200"/>
        </pc:sldMkLst>
        <pc:spChg chg="add del mod">
          <ac:chgData name="park sehun" userId="a5dd5dda71ea150a" providerId="LiveId" clId="{EE18F0ED-61EA-4400-8D5D-638E65FD2E5C}" dt="2020-03-16T09:10:13.227" v="2456" actId="478"/>
          <ac:spMkLst>
            <pc:docMk/>
            <pc:sldMk cId="2174125512" sldId="1200"/>
            <ac:spMk id="3" creationId="{F6C3F55E-D914-433C-9A63-D566F3E41EF5}"/>
          </ac:spMkLst>
        </pc:spChg>
        <pc:spChg chg="del">
          <ac:chgData name="park sehun" userId="a5dd5dda71ea150a" providerId="LiveId" clId="{EE18F0ED-61EA-4400-8D5D-638E65FD2E5C}" dt="2020-03-16T09:06:05.343" v="2420" actId="478"/>
          <ac:spMkLst>
            <pc:docMk/>
            <pc:sldMk cId="2174125512" sldId="1200"/>
            <ac:spMk id="4" creationId="{9DA76C4A-1B38-4C07-A24B-3F7114B667CD}"/>
          </ac:spMkLst>
        </pc:spChg>
        <pc:spChg chg="add del mod">
          <ac:chgData name="park sehun" userId="a5dd5dda71ea150a" providerId="LiveId" clId="{EE18F0ED-61EA-4400-8D5D-638E65FD2E5C}" dt="2020-03-17T08:45:11.680" v="11957" actId="1076"/>
          <ac:spMkLst>
            <pc:docMk/>
            <pc:sldMk cId="2174125512" sldId="1200"/>
            <ac:spMk id="10" creationId="{F9AEA2BA-799E-470C-87A7-61505A44881D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29" creationId="{B905D88A-DEF2-4395-816E-0E8DB9210F39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32" creationId="{7B2A9D1B-6100-4E94-BE12-672593546DCC}"/>
          </ac:spMkLst>
        </pc:spChg>
        <pc:spChg chg="add del mod">
          <ac:chgData name="park sehun" userId="a5dd5dda71ea150a" providerId="LiveId" clId="{EE18F0ED-61EA-4400-8D5D-638E65FD2E5C}" dt="2020-03-17T08:45:16.977" v="11958" actId="1076"/>
          <ac:spMkLst>
            <pc:docMk/>
            <pc:sldMk cId="2174125512" sldId="1200"/>
            <ac:spMk id="40" creationId="{067DF4BC-D816-476B-B6CF-496EC5944DAE}"/>
          </ac:spMkLst>
        </pc:spChg>
        <pc:spChg chg="add del mod">
          <ac:chgData name="park sehun" userId="a5dd5dda71ea150a" providerId="LiveId" clId="{EE18F0ED-61EA-4400-8D5D-638E65FD2E5C}" dt="2020-03-17T08:45:21.277" v="11959" actId="1076"/>
          <ac:spMkLst>
            <pc:docMk/>
            <pc:sldMk cId="2174125512" sldId="1200"/>
            <ac:spMk id="41" creationId="{C92C3A17-9069-46C5-BD77-77274CF61402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42" creationId="{B1C9A060-973F-44B0-87E2-38BF88A3FD4E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43" creationId="{8EF3060A-A8CF-4439-A760-418616147283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44" creationId="{390CF0EA-5978-4C4F-A088-2D4C70EBC793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45" creationId="{A1B408C6-843F-4A9F-BBA4-416D9B02B161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47" creationId="{B2711BC8-8BBB-464D-923D-5476D78556CA}"/>
          </ac:spMkLst>
        </pc:spChg>
        <pc:spChg chg="mod">
          <ac:chgData name="park sehun" userId="a5dd5dda71ea150a" providerId="LiveId" clId="{EE18F0ED-61EA-4400-8D5D-638E65FD2E5C}" dt="2020-03-16T09:10:49.704" v="2557" actId="1037"/>
          <ac:spMkLst>
            <pc:docMk/>
            <pc:sldMk cId="2174125512" sldId="1200"/>
            <ac:spMk id="51" creationId="{6E497FE8-ACB2-4270-AE46-10B163AEEAD0}"/>
          </ac:spMkLst>
        </pc:spChg>
        <pc:spChg chg="mod">
          <ac:chgData name="park sehun" userId="a5dd5dda71ea150a" providerId="LiveId" clId="{EE18F0ED-61EA-4400-8D5D-638E65FD2E5C}" dt="2020-03-16T09:29:43.511" v="3176" actId="20577"/>
          <ac:spMkLst>
            <pc:docMk/>
            <pc:sldMk cId="2174125512" sldId="1200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6T09:32:28.789" v="3319" actId="20577"/>
          <ac:spMkLst>
            <pc:docMk/>
            <pc:sldMk cId="2174125512" sldId="1200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6T09:06:02.109" v="2419" actId="478"/>
          <ac:spMkLst>
            <pc:docMk/>
            <pc:sldMk cId="2174125512" sldId="1200"/>
            <ac:spMk id="55" creationId="{03A165D2-3D2D-4C51-844B-512A16A883D0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56" creationId="{BB41BF06-9C33-4E67-B580-716DF1A1550F}"/>
          </ac:spMkLst>
        </pc:spChg>
        <pc:spChg chg="del">
          <ac:chgData name="park sehun" userId="a5dd5dda71ea150a" providerId="LiveId" clId="{EE18F0ED-61EA-4400-8D5D-638E65FD2E5C}" dt="2020-03-16T09:06:02.109" v="2419" actId="478"/>
          <ac:spMkLst>
            <pc:docMk/>
            <pc:sldMk cId="2174125512" sldId="1200"/>
            <ac:spMk id="61" creationId="{564B67B8-3547-4D76-B4AD-EBE3D12F0D39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63" creationId="{8CF57F6D-10C1-4AB8-AFA1-02FA3FA793E8}"/>
          </ac:spMkLst>
        </pc:spChg>
        <pc:spChg chg="del">
          <ac:chgData name="park sehun" userId="a5dd5dda71ea150a" providerId="LiveId" clId="{EE18F0ED-61EA-4400-8D5D-638E65FD2E5C}" dt="2020-03-16T09:10:19.371" v="2457" actId="478"/>
          <ac:spMkLst>
            <pc:docMk/>
            <pc:sldMk cId="2174125512" sldId="1200"/>
            <ac:spMk id="65" creationId="{53F129E3-6D7B-48BB-9761-A6DEE22347C5}"/>
          </ac:spMkLst>
        </pc:spChg>
        <pc:spChg chg="mod">
          <ac:chgData name="park sehun" userId="a5dd5dda71ea150a" providerId="LiveId" clId="{EE18F0ED-61EA-4400-8D5D-638E65FD2E5C}" dt="2020-03-16T09:10:25.640" v="2494" actId="1038"/>
          <ac:spMkLst>
            <pc:docMk/>
            <pc:sldMk cId="2174125512" sldId="1200"/>
            <ac:spMk id="66" creationId="{186D568E-3C76-4B43-8ACD-7EFA2134FAAA}"/>
          </ac:spMkLst>
        </pc:spChg>
        <pc:spChg chg="del">
          <ac:chgData name="park sehun" userId="a5dd5dda71ea150a" providerId="LiveId" clId="{EE18F0ED-61EA-4400-8D5D-638E65FD2E5C}" dt="2020-03-16T09:06:02.109" v="2419" actId="478"/>
          <ac:spMkLst>
            <pc:docMk/>
            <pc:sldMk cId="2174125512" sldId="1200"/>
            <ac:spMk id="71" creationId="{68612BC9-CDE7-495C-BD01-5B173DA8540C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76" creationId="{B5EB5AE6-A589-4A54-B05C-856791F34305}"/>
          </ac:spMkLst>
        </pc:spChg>
        <pc:spChg chg="del">
          <ac:chgData name="park sehun" userId="a5dd5dda71ea150a" providerId="LiveId" clId="{EE18F0ED-61EA-4400-8D5D-638E65FD2E5C}" dt="2020-03-16T09:06:02.109" v="2419" actId="478"/>
          <ac:spMkLst>
            <pc:docMk/>
            <pc:sldMk cId="2174125512" sldId="1200"/>
            <ac:spMk id="77" creationId="{A1C9CBBB-442E-4A27-BC56-34EE4B2C71D5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78" creationId="{0B83E74A-4A4E-4E0C-AD94-7D5E324DE748}"/>
          </ac:spMkLst>
        </pc:spChg>
        <pc:spChg chg="mod">
          <ac:chgData name="park sehun" userId="a5dd5dda71ea150a" providerId="LiveId" clId="{EE18F0ED-61EA-4400-8D5D-638E65FD2E5C}" dt="2020-03-16T08:47:51.283" v="2237" actId="20577"/>
          <ac:spMkLst>
            <pc:docMk/>
            <pc:sldMk cId="2174125512" sldId="1200"/>
            <ac:spMk id="62466" creationId="{00000000-0000-0000-0000-000000000000}"/>
          </ac:spMkLst>
        </pc:spChg>
        <pc:graphicFrameChg chg="mod">
          <ac:chgData name="park sehun" userId="a5dd5dda71ea150a" providerId="LiveId" clId="{EE18F0ED-61EA-4400-8D5D-638E65FD2E5C}" dt="2020-03-16T09:09:52.465" v="2455" actId="1037"/>
          <ac:graphicFrameMkLst>
            <pc:docMk/>
            <pc:sldMk cId="2174125512" sldId="1200"/>
            <ac:graphicFrameMk id="2" creationId="{811A7EBA-E1AD-458F-8685-69A517FB66EB}"/>
          </ac:graphicFrameMkLst>
        </pc:graphicFrameChg>
        <pc:graphicFrameChg chg="mod">
          <ac:chgData name="park sehun" userId="a5dd5dda71ea150a" providerId="LiveId" clId="{EE18F0ED-61EA-4400-8D5D-638E65FD2E5C}" dt="2020-03-16T09:09:52.465" v="2455" actId="1037"/>
          <ac:graphicFrameMkLst>
            <pc:docMk/>
            <pc:sldMk cId="2174125512" sldId="1200"/>
            <ac:graphicFrameMk id="36" creationId="{08881BD9-DC01-46DF-9742-A9787B92A60F}"/>
          </ac:graphicFrameMkLst>
        </pc:graphicFrameChg>
        <pc:graphicFrameChg chg="mod">
          <ac:chgData name="park sehun" userId="a5dd5dda71ea150a" providerId="LiveId" clId="{EE18F0ED-61EA-4400-8D5D-638E65FD2E5C}" dt="2020-03-16T09:09:52.465" v="2455" actId="1037"/>
          <ac:graphicFrameMkLst>
            <pc:docMk/>
            <pc:sldMk cId="2174125512" sldId="1200"/>
            <ac:graphicFrameMk id="37" creationId="{B404B55C-E378-450B-8567-8123BE4AEFCE}"/>
          </ac:graphicFrameMkLst>
        </pc:graphicFrameChg>
        <pc:graphicFrameChg chg="mod">
          <ac:chgData name="park sehun" userId="a5dd5dda71ea150a" providerId="LiveId" clId="{EE18F0ED-61EA-4400-8D5D-638E65FD2E5C}" dt="2020-03-16T09:09:52.465" v="2455" actId="1037"/>
          <ac:graphicFrameMkLst>
            <pc:docMk/>
            <pc:sldMk cId="2174125512" sldId="1200"/>
            <ac:graphicFrameMk id="38" creationId="{9A7A42EB-7DD7-4A12-A27B-B837556A8330}"/>
          </ac:graphicFrameMkLst>
        </pc:graphicFrameChg>
        <pc:cxnChg chg="mod">
          <ac:chgData name="park sehun" userId="a5dd5dda71ea150a" providerId="LiveId" clId="{EE18F0ED-61EA-4400-8D5D-638E65FD2E5C}" dt="2020-03-16T09:09:52.465" v="2455" actId="1037"/>
          <ac:cxnSpMkLst>
            <pc:docMk/>
            <pc:sldMk cId="2174125512" sldId="1200"/>
            <ac:cxnSpMk id="39" creationId="{C851932A-4916-4E8E-ADCE-BBDCE58175C0}"/>
          </ac:cxnSpMkLst>
        </pc:cxnChg>
        <pc:cxnChg chg="mod">
          <ac:chgData name="park sehun" userId="a5dd5dda71ea150a" providerId="LiveId" clId="{EE18F0ED-61EA-4400-8D5D-638E65FD2E5C}" dt="2020-03-16T09:09:52.465" v="2455" actId="1037"/>
          <ac:cxnSpMkLst>
            <pc:docMk/>
            <pc:sldMk cId="2174125512" sldId="1200"/>
            <ac:cxnSpMk id="46" creationId="{ED63783E-00B0-4DE2-BAA1-7DBBAD23574D}"/>
          </ac:cxnSpMkLst>
        </pc:cxnChg>
        <pc:cxnChg chg="mod">
          <ac:chgData name="park sehun" userId="a5dd5dda71ea150a" providerId="LiveId" clId="{EE18F0ED-61EA-4400-8D5D-638E65FD2E5C}" dt="2020-03-16T09:09:52.465" v="2455" actId="1037"/>
          <ac:cxnSpMkLst>
            <pc:docMk/>
            <pc:sldMk cId="2174125512" sldId="1200"/>
            <ac:cxnSpMk id="48" creationId="{1F0AC650-39C6-425E-9CBF-0F333F010677}"/>
          </ac:cxnSpMkLst>
        </pc:cxnChg>
        <pc:cxnChg chg="mod">
          <ac:chgData name="park sehun" userId="a5dd5dda71ea150a" providerId="LiveId" clId="{EE18F0ED-61EA-4400-8D5D-638E65FD2E5C}" dt="2020-03-16T09:10:39.008" v="2531" actId="14100"/>
          <ac:cxnSpMkLst>
            <pc:docMk/>
            <pc:sldMk cId="2174125512" sldId="1200"/>
            <ac:cxnSpMk id="50" creationId="{AA7171CE-0DE4-411A-87C9-037D611A0DB4}"/>
          </ac:cxnSpMkLst>
        </pc:cxnChg>
        <pc:cxnChg chg="del">
          <ac:chgData name="park sehun" userId="a5dd5dda71ea150a" providerId="LiveId" clId="{EE18F0ED-61EA-4400-8D5D-638E65FD2E5C}" dt="2020-03-16T09:05:57.749" v="2418" actId="478"/>
          <ac:cxnSpMkLst>
            <pc:docMk/>
            <pc:sldMk cId="2174125512" sldId="1200"/>
            <ac:cxnSpMk id="64" creationId="{5270DB07-824E-40A1-BADC-DE6D19836E63}"/>
          </ac:cxnSpMkLst>
        </pc:cxnChg>
      </pc:sldChg>
      <pc:sldChg chg="delSp modSp add modAnim modNotesTx">
        <pc:chgData name="park sehun" userId="a5dd5dda71ea150a" providerId="LiveId" clId="{EE18F0ED-61EA-4400-8D5D-638E65FD2E5C}" dt="2020-03-17T03:44:14.011" v="4673" actId="478"/>
        <pc:sldMkLst>
          <pc:docMk/>
          <pc:sldMk cId="3465176172" sldId="1201"/>
        </pc:sldMkLst>
        <pc:spChg chg="del">
          <ac:chgData name="park sehun" userId="a5dd5dda71ea150a" providerId="LiveId" clId="{EE18F0ED-61EA-4400-8D5D-638E65FD2E5C}" dt="2020-03-17T01:44:25.829" v="4514" actId="478"/>
          <ac:spMkLst>
            <pc:docMk/>
            <pc:sldMk cId="3465176172" sldId="1201"/>
            <ac:spMk id="10" creationId="{F9AEA2BA-799E-470C-87A7-61505A44881D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29" creationId="{B905D88A-DEF2-4395-816E-0E8DB9210F39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32" creationId="{7B2A9D1B-6100-4E94-BE12-672593546DCC}"/>
          </ac:spMkLst>
        </pc:spChg>
        <pc:spChg chg="del">
          <ac:chgData name="park sehun" userId="a5dd5dda71ea150a" providerId="LiveId" clId="{EE18F0ED-61EA-4400-8D5D-638E65FD2E5C}" dt="2020-03-17T01:44:23.526" v="4513" actId="478"/>
          <ac:spMkLst>
            <pc:docMk/>
            <pc:sldMk cId="3465176172" sldId="1201"/>
            <ac:spMk id="40" creationId="{067DF4BC-D816-476B-B6CF-496EC5944DAE}"/>
          </ac:spMkLst>
        </pc:spChg>
        <pc:spChg chg="del">
          <ac:chgData name="park sehun" userId="a5dd5dda71ea150a" providerId="LiveId" clId="{EE18F0ED-61EA-4400-8D5D-638E65FD2E5C}" dt="2020-03-17T01:44:23.526" v="4513" actId="478"/>
          <ac:spMkLst>
            <pc:docMk/>
            <pc:sldMk cId="3465176172" sldId="1201"/>
            <ac:spMk id="41" creationId="{C92C3A17-9069-46C5-BD77-77274CF61402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42" creationId="{B1C9A060-973F-44B0-87E2-38BF88A3FD4E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43" creationId="{8EF3060A-A8CF-4439-A760-418616147283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44" creationId="{390CF0EA-5978-4C4F-A088-2D4C70EBC793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45" creationId="{A1B408C6-843F-4A9F-BBA4-416D9B02B161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47" creationId="{B2711BC8-8BBB-464D-923D-5476D78556CA}"/>
          </ac:spMkLst>
        </pc:spChg>
        <pc:spChg chg="mod">
          <ac:chgData name="park sehun" userId="a5dd5dda71ea150a" providerId="LiveId" clId="{EE18F0ED-61EA-4400-8D5D-638E65FD2E5C}" dt="2020-03-17T03:44:04.218" v="4672" actId="1038"/>
          <ac:spMkLst>
            <pc:docMk/>
            <pc:sldMk cId="3465176172" sldId="1201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6T09:41:27.365" v="4231" actId="20577"/>
          <ac:spMkLst>
            <pc:docMk/>
            <pc:sldMk cId="3465176172" sldId="1201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56" creationId="{BB41BF06-9C33-4E67-B580-716DF1A1550F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63" creationId="{8CF57F6D-10C1-4AB8-AFA1-02FA3FA793E8}"/>
          </ac:spMkLst>
        </pc:spChg>
        <pc:spChg chg="del">
          <ac:chgData name="park sehun" userId="a5dd5dda71ea150a" providerId="LiveId" clId="{EE18F0ED-61EA-4400-8D5D-638E65FD2E5C}" dt="2020-03-17T03:44:14.011" v="4673" actId="478"/>
          <ac:spMkLst>
            <pc:docMk/>
            <pc:sldMk cId="3465176172" sldId="1201"/>
            <ac:spMk id="66" creationId="{186D568E-3C76-4B43-8ACD-7EFA2134FAAA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76" creationId="{B5EB5AE6-A589-4A54-B05C-856791F34305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78" creationId="{0B83E74A-4A4E-4E0C-AD94-7D5E324DE748}"/>
          </ac:spMkLst>
        </pc:spChg>
        <pc:spChg chg="mod">
          <ac:chgData name="park sehun" userId="a5dd5dda71ea150a" providerId="LiveId" clId="{EE18F0ED-61EA-4400-8D5D-638E65FD2E5C}" dt="2020-03-16T09:42:34.801" v="4318" actId="20577"/>
          <ac:spMkLst>
            <pc:docMk/>
            <pc:sldMk cId="3465176172" sldId="1201"/>
            <ac:spMk id="62466" creationId="{00000000-0000-0000-0000-000000000000}"/>
          </ac:spMkLst>
        </pc:spChg>
        <pc:graphicFrameChg chg="del">
          <ac:chgData name="park sehun" userId="a5dd5dda71ea150a" providerId="LiveId" clId="{EE18F0ED-61EA-4400-8D5D-638E65FD2E5C}" dt="2020-03-17T03:39:34.977" v="4527" actId="478"/>
          <ac:graphicFrameMkLst>
            <pc:docMk/>
            <pc:sldMk cId="3465176172" sldId="1201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EE18F0ED-61EA-4400-8D5D-638E65FD2E5C}" dt="2020-03-17T03:39:34.977" v="4527" actId="478"/>
          <ac:graphicFrameMkLst>
            <pc:docMk/>
            <pc:sldMk cId="3465176172" sldId="1201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EE18F0ED-61EA-4400-8D5D-638E65FD2E5C}" dt="2020-03-17T03:39:34.977" v="4527" actId="478"/>
          <ac:graphicFrameMkLst>
            <pc:docMk/>
            <pc:sldMk cId="3465176172" sldId="1201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EE18F0ED-61EA-4400-8D5D-638E65FD2E5C}" dt="2020-03-17T03:39:34.977" v="4527" actId="478"/>
          <ac:graphicFrameMkLst>
            <pc:docMk/>
            <pc:sldMk cId="3465176172" sldId="1201"/>
            <ac:graphicFrameMk id="38" creationId="{9A7A42EB-7DD7-4A12-A27B-B837556A8330}"/>
          </ac:graphicFrameMkLst>
        </pc:graphicFrameChg>
        <pc:cxnChg chg="del">
          <ac:chgData name="park sehun" userId="a5dd5dda71ea150a" providerId="LiveId" clId="{EE18F0ED-61EA-4400-8D5D-638E65FD2E5C}" dt="2020-03-17T03:39:34.977" v="4527" actId="478"/>
          <ac:cxnSpMkLst>
            <pc:docMk/>
            <pc:sldMk cId="3465176172" sldId="1201"/>
            <ac:cxnSpMk id="39" creationId="{C851932A-4916-4E8E-ADCE-BBDCE58175C0}"/>
          </ac:cxnSpMkLst>
        </pc:cxnChg>
        <pc:cxnChg chg="del">
          <ac:chgData name="park sehun" userId="a5dd5dda71ea150a" providerId="LiveId" clId="{EE18F0ED-61EA-4400-8D5D-638E65FD2E5C}" dt="2020-03-17T03:39:34.977" v="4527" actId="478"/>
          <ac:cxnSpMkLst>
            <pc:docMk/>
            <pc:sldMk cId="3465176172" sldId="1201"/>
            <ac:cxnSpMk id="46" creationId="{ED63783E-00B0-4DE2-BAA1-7DBBAD23574D}"/>
          </ac:cxnSpMkLst>
        </pc:cxnChg>
        <pc:cxnChg chg="del">
          <ac:chgData name="park sehun" userId="a5dd5dda71ea150a" providerId="LiveId" clId="{EE18F0ED-61EA-4400-8D5D-638E65FD2E5C}" dt="2020-03-17T03:39:34.977" v="4527" actId="478"/>
          <ac:cxnSpMkLst>
            <pc:docMk/>
            <pc:sldMk cId="3465176172" sldId="1201"/>
            <ac:cxnSpMk id="48" creationId="{1F0AC650-39C6-425E-9CBF-0F333F010677}"/>
          </ac:cxnSpMkLst>
        </pc:cxnChg>
        <pc:cxnChg chg="del">
          <ac:chgData name="park sehun" userId="a5dd5dda71ea150a" providerId="LiveId" clId="{EE18F0ED-61EA-4400-8D5D-638E65FD2E5C}" dt="2020-03-17T03:39:34.977" v="4527" actId="478"/>
          <ac:cxnSpMkLst>
            <pc:docMk/>
            <pc:sldMk cId="3465176172" sldId="1201"/>
            <ac:cxnSpMk id="50" creationId="{AA7171CE-0DE4-411A-87C9-037D611A0DB4}"/>
          </ac:cxnSpMkLst>
        </pc:cxnChg>
      </pc:sldChg>
      <pc:sldChg chg="delSp modSp add modAnim modNotesTx">
        <pc:chgData name="park sehun" userId="a5dd5dda71ea150a" providerId="LiveId" clId="{EE18F0ED-61EA-4400-8D5D-638E65FD2E5C}" dt="2020-03-17T03:44:38.227" v="4676" actId="478"/>
        <pc:sldMkLst>
          <pc:docMk/>
          <pc:sldMk cId="2557724074" sldId="1202"/>
        </pc:sldMkLst>
        <pc:spChg chg="del">
          <ac:chgData name="park sehun" userId="a5dd5dda71ea150a" providerId="LiveId" clId="{EE18F0ED-61EA-4400-8D5D-638E65FD2E5C}" dt="2020-03-17T01:44:13.976" v="4512" actId="478"/>
          <ac:spMkLst>
            <pc:docMk/>
            <pc:sldMk cId="2557724074" sldId="1202"/>
            <ac:spMk id="10" creationId="{F9AEA2BA-799E-470C-87A7-61505A44881D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29" creationId="{B905D88A-DEF2-4395-816E-0E8DB9210F39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32" creationId="{7B2A9D1B-6100-4E94-BE12-672593546DCC}"/>
          </ac:spMkLst>
        </pc:spChg>
        <pc:spChg chg="del">
          <ac:chgData name="park sehun" userId="a5dd5dda71ea150a" providerId="LiveId" clId="{EE18F0ED-61EA-4400-8D5D-638E65FD2E5C}" dt="2020-03-17T01:44:13.976" v="4512" actId="478"/>
          <ac:spMkLst>
            <pc:docMk/>
            <pc:sldMk cId="2557724074" sldId="1202"/>
            <ac:spMk id="40" creationId="{067DF4BC-D816-476B-B6CF-496EC5944DAE}"/>
          </ac:spMkLst>
        </pc:spChg>
        <pc:spChg chg="del">
          <ac:chgData name="park sehun" userId="a5dd5dda71ea150a" providerId="LiveId" clId="{EE18F0ED-61EA-4400-8D5D-638E65FD2E5C}" dt="2020-03-17T01:44:13.976" v="4512" actId="478"/>
          <ac:spMkLst>
            <pc:docMk/>
            <pc:sldMk cId="2557724074" sldId="1202"/>
            <ac:spMk id="41" creationId="{C92C3A17-9069-46C5-BD77-77274CF61402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42" creationId="{B1C9A060-973F-44B0-87E2-38BF88A3FD4E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43" creationId="{8EF3060A-A8CF-4439-A760-418616147283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44" creationId="{390CF0EA-5978-4C4F-A088-2D4C70EBC793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45" creationId="{A1B408C6-843F-4A9F-BBA4-416D9B02B161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47" creationId="{B2711BC8-8BBB-464D-923D-5476D78556CA}"/>
          </ac:spMkLst>
        </pc:spChg>
        <pc:spChg chg="mod">
          <ac:chgData name="park sehun" userId="a5dd5dda71ea150a" providerId="LiveId" clId="{EE18F0ED-61EA-4400-8D5D-638E65FD2E5C}" dt="2020-03-17T03:44:34.873" v="4675" actId="14100"/>
          <ac:spMkLst>
            <pc:docMk/>
            <pc:sldMk cId="2557724074" sldId="1202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6T09:43:01.427" v="4338"/>
          <ac:spMkLst>
            <pc:docMk/>
            <pc:sldMk cId="2557724074" sldId="1202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56" creationId="{BB41BF06-9C33-4E67-B580-716DF1A1550F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63" creationId="{8CF57F6D-10C1-4AB8-AFA1-02FA3FA793E8}"/>
          </ac:spMkLst>
        </pc:spChg>
        <pc:spChg chg="del">
          <ac:chgData name="park sehun" userId="a5dd5dda71ea150a" providerId="LiveId" clId="{EE18F0ED-61EA-4400-8D5D-638E65FD2E5C}" dt="2020-03-17T03:44:38.227" v="4676" actId="478"/>
          <ac:spMkLst>
            <pc:docMk/>
            <pc:sldMk cId="2557724074" sldId="1202"/>
            <ac:spMk id="66" creationId="{186D568E-3C76-4B43-8ACD-7EFA2134FAAA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76" creationId="{B5EB5AE6-A589-4A54-B05C-856791F34305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78" creationId="{0B83E74A-4A4E-4E0C-AD94-7D5E324DE748}"/>
          </ac:spMkLst>
        </pc:spChg>
        <pc:spChg chg="mod">
          <ac:chgData name="park sehun" userId="a5dd5dda71ea150a" providerId="LiveId" clId="{EE18F0ED-61EA-4400-8D5D-638E65FD2E5C}" dt="2020-03-16T09:42:30.820" v="4311" actId="20577"/>
          <ac:spMkLst>
            <pc:docMk/>
            <pc:sldMk cId="2557724074" sldId="1202"/>
            <ac:spMk id="62466" creationId="{00000000-0000-0000-0000-000000000000}"/>
          </ac:spMkLst>
        </pc:spChg>
        <pc:graphicFrameChg chg="del">
          <ac:chgData name="park sehun" userId="a5dd5dda71ea150a" providerId="LiveId" clId="{EE18F0ED-61EA-4400-8D5D-638E65FD2E5C}" dt="2020-03-17T03:39:28.498" v="4526" actId="478"/>
          <ac:graphicFrameMkLst>
            <pc:docMk/>
            <pc:sldMk cId="2557724074" sldId="1202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EE18F0ED-61EA-4400-8D5D-638E65FD2E5C}" dt="2020-03-17T03:39:28.498" v="4526" actId="478"/>
          <ac:graphicFrameMkLst>
            <pc:docMk/>
            <pc:sldMk cId="2557724074" sldId="1202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EE18F0ED-61EA-4400-8D5D-638E65FD2E5C}" dt="2020-03-17T03:39:28.498" v="4526" actId="478"/>
          <ac:graphicFrameMkLst>
            <pc:docMk/>
            <pc:sldMk cId="2557724074" sldId="1202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EE18F0ED-61EA-4400-8D5D-638E65FD2E5C}" dt="2020-03-17T03:39:28.498" v="4526" actId="478"/>
          <ac:graphicFrameMkLst>
            <pc:docMk/>
            <pc:sldMk cId="2557724074" sldId="1202"/>
            <ac:graphicFrameMk id="38" creationId="{9A7A42EB-7DD7-4A12-A27B-B837556A8330}"/>
          </ac:graphicFrameMkLst>
        </pc:graphicFrameChg>
        <pc:cxnChg chg="del">
          <ac:chgData name="park sehun" userId="a5dd5dda71ea150a" providerId="LiveId" clId="{EE18F0ED-61EA-4400-8D5D-638E65FD2E5C}" dt="2020-03-17T03:39:28.498" v="4526" actId="478"/>
          <ac:cxnSpMkLst>
            <pc:docMk/>
            <pc:sldMk cId="2557724074" sldId="1202"/>
            <ac:cxnSpMk id="39" creationId="{C851932A-4916-4E8E-ADCE-BBDCE58175C0}"/>
          </ac:cxnSpMkLst>
        </pc:cxnChg>
        <pc:cxnChg chg="del">
          <ac:chgData name="park sehun" userId="a5dd5dda71ea150a" providerId="LiveId" clId="{EE18F0ED-61EA-4400-8D5D-638E65FD2E5C}" dt="2020-03-17T03:39:28.498" v="4526" actId="478"/>
          <ac:cxnSpMkLst>
            <pc:docMk/>
            <pc:sldMk cId="2557724074" sldId="1202"/>
            <ac:cxnSpMk id="46" creationId="{ED63783E-00B0-4DE2-BAA1-7DBBAD23574D}"/>
          </ac:cxnSpMkLst>
        </pc:cxnChg>
        <pc:cxnChg chg="del">
          <ac:chgData name="park sehun" userId="a5dd5dda71ea150a" providerId="LiveId" clId="{EE18F0ED-61EA-4400-8D5D-638E65FD2E5C}" dt="2020-03-17T03:39:28.498" v="4526" actId="478"/>
          <ac:cxnSpMkLst>
            <pc:docMk/>
            <pc:sldMk cId="2557724074" sldId="1202"/>
            <ac:cxnSpMk id="48" creationId="{1F0AC650-39C6-425E-9CBF-0F333F010677}"/>
          </ac:cxnSpMkLst>
        </pc:cxnChg>
        <pc:cxnChg chg="del">
          <ac:chgData name="park sehun" userId="a5dd5dda71ea150a" providerId="LiveId" clId="{EE18F0ED-61EA-4400-8D5D-638E65FD2E5C}" dt="2020-03-17T03:44:28.925" v="4674" actId="478"/>
          <ac:cxnSpMkLst>
            <pc:docMk/>
            <pc:sldMk cId="2557724074" sldId="1202"/>
            <ac:cxnSpMk id="50" creationId="{AA7171CE-0DE4-411A-87C9-037D611A0DB4}"/>
          </ac:cxnSpMkLst>
        </pc:cxnChg>
      </pc:sldChg>
      <pc:sldChg chg="delSp modSp add modAnim modNotesTx">
        <pc:chgData name="park sehun" userId="a5dd5dda71ea150a" providerId="LiveId" clId="{EE18F0ED-61EA-4400-8D5D-638E65FD2E5C}" dt="2020-03-17T03:40:00.673" v="4528" actId="14100"/>
        <pc:sldMkLst>
          <pc:docMk/>
          <pc:sldMk cId="1403437371" sldId="1203"/>
        </pc:sldMkLst>
        <pc:spChg chg="del">
          <ac:chgData name="park sehun" userId="a5dd5dda71ea150a" providerId="LiveId" clId="{EE18F0ED-61EA-4400-8D5D-638E65FD2E5C}" dt="2020-03-17T01:44:09.923" v="4511" actId="478"/>
          <ac:spMkLst>
            <pc:docMk/>
            <pc:sldMk cId="1403437371" sldId="1203"/>
            <ac:spMk id="10" creationId="{F9AEA2BA-799E-470C-87A7-61505A44881D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29" creationId="{B905D88A-DEF2-4395-816E-0E8DB9210F39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32" creationId="{7B2A9D1B-6100-4E94-BE12-672593546DCC}"/>
          </ac:spMkLst>
        </pc:spChg>
        <pc:spChg chg="del">
          <ac:chgData name="park sehun" userId="a5dd5dda71ea150a" providerId="LiveId" clId="{EE18F0ED-61EA-4400-8D5D-638E65FD2E5C}" dt="2020-03-17T01:44:09.923" v="4511" actId="478"/>
          <ac:spMkLst>
            <pc:docMk/>
            <pc:sldMk cId="1403437371" sldId="1203"/>
            <ac:spMk id="40" creationId="{067DF4BC-D816-476B-B6CF-496EC5944DAE}"/>
          </ac:spMkLst>
        </pc:spChg>
        <pc:spChg chg="del">
          <ac:chgData name="park sehun" userId="a5dd5dda71ea150a" providerId="LiveId" clId="{EE18F0ED-61EA-4400-8D5D-638E65FD2E5C}" dt="2020-03-17T01:44:09.923" v="4511" actId="478"/>
          <ac:spMkLst>
            <pc:docMk/>
            <pc:sldMk cId="1403437371" sldId="1203"/>
            <ac:spMk id="41" creationId="{C92C3A17-9069-46C5-BD77-77274CF61402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42" creationId="{B1C9A060-973F-44B0-87E2-38BF88A3FD4E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43" creationId="{8EF3060A-A8CF-4439-A760-418616147283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44" creationId="{390CF0EA-5978-4C4F-A088-2D4C70EBC793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45" creationId="{A1B408C6-843F-4A9F-BBA4-416D9B02B161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47" creationId="{B2711BC8-8BBB-464D-923D-5476D78556CA}"/>
          </ac:spMkLst>
        </pc:spChg>
        <pc:spChg chg="del">
          <ac:chgData name="park sehun" userId="a5dd5dda71ea150a" providerId="LiveId" clId="{EE18F0ED-61EA-4400-8D5D-638E65FD2E5C}" dt="2020-03-17T03:39:17.273" v="4525" actId="478"/>
          <ac:spMkLst>
            <pc:docMk/>
            <pc:sldMk cId="1403437371" sldId="1203"/>
            <ac:spMk id="51" creationId="{6E497FE8-ACB2-4270-AE46-10B163AEEAD0}"/>
          </ac:spMkLst>
        </pc:spChg>
        <pc:spChg chg="mod">
          <ac:chgData name="park sehun" userId="a5dd5dda71ea150a" providerId="LiveId" clId="{EE18F0ED-61EA-4400-8D5D-638E65FD2E5C}" dt="2020-03-17T03:40:00.673" v="4528" actId="14100"/>
          <ac:spMkLst>
            <pc:docMk/>
            <pc:sldMk cId="1403437371" sldId="1203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6T09:44:38.927" v="4444" actId="20577"/>
          <ac:spMkLst>
            <pc:docMk/>
            <pc:sldMk cId="1403437371" sldId="1203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56" creationId="{BB41BF06-9C33-4E67-B580-716DF1A1550F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63" creationId="{8CF57F6D-10C1-4AB8-AFA1-02FA3FA793E8}"/>
          </ac:spMkLst>
        </pc:spChg>
        <pc:spChg chg="del">
          <ac:chgData name="park sehun" userId="a5dd5dda71ea150a" providerId="LiveId" clId="{EE18F0ED-61EA-4400-8D5D-638E65FD2E5C}" dt="2020-03-17T03:39:08.321" v="4523" actId="478"/>
          <ac:spMkLst>
            <pc:docMk/>
            <pc:sldMk cId="1403437371" sldId="1203"/>
            <ac:spMk id="66" creationId="{186D568E-3C76-4B43-8ACD-7EFA2134FAAA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76" creationId="{B5EB5AE6-A589-4A54-B05C-856791F34305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78" creationId="{0B83E74A-4A4E-4E0C-AD94-7D5E324DE748}"/>
          </ac:spMkLst>
        </pc:spChg>
        <pc:spChg chg="mod">
          <ac:chgData name="park sehun" userId="a5dd5dda71ea150a" providerId="LiveId" clId="{EE18F0ED-61EA-4400-8D5D-638E65FD2E5C}" dt="2020-03-16T09:45:21.840" v="4476" actId="20577"/>
          <ac:spMkLst>
            <pc:docMk/>
            <pc:sldMk cId="1403437371" sldId="1203"/>
            <ac:spMk id="62466" creationId="{00000000-0000-0000-0000-000000000000}"/>
          </ac:spMkLst>
        </pc:spChg>
        <pc:graphicFrameChg chg="del">
          <ac:chgData name="park sehun" userId="a5dd5dda71ea150a" providerId="LiveId" clId="{EE18F0ED-61EA-4400-8D5D-638E65FD2E5C}" dt="2020-03-17T03:39:03.971" v="4522" actId="478"/>
          <ac:graphicFrameMkLst>
            <pc:docMk/>
            <pc:sldMk cId="1403437371" sldId="1203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EE18F0ED-61EA-4400-8D5D-638E65FD2E5C}" dt="2020-03-17T03:39:03.971" v="4522" actId="478"/>
          <ac:graphicFrameMkLst>
            <pc:docMk/>
            <pc:sldMk cId="1403437371" sldId="1203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EE18F0ED-61EA-4400-8D5D-638E65FD2E5C}" dt="2020-03-17T03:39:03.971" v="4522" actId="478"/>
          <ac:graphicFrameMkLst>
            <pc:docMk/>
            <pc:sldMk cId="1403437371" sldId="1203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EE18F0ED-61EA-4400-8D5D-638E65FD2E5C}" dt="2020-03-17T03:39:03.971" v="4522" actId="478"/>
          <ac:graphicFrameMkLst>
            <pc:docMk/>
            <pc:sldMk cId="1403437371" sldId="1203"/>
            <ac:graphicFrameMk id="38" creationId="{9A7A42EB-7DD7-4A12-A27B-B837556A8330}"/>
          </ac:graphicFrameMkLst>
        </pc:graphicFrameChg>
        <pc:cxnChg chg="del">
          <ac:chgData name="park sehun" userId="a5dd5dda71ea150a" providerId="LiveId" clId="{EE18F0ED-61EA-4400-8D5D-638E65FD2E5C}" dt="2020-03-17T03:39:03.971" v="4522" actId="478"/>
          <ac:cxnSpMkLst>
            <pc:docMk/>
            <pc:sldMk cId="1403437371" sldId="1203"/>
            <ac:cxnSpMk id="39" creationId="{C851932A-4916-4E8E-ADCE-BBDCE58175C0}"/>
          </ac:cxnSpMkLst>
        </pc:cxnChg>
        <pc:cxnChg chg="del">
          <ac:chgData name="park sehun" userId="a5dd5dda71ea150a" providerId="LiveId" clId="{EE18F0ED-61EA-4400-8D5D-638E65FD2E5C}" dt="2020-03-17T03:39:03.971" v="4522" actId="478"/>
          <ac:cxnSpMkLst>
            <pc:docMk/>
            <pc:sldMk cId="1403437371" sldId="1203"/>
            <ac:cxnSpMk id="46" creationId="{ED63783E-00B0-4DE2-BAA1-7DBBAD23574D}"/>
          </ac:cxnSpMkLst>
        </pc:cxnChg>
        <pc:cxnChg chg="del">
          <ac:chgData name="park sehun" userId="a5dd5dda71ea150a" providerId="LiveId" clId="{EE18F0ED-61EA-4400-8D5D-638E65FD2E5C}" dt="2020-03-17T03:39:03.971" v="4522" actId="478"/>
          <ac:cxnSpMkLst>
            <pc:docMk/>
            <pc:sldMk cId="1403437371" sldId="1203"/>
            <ac:cxnSpMk id="48" creationId="{1F0AC650-39C6-425E-9CBF-0F333F010677}"/>
          </ac:cxnSpMkLst>
        </pc:cxnChg>
        <pc:cxnChg chg="del">
          <ac:chgData name="park sehun" userId="a5dd5dda71ea150a" providerId="LiveId" clId="{EE18F0ED-61EA-4400-8D5D-638E65FD2E5C}" dt="2020-03-17T03:39:13.327" v="4524" actId="478"/>
          <ac:cxnSpMkLst>
            <pc:docMk/>
            <pc:sldMk cId="1403437371" sldId="1203"/>
            <ac:cxnSpMk id="50" creationId="{AA7171CE-0DE4-411A-87C9-037D611A0DB4}"/>
          </ac:cxnSpMkLst>
        </pc:cxnChg>
      </pc:sldChg>
      <pc:sldChg chg="addSp delSp modSp add modAnim modNotesTx">
        <pc:chgData name="park sehun" userId="a5dd5dda71ea150a" providerId="LiveId" clId="{EE18F0ED-61EA-4400-8D5D-638E65FD2E5C}" dt="2020-03-17T07:51:24.655" v="11045" actId="20577"/>
        <pc:sldMkLst>
          <pc:docMk/>
          <pc:sldMk cId="1389531603" sldId="1204"/>
        </pc:sldMkLst>
        <pc:spChg chg="del">
          <ac:chgData name="park sehun" userId="a5dd5dda71ea150a" providerId="LiveId" clId="{EE18F0ED-61EA-4400-8D5D-638E65FD2E5C}" dt="2020-03-17T02:37:19.319" v="4515" actId="478"/>
          <ac:spMkLst>
            <pc:docMk/>
            <pc:sldMk cId="1389531603" sldId="1204"/>
            <ac:spMk id="10" creationId="{F9AEA2BA-799E-470C-87A7-61505A44881D}"/>
          </ac:spMkLst>
        </pc:spChg>
        <pc:spChg chg="add mod">
          <ac:chgData name="park sehun" userId="a5dd5dda71ea150a" providerId="LiveId" clId="{EE18F0ED-61EA-4400-8D5D-638E65FD2E5C}" dt="2020-03-17T06:04:39.687" v="6126" actId="1038"/>
          <ac:spMkLst>
            <pc:docMk/>
            <pc:sldMk cId="1389531603" sldId="1204"/>
            <ac:spMk id="27" creationId="{9384D9E4-1DB6-46D4-9E66-5BA2E5FD7136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29" creationId="{B905D88A-DEF2-4395-816E-0E8DB9210F39}"/>
          </ac:spMkLst>
        </pc:spChg>
        <pc:spChg chg="add mod">
          <ac:chgData name="park sehun" userId="a5dd5dda71ea150a" providerId="LiveId" clId="{EE18F0ED-61EA-4400-8D5D-638E65FD2E5C}" dt="2020-03-17T05:30:35.320" v="4955" actId="1036"/>
          <ac:spMkLst>
            <pc:docMk/>
            <pc:sldMk cId="1389531603" sldId="1204"/>
            <ac:spMk id="31" creationId="{5C321D50-9C65-469D-9DC2-C2B29F056EEA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32" creationId="{7B2A9D1B-6100-4E94-BE12-672593546DCC}"/>
          </ac:spMkLst>
        </pc:spChg>
        <pc:spChg chg="add mod">
          <ac:chgData name="park sehun" userId="a5dd5dda71ea150a" providerId="LiveId" clId="{EE18F0ED-61EA-4400-8D5D-638E65FD2E5C}" dt="2020-03-17T05:48:38.439" v="5464" actId="1037"/>
          <ac:spMkLst>
            <pc:docMk/>
            <pc:sldMk cId="1389531603" sldId="1204"/>
            <ac:spMk id="33" creationId="{F10D0F4E-5E42-4BC2-9E16-2B54DCE1A39D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34" creationId="{B759B056-87A7-4DCF-89F3-BE39CC580CB3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35" creationId="{16741EF7-796A-4534-9332-C9B683912B12}"/>
          </ac:spMkLst>
        </pc:spChg>
        <pc:spChg chg="del">
          <ac:chgData name="park sehun" userId="a5dd5dda71ea150a" providerId="LiveId" clId="{EE18F0ED-61EA-4400-8D5D-638E65FD2E5C}" dt="2020-03-17T02:37:19.319" v="4515" actId="478"/>
          <ac:spMkLst>
            <pc:docMk/>
            <pc:sldMk cId="1389531603" sldId="1204"/>
            <ac:spMk id="40" creationId="{067DF4BC-D816-476B-B6CF-496EC5944DAE}"/>
          </ac:spMkLst>
        </pc:spChg>
        <pc:spChg chg="del">
          <ac:chgData name="park sehun" userId="a5dd5dda71ea150a" providerId="LiveId" clId="{EE18F0ED-61EA-4400-8D5D-638E65FD2E5C}" dt="2020-03-17T02:37:19.319" v="4515" actId="478"/>
          <ac:spMkLst>
            <pc:docMk/>
            <pc:sldMk cId="1389531603" sldId="1204"/>
            <ac:spMk id="41" creationId="{C92C3A17-9069-46C5-BD77-77274CF61402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42" creationId="{B1C9A060-973F-44B0-87E2-38BF88A3FD4E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43" creationId="{8EF3060A-A8CF-4439-A760-418616147283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44" creationId="{390CF0EA-5978-4C4F-A088-2D4C70EBC793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45" creationId="{A1B408C6-843F-4A9F-BBA4-416D9B02B161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47" creationId="{B2711BC8-8BBB-464D-923D-5476D78556CA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49" creationId="{990AB7BD-1AA7-4232-A737-93F1FA6454FE}"/>
          </ac:spMkLst>
        </pc:spChg>
        <pc:spChg chg="mod">
          <ac:chgData name="park sehun" userId="a5dd5dda71ea150a" providerId="LiveId" clId="{EE18F0ED-61EA-4400-8D5D-638E65FD2E5C}" dt="2020-03-17T03:46:59.820" v="4687" actId="1035"/>
          <ac:spMkLst>
            <pc:docMk/>
            <pc:sldMk cId="1389531603" sldId="1204"/>
            <ac:spMk id="51" creationId="{6E497FE8-ACB2-4270-AE46-10B163AEEAD0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52" creationId="{A16BD687-E28C-4DD7-8D87-5E4D69F49885}"/>
          </ac:spMkLst>
        </pc:spChg>
        <pc:spChg chg="del">
          <ac:chgData name="park sehun" userId="a5dd5dda71ea150a" providerId="LiveId" clId="{EE18F0ED-61EA-4400-8D5D-638E65FD2E5C}" dt="2020-03-17T03:40:47.888" v="4565" actId="478"/>
          <ac:spMkLst>
            <pc:docMk/>
            <pc:sldMk cId="1389531603" sldId="1204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7T03:40:38.472" v="4564" actId="6549"/>
          <ac:spMkLst>
            <pc:docMk/>
            <pc:sldMk cId="1389531603" sldId="1204"/>
            <ac:spMk id="54" creationId="{C29D6112-022A-4BE0-B087-9B0A74023A45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55" creationId="{E0D7CCAE-2B16-4074-B59E-7FEAE25AE6B6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56" creationId="{BB41BF06-9C33-4E67-B580-716DF1A1550F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57" creationId="{D75B7C80-AD88-41E7-A579-10609D7DC927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58" creationId="{25968229-127F-427D-8002-AAB2ABEA430B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59" creationId="{BF921BB0-DF4E-4BA9-843C-E98CFABD7F69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0" creationId="{F68AE185-EC69-48DD-B720-6CFC7CEF67C3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1" creationId="{33D348FE-716C-4A65-BE39-D00AB3F1B873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2" creationId="{D61B607B-7ED2-46F1-81DB-8B0FF4ACF7E8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63" creationId="{8CF57F6D-10C1-4AB8-AFA1-02FA3FA793E8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4" creationId="{BE48884C-2C13-42DD-A44C-9153B3D74DA8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5" creationId="{326D7B78-32D5-4B21-9B9B-0907F5093C61}"/>
          </ac:spMkLst>
        </pc:spChg>
        <pc:spChg chg="mod">
          <ac:chgData name="park sehun" userId="a5dd5dda71ea150a" providerId="LiveId" clId="{EE18F0ED-61EA-4400-8D5D-638E65FD2E5C}" dt="2020-03-17T03:46:59.820" v="4687" actId="1035"/>
          <ac:spMkLst>
            <pc:docMk/>
            <pc:sldMk cId="1389531603" sldId="1204"/>
            <ac:spMk id="66" creationId="{186D568E-3C76-4B43-8ACD-7EFA2134FAAA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7" creationId="{125BDC84-5842-4AE9-8C52-03EB75AC18AC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8" creationId="{F695DA08-C6F7-42F6-9FD6-9B47EB3B1946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9" creationId="{76FA09CD-D97E-4D88-8736-7003FE34E9C7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74" creationId="{955DFC2D-D8A2-4D91-932D-C338E4AE5269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75" creationId="{8116A41D-C957-43E5-A99B-FEE35864383A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76" creationId="{B5EB5AE6-A589-4A54-B05C-856791F34305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78" creationId="{0B83E74A-4A4E-4E0C-AD94-7D5E324DE748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0" creationId="{9122693F-1FD5-41FF-9E8E-87779C715077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2" creationId="{9F499EAD-D1F2-4CB8-9584-6D46BB33E192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3" creationId="{69119715-79A6-4964-8EF5-93FD7D702009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4" creationId="{93E234A7-F1BD-42EE-AAD7-A6EAB1506AF3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5" creationId="{B6F136F7-A2E4-40AC-91A6-A826531E3ED4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6" creationId="{6699EC36-AB8E-4ED6-96A2-CF7C3B1026F0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7" creationId="{0A147CE9-7B91-4478-8A39-E8E5BD4D564A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9" creationId="{AB0DB319-9CAA-4CC0-953C-9EAF8E666713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2" creationId="{2977C3CA-D8A5-41E8-9384-54766A06394D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3" creationId="{3AD5E2F2-C525-41FE-9D3E-409F620D4C20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4" creationId="{0CB8EF40-E356-4395-B600-CD3DBCB038CA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5" creationId="{ED026A53-2CC8-48EA-80CC-1832F46FD430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6" creationId="{58DB3705-3802-4A3B-BDED-21BCCB1055EB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7" creationId="{7E5FF672-C13F-4D91-9BBC-3C1CCC61DAA9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8" creationId="{BCAAE468-3C81-409C-A02C-DD6C59CAFCFF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9" creationId="{9E461DA2-9801-4902-8EEE-254B36BB8494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101" creationId="{F3D8DC1F-18F3-44C2-AABC-E49912BE87F9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102" creationId="{50E84447-9740-4067-AD63-4872992FA3D7}"/>
          </ac:spMkLst>
        </pc:spChg>
        <pc:spChg chg="add mod ord">
          <ac:chgData name="park sehun" userId="a5dd5dda71ea150a" providerId="LiveId" clId="{EE18F0ED-61EA-4400-8D5D-638E65FD2E5C}" dt="2020-03-17T05:30:56.193" v="4986" actId="14100"/>
          <ac:spMkLst>
            <pc:docMk/>
            <pc:sldMk cId="1389531603" sldId="1204"/>
            <ac:spMk id="104" creationId="{69119715-79A6-4964-8EF5-93FD7D702009}"/>
          </ac:spMkLst>
        </pc:spChg>
        <pc:spChg chg="add mod ord">
          <ac:chgData name="park sehun" userId="a5dd5dda71ea150a" providerId="LiveId" clId="{EE18F0ED-61EA-4400-8D5D-638E65FD2E5C}" dt="2020-03-17T06:59:55.619" v="7656" actId="14100"/>
          <ac:spMkLst>
            <pc:docMk/>
            <pc:sldMk cId="1389531603" sldId="1204"/>
            <ac:spMk id="105" creationId="{B5DA5C71-10CD-4F0B-9174-5FC23440803E}"/>
          </ac:spMkLst>
        </pc:spChg>
        <pc:spChg chg="add mod">
          <ac:chgData name="park sehun" userId="a5dd5dda71ea150a" providerId="LiveId" clId="{EE18F0ED-61EA-4400-8D5D-638E65FD2E5C}" dt="2020-03-17T05:43:13.499" v="5332" actId="1036"/>
          <ac:spMkLst>
            <pc:docMk/>
            <pc:sldMk cId="1389531603" sldId="1204"/>
            <ac:spMk id="106" creationId="{3AD5E2F2-C525-41FE-9D3E-409F620D4C20}"/>
          </ac:spMkLst>
        </pc:spChg>
        <pc:spChg chg="add del mod">
          <ac:chgData name="park sehun" userId="a5dd5dda71ea150a" providerId="LiveId" clId="{EE18F0ED-61EA-4400-8D5D-638E65FD2E5C}" dt="2020-03-17T05:33:40.412" v="5028" actId="478"/>
          <ac:spMkLst>
            <pc:docMk/>
            <pc:sldMk cId="1389531603" sldId="1204"/>
            <ac:spMk id="107" creationId="{C135C587-494D-4AF1-8E8C-DFD55D85BDAE}"/>
          </ac:spMkLst>
        </pc:spChg>
        <pc:spChg chg="add mod">
          <ac:chgData name="park sehun" userId="a5dd5dda71ea150a" providerId="LiveId" clId="{EE18F0ED-61EA-4400-8D5D-638E65FD2E5C}" dt="2020-03-17T05:44:57.065" v="5342" actId="1036"/>
          <ac:spMkLst>
            <pc:docMk/>
            <pc:sldMk cId="1389531603" sldId="1204"/>
            <ac:spMk id="108" creationId="{918C923B-D527-4086-A9D3-18FC0B7F1927}"/>
          </ac:spMkLst>
        </pc:spChg>
        <pc:spChg chg="add mod">
          <ac:chgData name="park sehun" userId="a5dd5dda71ea150a" providerId="LiveId" clId="{EE18F0ED-61EA-4400-8D5D-638E65FD2E5C}" dt="2020-03-17T05:44:57.065" v="5342" actId="1036"/>
          <ac:spMkLst>
            <pc:docMk/>
            <pc:sldMk cId="1389531603" sldId="1204"/>
            <ac:spMk id="110" creationId="{7F666B64-144E-44C6-90D1-D5CD5EC13F7E}"/>
          </ac:spMkLst>
        </pc:spChg>
        <pc:spChg chg="add mod">
          <ac:chgData name="park sehun" userId="a5dd5dda71ea150a" providerId="LiveId" clId="{EE18F0ED-61EA-4400-8D5D-638E65FD2E5C}" dt="2020-03-17T05:48:38.439" v="5464" actId="1037"/>
          <ac:spMkLst>
            <pc:docMk/>
            <pc:sldMk cId="1389531603" sldId="1204"/>
            <ac:spMk id="111" creationId="{5E317841-9500-41A0-AFEE-A137AE286833}"/>
          </ac:spMkLst>
        </pc:spChg>
        <pc:spChg chg="add mod">
          <ac:chgData name="park sehun" userId="a5dd5dda71ea150a" providerId="LiveId" clId="{EE18F0ED-61EA-4400-8D5D-638E65FD2E5C}" dt="2020-03-17T05:44:57.065" v="5342" actId="1036"/>
          <ac:spMkLst>
            <pc:docMk/>
            <pc:sldMk cId="1389531603" sldId="1204"/>
            <ac:spMk id="113" creationId="{8EBB0BE6-D185-4616-A3FA-72D4B6D80822}"/>
          </ac:spMkLst>
        </pc:spChg>
        <pc:spChg chg="add mod">
          <ac:chgData name="park sehun" userId="a5dd5dda71ea150a" providerId="LiveId" clId="{EE18F0ED-61EA-4400-8D5D-638E65FD2E5C}" dt="2020-03-17T05:41:21.847" v="5305" actId="1076"/>
          <ac:spMkLst>
            <pc:docMk/>
            <pc:sldMk cId="1389531603" sldId="1204"/>
            <ac:spMk id="114" creationId="{AEBCE704-2F64-4ED5-8ECC-00793CAACF6C}"/>
          </ac:spMkLst>
        </pc:spChg>
        <pc:spChg chg="add mod">
          <ac:chgData name="park sehun" userId="a5dd5dda71ea150a" providerId="LiveId" clId="{EE18F0ED-61EA-4400-8D5D-638E65FD2E5C}" dt="2020-03-17T05:44:57.065" v="5342" actId="1036"/>
          <ac:spMkLst>
            <pc:docMk/>
            <pc:sldMk cId="1389531603" sldId="1204"/>
            <ac:spMk id="116" creationId="{CA4CFFC0-42DE-4304-9EAC-3E62D1A3B079}"/>
          </ac:spMkLst>
        </pc:spChg>
        <pc:spChg chg="add mod">
          <ac:chgData name="park sehun" userId="a5dd5dda71ea150a" providerId="LiveId" clId="{EE18F0ED-61EA-4400-8D5D-638E65FD2E5C}" dt="2020-03-17T05:44:57.065" v="5342" actId="1036"/>
          <ac:spMkLst>
            <pc:docMk/>
            <pc:sldMk cId="1389531603" sldId="1204"/>
            <ac:spMk id="117" creationId="{3332846B-7470-45CC-BDFC-FB09F925693F}"/>
          </ac:spMkLst>
        </pc:spChg>
        <pc:spChg chg="add mod ord">
          <ac:chgData name="park sehun" userId="a5dd5dda71ea150a" providerId="LiveId" clId="{EE18F0ED-61EA-4400-8D5D-638E65FD2E5C}" dt="2020-03-17T05:45:33.442" v="5349" actId="14100"/>
          <ac:spMkLst>
            <pc:docMk/>
            <pc:sldMk cId="1389531603" sldId="1204"/>
            <ac:spMk id="119" creationId="{3AD5E2F2-C525-41FE-9D3E-409F620D4C20}"/>
          </ac:spMkLst>
        </pc:spChg>
        <pc:spChg chg="add mod">
          <ac:chgData name="park sehun" userId="a5dd5dda71ea150a" providerId="LiveId" clId="{EE18F0ED-61EA-4400-8D5D-638E65FD2E5C}" dt="2020-03-17T05:48:45.365" v="5467" actId="1036"/>
          <ac:spMkLst>
            <pc:docMk/>
            <pc:sldMk cId="1389531603" sldId="1204"/>
            <ac:spMk id="120" creationId="{CCF280DA-08DC-4A94-8D44-DAD99E53B085}"/>
          </ac:spMkLst>
        </pc:spChg>
        <pc:spChg chg="add mod">
          <ac:chgData name="park sehun" userId="a5dd5dda71ea150a" providerId="LiveId" clId="{EE18F0ED-61EA-4400-8D5D-638E65FD2E5C}" dt="2020-03-17T06:59:42.947" v="7654" actId="14100"/>
          <ac:spMkLst>
            <pc:docMk/>
            <pc:sldMk cId="1389531603" sldId="1204"/>
            <ac:spMk id="122" creationId="{5956407C-33AF-4CFF-96B9-2A8A2BF04538}"/>
          </ac:spMkLst>
        </pc:spChg>
        <pc:spChg chg="add mod">
          <ac:chgData name="park sehun" userId="a5dd5dda71ea150a" providerId="LiveId" clId="{EE18F0ED-61EA-4400-8D5D-638E65FD2E5C}" dt="2020-03-17T06:29:05.191" v="7017" actId="14100"/>
          <ac:spMkLst>
            <pc:docMk/>
            <pc:sldMk cId="1389531603" sldId="1204"/>
            <ac:spMk id="123" creationId="{29A88D42-D0AF-4EF9-92CA-C682BC9F9AF2}"/>
          </ac:spMkLst>
        </pc:spChg>
        <pc:spChg chg="add mod ord">
          <ac:chgData name="park sehun" userId="a5dd5dda71ea150a" providerId="LiveId" clId="{EE18F0ED-61EA-4400-8D5D-638E65FD2E5C}" dt="2020-03-17T06:05:27.152" v="6143" actId="167"/>
          <ac:spMkLst>
            <pc:docMk/>
            <pc:sldMk cId="1389531603" sldId="1204"/>
            <ac:spMk id="124" creationId="{FA46A8B9-8A29-41B5-9DD3-BB636239C047}"/>
          </ac:spMkLst>
        </pc:spChg>
        <pc:spChg chg="add mod">
          <ac:chgData name="park sehun" userId="a5dd5dda71ea150a" providerId="LiveId" clId="{EE18F0ED-61EA-4400-8D5D-638E65FD2E5C}" dt="2020-03-17T05:49:43.733" v="5539" actId="1036"/>
          <ac:spMkLst>
            <pc:docMk/>
            <pc:sldMk cId="1389531603" sldId="1204"/>
            <ac:spMk id="125" creationId="{FEF3F1AF-1EBC-4523-9E3B-938E194E77C9}"/>
          </ac:spMkLst>
        </pc:spChg>
        <pc:spChg chg="add mod">
          <ac:chgData name="park sehun" userId="a5dd5dda71ea150a" providerId="LiveId" clId="{EE18F0ED-61EA-4400-8D5D-638E65FD2E5C}" dt="2020-03-17T05:49:43.733" v="5539" actId="1036"/>
          <ac:spMkLst>
            <pc:docMk/>
            <pc:sldMk cId="1389531603" sldId="1204"/>
            <ac:spMk id="126" creationId="{F4C21D66-D465-4C65-9223-83DC2B52DBC3}"/>
          </ac:spMkLst>
        </pc:spChg>
        <pc:spChg chg="add mod">
          <ac:chgData name="park sehun" userId="a5dd5dda71ea150a" providerId="LiveId" clId="{EE18F0ED-61EA-4400-8D5D-638E65FD2E5C}" dt="2020-03-17T05:53:26.924" v="5679" actId="1035"/>
          <ac:spMkLst>
            <pc:docMk/>
            <pc:sldMk cId="1389531603" sldId="1204"/>
            <ac:spMk id="127" creationId="{0D1CD684-3F63-4057-A10F-CA091328EBA7}"/>
          </ac:spMkLst>
        </pc:spChg>
        <pc:spChg chg="add mod">
          <ac:chgData name="park sehun" userId="a5dd5dda71ea150a" providerId="LiveId" clId="{EE18F0ED-61EA-4400-8D5D-638E65FD2E5C}" dt="2020-03-17T06:26:33.985" v="6887" actId="14100"/>
          <ac:spMkLst>
            <pc:docMk/>
            <pc:sldMk cId="1389531603" sldId="1204"/>
            <ac:spMk id="128" creationId="{9DE52B7E-4D1C-4E8F-B0CC-164EA6104491}"/>
          </ac:spMkLst>
        </pc:spChg>
        <pc:spChg chg="add mod">
          <ac:chgData name="park sehun" userId="a5dd5dda71ea150a" providerId="LiveId" clId="{EE18F0ED-61EA-4400-8D5D-638E65FD2E5C}" dt="2020-03-17T07:11:41.643" v="9049" actId="6549"/>
          <ac:spMkLst>
            <pc:docMk/>
            <pc:sldMk cId="1389531603" sldId="1204"/>
            <ac:spMk id="130" creationId="{2E9FB8F5-E26F-4022-99F1-38FF2CBF3D79}"/>
          </ac:spMkLst>
        </pc:spChg>
        <pc:spChg chg="add mod">
          <ac:chgData name="park sehun" userId="a5dd5dda71ea150a" providerId="LiveId" clId="{EE18F0ED-61EA-4400-8D5D-638E65FD2E5C}" dt="2020-03-17T05:49:43.733" v="5539" actId="1036"/>
          <ac:spMkLst>
            <pc:docMk/>
            <pc:sldMk cId="1389531603" sldId="1204"/>
            <ac:spMk id="131" creationId="{F8173851-A50D-4978-B64C-79C7E5AF6331}"/>
          </ac:spMkLst>
        </pc:spChg>
        <pc:spChg chg="add del mod">
          <ac:chgData name="park sehun" userId="a5dd5dda71ea150a" providerId="LiveId" clId="{EE18F0ED-61EA-4400-8D5D-638E65FD2E5C}" dt="2020-03-17T07:00:38.062" v="7663" actId="478"/>
          <ac:spMkLst>
            <pc:docMk/>
            <pc:sldMk cId="1389531603" sldId="1204"/>
            <ac:spMk id="133" creationId="{526E2819-1ADC-4020-8E08-93E305863B16}"/>
          </ac:spMkLst>
        </pc:spChg>
        <pc:spChg chg="add del mod">
          <ac:chgData name="park sehun" userId="a5dd5dda71ea150a" providerId="LiveId" clId="{EE18F0ED-61EA-4400-8D5D-638E65FD2E5C}" dt="2020-03-17T06:09:29.874" v="6281" actId="478"/>
          <ac:spMkLst>
            <pc:docMk/>
            <pc:sldMk cId="1389531603" sldId="1204"/>
            <ac:spMk id="134" creationId="{214CFCCD-075E-48E8-8233-97913DEF7BC0}"/>
          </ac:spMkLst>
        </pc:spChg>
        <pc:spChg chg="add mod">
          <ac:chgData name="park sehun" userId="a5dd5dda71ea150a" providerId="LiveId" clId="{EE18F0ED-61EA-4400-8D5D-638E65FD2E5C}" dt="2020-03-17T06:13:27.515" v="6289" actId="1035"/>
          <ac:spMkLst>
            <pc:docMk/>
            <pc:sldMk cId="1389531603" sldId="1204"/>
            <ac:spMk id="136" creationId="{B6FE3E06-A97E-4DFD-9609-5E2EC420CEFE}"/>
          </ac:spMkLst>
        </pc:spChg>
        <pc:spChg chg="add mod">
          <ac:chgData name="park sehun" userId="a5dd5dda71ea150a" providerId="LiveId" clId="{EE18F0ED-61EA-4400-8D5D-638E65FD2E5C}" dt="2020-03-17T06:27:19.940" v="6924" actId="1036"/>
          <ac:spMkLst>
            <pc:docMk/>
            <pc:sldMk cId="1389531603" sldId="1204"/>
            <ac:spMk id="137" creationId="{4001E03E-76B1-4F64-9BC7-A35719DAD5A9}"/>
          </ac:spMkLst>
        </pc:spChg>
        <pc:spChg chg="add mod">
          <ac:chgData name="park sehun" userId="a5dd5dda71ea150a" providerId="LiveId" clId="{EE18F0ED-61EA-4400-8D5D-638E65FD2E5C}" dt="2020-03-17T06:15:14.674" v="6376" actId="6549"/>
          <ac:spMkLst>
            <pc:docMk/>
            <pc:sldMk cId="1389531603" sldId="1204"/>
            <ac:spMk id="138" creationId="{B5A8285F-CD7C-4B45-871F-1EF840D611F4}"/>
          </ac:spMkLst>
        </pc:spChg>
        <pc:spChg chg="add mod ord">
          <ac:chgData name="park sehun" userId="a5dd5dda71ea150a" providerId="LiveId" clId="{EE18F0ED-61EA-4400-8D5D-638E65FD2E5C}" dt="2020-03-17T06:05:19.801" v="6142" actId="167"/>
          <ac:spMkLst>
            <pc:docMk/>
            <pc:sldMk cId="1389531603" sldId="1204"/>
            <ac:spMk id="141" creationId="{E6484351-331D-4968-8FCC-12163D804A48}"/>
          </ac:spMkLst>
        </pc:spChg>
        <pc:spChg chg="add mod">
          <ac:chgData name="park sehun" userId="a5dd5dda71ea150a" providerId="LiveId" clId="{EE18F0ED-61EA-4400-8D5D-638E65FD2E5C}" dt="2020-03-17T05:53:42.923" v="5715" actId="20577"/>
          <ac:spMkLst>
            <pc:docMk/>
            <pc:sldMk cId="1389531603" sldId="1204"/>
            <ac:spMk id="142" creationId="{45D5DDD8-D97A-4248-A1BA-00E1E0CC78F0}"/>
          </ac:spMkLst>
        </pc:spChg>
        <pc:spChg chg="add mod">
          <ac:chgData name="park sehun" userId="a5dd5dda71ea150a" providerId="LiveId" clId="{EE18F0ED-61EA-4400-8D5D-638E65FD2E5C}" dt="2020-03-17T07:51:24.655" v="11045" actId="20577"/>
          <ac:spMkLst>
            <pc:docMk/>
            <pc:sldMk cId="1389531603" sldId="1204"/>
            <ac:spMk id="143" creationId="{58920A5C-2317-4078-BB4C-653E876F70D5}"/>
          </ac:spMkLst>
        </pc:spChg>
        <pc:spChg chg="add mod">
          <ac:chgData name="park sehun" userId="a5dd5dda71ea150a" providerId="LiveId" clId="{EE18F0ED-61EA-4400-8D5D-638E65FD2E5C}" dt="2020-03-17T06:04:15.822" v="6117" actId="20577"/>
          <ac:spMkLst>
            <pc:docMk/>
            <pc:sldMk cId="1389531603" sldId="1204"/>
            <ac:spMk id="144" creationId="{F7DA4AAB-1206-4616-B165-C69A8E8324F7}"/>
          </ac:spMkLst>
        </pc:spChg>
        <pc:spChg chg="add mod">
          <ac:chgData name="park sehun" userId="a5dd5dda71ea150a" providerId="LiveId" clId="{EE18F0ED-61EA-4400-8D5D-638E65FD2E5C}" dt="2020-03-17T06:04:56.451" v="6138" actId="1037"/>
          <ac:spMkLst>
            <pc:docMk/>
            <pc:sldMk cId="1389531603" sldId="1204"/>
            <ac:spMk id="146" creationId="{90D16142-D034-4161-9F74-C10B081EE1A1}"/>
          </ac:spMkLst>
        </pc:spChg>
        <pc:spChg chg="add mod">
          <ac:chgData name="park sehun" userId="a5dd5dda71ea150a" providerId="LiveId" clId="{EE18F0ED-61EA-4400-8D5D-638E65FD2E5C}" dt="2020-03-17T06:59:02.804" v="7556" actId="14100"/>
          <ac:spMkLst>
            <pc:docMk/>
            <pc:sldMk cId="1389531603" sldId="1204"/>
            <ac:spMk id="155" creationId="{EA6F08D6-6376-4BF3-9439-D63C8B7569E9}"/>
          </ac:spMkLst>
        </pc:spChg>
        <pc:spChg chg="add mod">
          <ac:chgData name="park sehun" userId="a5dd5dda71ea150a" providerId="LiveId" clId="{EE18F0ED-61EA-4400-8D5D-638E65FD2E5C}" dt="2020-03-17T06:57:49.289" v="7484" actId="14100"/>
          <ac:spMkLst>
            <pc:docMk/>
            <pc:sldMk cId="1389531603" sldId="1204"/>
            <ac:spMk id="156" creationId="{382063AE-AEB3-46E5-A572-E3CE5F8A717E}"/>
          </ac:spMkLst>
        </pc:spChg>
        <pc:spChg chg="add mod">
          <ac:chgData name="park sehun" userId="a5dd5dda71ea150a" providerId="LiveId" clId="{EE18F0ED-61EA-4400-8D5D-638E65FD2E5C}" dt="2020-03-17T06:57:54.878" v="7485" actId="14100"/>
          <ac:spMkLst>
            <pc:docMk/>
            <pc:sldMk cId="1389531603" sldId="1204"/>
            <ac:spMk id="158" creationId="{E0C2D20A-1CFA-48F1-8718-18290501A61E}"/>
          </ac:spMkLst>
        </pc:spChg>
        <pc:spChg chg="add mod">
          <ac:chgData name="park sehun" userId="a5dd5dda71ea150a" providerId="LiveId" clId="{EE18F0ED-61EA-4400-8D5D-638E65FD2E5C}" dt="2020-03-17T06:58:56.984" v="7555" actId="1036"/>
          <ac:spMkLst>
            <pc:docMk/>
            <pc:sldMk cId="1389531603" sldId="1204"/>
            <ac:spMk id="160" creationId="{EED026F0-8DAF-4B42-9B01-725BCE0B1079}"/>
          </ac:spMkLst>
        </pc:spChg>
        <pc:spChg chg="add mod">
          <ac:chgData name="park sehun" userId="a5dd5dda71ea150a" providerId="LiveId" clId="{EE18F0ED-61EA-4400-8D5D-638E65FD2E5C}" dt="2020-03-17T06:59:37.342" v="7653" actId="1038"/>
          <ac:spMkLst>
            <pc:docMk/>
            <pc:sldMk cId="1389531603" sldId="1204"/>
            <ac:spMk id="161" creationId="{BDD403D7-C207-46CA-9A93-7D4DECDAD007}"/>
          </ac:spMkLst>
        </pc:spChg>
        <pc:spChg chg="add mod">
          <ac:chgData name="park sehun" userId="a5dd5dda71ea150a" providerId="LiveId" clId="{EE18F0ED-61EA-4400-8D5D-638E65FD2E5C}" dt="2020-03-17T06:57:28.084" v="7482" actId="1035"/>
          <ac:spMkLst>
            <pc:docMk/>
            <pc:sldMk cId="1389531603" sldId="1204"/>
            <ac:spMk id="163" creationId="{62D7595E-C6BE-409D-8B9E-05F028F34D97}"/>
          </ac:spMkLst>
        </pc:spChg>
        <pc:spChg chg="add mod">
          <ac:chgData name="park sehun" userId="a5dd5dda71ea150a" providerId="LiveId" clId="{EE18F0ED-61EA-4400-8D5D-638E65FD2E5C}" dt="2020-03-17T06:57:28.084" v="7482" actId="1035"/>
          <ac:spMkLst>
            <pc:docMk/>
            <pc:sldMk cId="1389531603" sldId="1204"/>
            <ac:spMk id="164" creationId="{91DDAC37-FC46-4582-9261-9B33D8731C84}"/>
          </ac:spMkLst>
        </pc:spChg>
        <pc:spChg chg="add mod">
          <ac:chgData name="park sehun" userId="a5dd5dda71ea150a" providerId="LiveId" clId="{EE18F0ED-61EA-4400-8D5D-638E65FD2E5C}" dt="2020-03-17T06:57:28.084" v="7482" actId="1035"/>
          <ac:spMkLst>
            <pc:docMk/>
            <pc:sldMk cId="1389531603" sldId="1204"/>
            <ac:spMk id="165" creationId="{FDEF1356-0B0C-42E0-B25D-425D6DF7E018}"/>
          </ac:spMkLst>
        </pc:spChg>
        <pc:spChg chg="add mod">
          <ac:chgData name="park sehun" userId="a5dd5dda71ea150a" providerId="LiveId" clId="{EE18F0ED-61EA-4400-8D5D-638E65FD2E5C}" dt="2020-03-17T06:14:00.190" v="6344" actId="1037"/>
          <ac:spMkLst>
            <pc:docMk/>
            <pc:sldMk cId="1389531603" sldId="1204"/>
            <ac:spMk id="167" creationId="{43A0BB69-85D5-4FBC-B55E-B5A128D7097E}"/>
          </ac:spMkLst>
        </pc:spChg>
        <pc:spChg chg="add mod">
          <ac:chgData name="park sehun" userId="a5dd5dda71ea150a" providerId="LiveId" clId="{EE18F0ED-61EA-4400-8D5D-638E65FD2E5C}" dt="2020-03-17T06:18:36.150" v="6506" actId="1037"/>
          <ac:spMkLst>
            <pc:docMk/>
            <pc:sldMk cId="1389531603" sldId="1204"/>
            <ac:spMk id="168" creationId="{FDA07B81-33B1-41CA-B029-0BCB1445DC6C}"/>
          </ac:spMkLst>
        </pc:spChg>
        <pc:spChg chg="add mod">
          <ac:chgData name="park sehun" userId="a5dd5dda71ea150a" providerId="LiveId" clId="{EE18F0ED-61EA-4400-8D5D-638E65FD2E5C}" dt="2020-03-17T06:16:59.578" v="6424" actId="1038"/>
          <ac:spMkLst>
            <pc:docMk/>
            <pc:sldMk cId="1389531603" sldId="1204"/>
            <ac:spMk id="169" creationId="{25A81454-5BE9-4BEB-88F0-8F2DD82764E6}"/>
          </ac:spMkLst>
        </pc:spChg>
        <pc:spChg chg="add mod">
          <ac:chgData name="park sehun" userId="a5dd5dda71ea150a" providerId="LiveId" clId="{EE18F0ED-61EA-4400-8D5D-638E65FD2E5C}" dt="2020-03-17T06:19:12.750" v="6555" actId="20577"/>
          <ac:spMkLst>
            <pc:docMk/>
            <pc:sldMk cId="1389531603" sldId="1204"/>
            <ac:spMk id="170" creationId="{4AC43D96-5232-41D8-87B6-2074670ECF57}"/>
          </ac:spMkLst>
        </pc:spChg>
        <pc:spChg chg="add mod">
          <ac:chgData name="park sehun" userId="a5dd5dda71ea150a" providerId="LiveId" clId="{EE18F0ED-61EA-4400-8D5D-638E65FD2E5C}" dt="2020-03-17T06:19:01.116" v="6553" actId="1038"/>
          <ac:spMkLst>
            <pc:docMk/>
            <pc:sldMk cId="1389531603" sldId="1204"/>
            <ac:spMk id="171" creationId="{80F8B666-C3A4-45E0-B3A0-EA87285C0A2D}"/>
          </ac:spMkLst>
        </pc:spChg>
        <pc:spChg chg="add mod">
          <ac:chgData name="park sehun" userId="a5dd5dda71ea150a" providerId="LiveId" clId="{EE18F0ED-61EA-4400-8D5D-638E65FD2E5C}" dt="2020-03-17T06:30:40.749" v="7132" actId="1038"/>
          <ac:spMkLst>
            <pc:docMk/>
            <pc:sldMk cId="1389531603" sldId="1204"/>
            <ac:spMk id="172" creationId="{EAFA79AA-4AFC-43DC-92E1-31EE71362171}"/>
          </ac:spMkLst>
        </pc:spChg>
        <pc:spChg chg="add mod">
          <ac:chgData name="park sehun" userId="a5dd5dda71ea150a" providerId="LiveId" clId="{EE18F0ED-61EA-4400-8D5D-638E65FD2E5C}" dt="2020-03-17T06:30:22.263" v="7050" actId="1038"/>
          <ac:spMkLst>
            <pc:docMk/>
            <pc:sldMk cId="1389531603" sldId="1204"/>
            <ac:spMk id="177" creationId="{FFEEF539-DE6E-4521-AD8A-DA215389829E}"/>
          </ac:spMkLst>
        </pc:spChg>
        <pc:spChg chg="add mod">
          <ac:chgData name="park sehun" userId="a5dd5dda71ea150a" providerId="LiveId" clId="{EE18F0ED-61EA-4400-8D5D-638E65FD2E5C}" dt="2020-03-17T06:30:33.287" v="7108" actId="1038"/>
          <ac:spMkLst>
            <pc:docMk/>
            <pc:sldMk cId="1389531603" sldId="1204"/>
            <ac:spMk id="190" creationId="{C33EB4A9-4FB7-4051-A298-3B20CC57D833}"/>
          </ac:spMkLst>
        </pc:spChg>
        <pc:spChg chg="add mod">
          <ac:chgData name="park sehun" userId="a5dd5dda71ea150a" providerId="LiveId" clId="{EE18F0ED-61EA-4400-8D5D-638E65FD2E5C}" dt="2020-03-17T06:32:10.756" v="7150" actId="20577"/>
          <ac:spMkLst>
            <pc:docMk/>
            <pc:sldMk cId="1389531603" sldId="1204"/>
            <ac:spMk id="202" creationId="{B107FE2A-2953-4546-9DAB-09CF06F8713D}"/>
          </ac:spMkLst>
        </pc:spChg>
        <pc:spChg chg="add mod">
          <ac:chgData name="park sehun" userId="a5dd5dda71ea150a" providerId="LiveId" clId="{EE18F0ED-61EA-4400-8D5D-638E65FD2E5C}" dt="2020-03-17T06:32:25.724" v="7185" actId="20577"/>
          <ac:spMkLst>
            <pc:docMk/>
            <pc:sldMk cId="1389531603" sldId="1204"/>
            <ac:spMk id="203" creationId="{5980C959-A98F-4AF3-BDFB-4F1BF60C87DD}"/>
          </ac:spMkLst>
        </pc:spChg>
        <pc:spChg chg="add mod">
          <ac:chgData name="park sehun" userId="a5dd5dda71ea150a" providerId="LiveId" clId="{EE18F0ED-61EA-4400-8D5D-638E65FD2E5C}" dt="2020-03-17T06:58:41.788" v="7551" actId="1036"/>
          <ac:spMkLst>
            <pc:docMk/>
            <pc:sldMk cId="1389531603" sldId="1204"/>
            <ac:spMk id="205" creationId="{5A0509A7-085D-41DC-B327-BDD73F9442C1}"/>
          </ac:spMkLst>
        </pc:spChg>
        <pc:spChg chg="mod">
          <ac:chgData name="park sehun" userId="a5dd5dda71ea150a" providerId="LiveId" clId="{EE18F0ED-61EA-4400-8D5D-638E65FD2E5C}" dt="2020-03-17T03:42:27.857" v="4628" actId="6549"/>
          <ac:spMkLst>
            <pc:docMk/>
            <pc:sldMk cId="1389531603" sldId="1204"/>
            <ac:spMk id="62466" creationId="{00000000-0000-0000-0000-000000000000}"/>
          </ac:spMkLst>
        </pc:spChg>
        <pc:graphicFrameChg chg="del">
          <ac:chgData name="park sehun" userId="a5dd5dda71ea150a" providerId="LiveId" clId="{EE18F0ED-61EA-4400-8D5D-638E65FD2E5C}" dt="2020-03-17T03:42:04.732" v="4625" actId="478"/>
          <ac:graphicFrameMkLst>
            <pc:docMk/>
            <pc:sldMk cId="1389531603" sldId="1204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EE18F0ED-61EA-4400-8D5D-638E65FD2E5C}" dt="2020-03-17T03:42:04.732" v="4625" actId="478"/>
          <ac:graphicFrameMkLst>
            <pc:docMk/>
            <pc:sldMk cId="1389531603" sldId="1204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EE18F0ED-61EA-4400-8D5D-638E65FD2E5C}" dt="2020-03-17T03:42:04.732" v="4625" actId="478"/>
          <ac:graphicFrameMkLst>
            <pc:docMk/>
            <pc:sldMk cId="1389531603" sldId="1204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EE18F0ED-61EA-4400-8D5D-638E65FD2E5C}" dt="2020-03-17T03:42:04.732" v="4625" actId="478"/>
          <ac:graphicFrameMkLst>
            <pc:docMk/>
            <pc:sldMk cId="1389531603" sldId="1204"/>
            <ac:graphicFrameMk id="38" creationId="{9A7A42EB-7DD7-4A12-A27B-B837556A8330}"/>
          </ac:graphicFrameMkLst>
        </pc:graphicFrame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0" creationId="{8FC0B900-5D90-4840-A365-75B54DC5AFFB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1" creationId="{6575F61F-7D7E-4CA3-B3A3-4ABB8CF1564C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2" creationId="{EDDEFE80-7113-49D3-A12C-6F9365FF01C4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3" creationId="{13C29151-3CE8-484E-9701-82E968912E09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7" creationId="{189CA954-3CD8-4132-8854-5EF624B4139B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9" creationId="{48E433F3-5762-4224-8E3B-8E097D80DA4C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81" creationId="{515BCA4F-17F4-4CED-9F11-D0F95BD041B0}"/>
          </ac:picMkLst>
        </pc:picChg>
        <pc:cxnChg chg="mod">
          <ac:chgData name="park sehun" userId="a5dd5dda71ea150a" providerId="LiveId" clId="{EE18F0ED-61EA-4400-8D5D-638E65FD2E5C}" dt="2020-03-17T03:46:59.820" v="4687" actId="1035"/>
          <ac:cxnSpMkLst>
            <pc:docMk/>
            <pc:sldMk cId="1389531603" sldId="1204"/>
            <ac:cxnSpMk id="16" creationId="{6F9B0103-0B6F-464E-A331-2D9AE93B5EC2}"/>
          </ac:cxnSpMkLst>
        </pc:cxnChg>
        <pc:cxnChg chg="del">
          <ac:chgData name="park sehun" userId="a5dd5dda71ea150a" providerId="LiveId" clId="{EE18F0ED-61EA-4400-8D5D-638E65FD2E5C}" dt="2020-03-17T03:42:04.732" v="4625" actId="478"/>
          <ac:cxnSpMkLst>
            <pc:docMk/>
            <pc:sldMk cId="1389531603" sldId="1204"/>
            <ac:cxnSpMk id="39" creationId="{C851932A-4916-4E8E-ADCE-BBDCE58175C0}"/>
          </ac:cxnSpMkLst>
        </pc:cxnChg>
        <pc:cxnChg chg="del">
          <ac:chgData name="park sehun" userId="a5dd5dda71ea150a" providerId="LiveId" clId="{EE18F0ED-61EA-4400-8D5D-638E65FD2E5C}" dt="2020-03-17T03:42:04.732" v="4625" actId="478"/>
          <ac:cxnSpMkLst>
            <pc:docMk/>
            <pc:sldMk cId="1389531603" sldId="1204"/>
            <ac:cxnSpMk id="46" creationId="{ED63783E-00B0-4DE2-BAA1-7DBBAD23574D}"/>
          </ac:cxnSpMkLst>
        </pc:cxnChg>
        <pc:cxnChg chg="del">
          <ac:chgData name="park sehun" userId="a5dd5dda71ea150a" providerId="LiveId" clId="{EE18F0ED-61EA-4400-8D5D-638E65FD2E5C}" dt="2020-03-17T03:42:04.732" v="4625" actId="478"/>
          <ac:cxnSpMkLst>
            <pc:docMk/>
            <pc:sldMk cId="1389531603" sldId="1204"/>
            <ac:cxnSpMk id="48" creationId="{1F0AC650-39C6-425E-9CBF-0F333F010677}"/>
          </ac:cxnSpMkLst>
        </pc:cxnChg>
        <pc:cxnChg chg="mod">
          <ac:chgData name="park sehun" userId="a5dd5dda71ea150a" providerId="LiveId" clId="{EE18F0ED-61EA-4400-8D5D-638E65FD2E5C}" dt="2020-03-17T03:47:06.189" v="4688" actId="14100"/>
          <ac:cxnSpMkLst>
            <pc:docMk/>
            <pc:sldMk cId="1389531603" sldId="1204"/>
            <ac:cxnSpMk id="50" creationId="{AA7171CE-0DE4-411A-87C9-037D611A0DB4}"/>
          </ac:cxnSpMkLst>
        </pc:cxnChg>
        <pc:cxnChg chg="add">
          <ac:chgData name="park sehun" userId="a5dd5dda71ea150a" providerId="LiveId" clId="{EE18F0ED-61EA-4400-8D5D-638E65FD2E5C}" dt="2020-03-17T05:29:58.721" v="4942"/>
          <ac:cxnSpMkLst>
            <pc:docMk/>
            <pc:sldMk cId="1389531603" sldId="1204"/>
            <ac:cxnSpMk id="88" creationId="{B7C795F0-5A8C-4913-8065-4D81C75711F9}"/>
          </ac:cxnSpMkLst>
        </pc:cxnChg>
        <pc:cxnChg chg="add">
          <ac:chgData name="park sehun" userId="a5dd5dda71ea150a" providerId="LiveId" clId="{EE18F0ED-61EA-4400-8D5D-638E65FD2E5C}" dt="2020-03-17T05:29:58.721" v="4942"/>
          <ac:cxnSpMkLst>
            <pc:docMk/>
            <pc:sldMk cId="1389531603" sldId="1204"/>
            <ac:cxnSpMk id="90" creationId="{9BA3A531-6DB5-4A6B-A333-287C22CF2D4B}"/>
          </ac:cxnSpMkLst>
        </pc:cxnChg>
        <pc:cxnChg chg="add">
          <ac:chgData name="park sehun" userId="a5dd5dda71ea150a" providerId="LiveId" clId="{EE18F0ED-61EA-4400-8D5D-638E65FD2E5C}" dt="2020-03-17T05:29:58.721" v="4942"/>
          <ac:cxnSpMkLst>
            <pc:docMk/>
            <pc:sldMk cId="1389531603" sldId="1204"/>
            <ac:cxnSpMk id="91" creationId="{FA655A73-3E3A-49F7-95EB-F8FCA73B3040}"/>
          </ac:cxnSpMkLst>
        </pc:cxnChg>
        <pc:cxnChg chg="add">
          <ac:chgData name="park sehun" userId="a5dd5dda71ea150a" providerId="LiveId" clId="{EE18F0ED-61EA-4400-8D5D-638E65FD2E5C}" dt="2020-03-17T05:29:58.721" v="4942"/>
          <ac:cxnSpMkLst>
            <pc:docMk/>
            <pc:sldMk cId="1389531603" sldId="1204"/>
            <ac:cxnSpMk id="100" creationId="{9ACA5235-FD5F-419E-BD77-18F179C50AEB}"/>
          </ac:cxnSpMkLst>
        </pc:cxnChg>
        <pc:cxnChg chg="add">
          <ac:chgData name="park sehun" userId="a5dd5dda71ea150a" providerId="LiveId" clId="{EE18F0ED-61EA-4400-8D5D-638E65FD2E5C}" dt="2020-03-17T05:29:58.721" v="4942"/>
          <ac:cxnSpMkLst>
            <pc:docMk/>
            <pc:sldMk cId="1389531603" sldId="1204"/>
            <ac:cxnSpMk id="103" creationId="{E5111943-8D3A-4BB4-B7ED-EE5FF3651725}"/>
          </ac:cxnSpMkLst>
        </pc:cxnChg>
        <pc:cxnChg chg="add mod">
          <ac:chgData name="park sehun" userId="a5dd5dda71ea150a" providerId="LiveId" clId="{EE18F0ED-61EA-4400-8D5D-638E65FD2E5C}" dt="2020-03-17T05:44:57.065" v="5342" actId="1036"/>
          <ac:cxnSpMkLst>
            <pc:docMk/>
            <pc:sldMk cId="1389531603" sldId="1204"/>
            <ac:cxnSpMk id="109" creationId="{A969775F-205F-4CE8-A83C-C1B5D775CBD6}"/>
          </ac:cxnSpMkLst>
        </pc:cxnChg>
        <pc:cxnChg chg="add mod">
          <ac:chgData name="park sehun" userId="a5dd5dda71ea150a" providerId="LiveId" clId="{EE18F0ED-61EA-4400-8D5D-638E65FD2E5C}" dt="2020-03-17T05:44:57.065" v="5342" actId="1036"/>
          <ac:cxnSpMkLst>
            <pc:docMk/>
            <pc:sldMk cId="1389531603" sldId="1204"/>
            <ac:cxnSpMk id="112" creationId="{0FD22AD9-9F56-467D-B36A-7959011B7606}"/>
          </ac:cxnSpMkLst>
        </pc:cxnChg>
        <pc:cxnChg chg="add mod">
          <ac:chgData name="park sehun" userId="a5dd5dda71ea150a" providerId="LiveId" clId="{EE18F0ED-61EA-4400-8D5D-638E65FD2E5C}" dt="2020-03-17T05:44:57.065" v="5342" actId="1036"/>
          <ac:cxnSpMkLst>
            <pc:docMk/>
            <pc:sldMk cId="1389531603" sldId="1204"/>
            <ac:cxnSpMk id="115" creationId="{917E94B7-E00D-4949-918C-C73177C30F19}"/>
          </ac:cxnSpMkLst>
        </pc:cxnChg>
        <pc:cxnChg chg="add del mod">
          <ac:chgData name="park sehun" userId="a5dd5dda71ea150a" providerId="LiveId" clId="{EE18F0ED-61EA-4400-8D5D-638E65FD2E5C}" dt="2020-03-17T05:43:48.069" v="5337" actId="478"/>
          <ac:cxnSpMkLst>
            <pc:docMk/>
            <pc:sldMk cId="1389531603" sldId="1204"/>
            <ac:cxnSpMk id="118" creationId="{0C185195-B4F3-4192-88F8-338BF6E10DD3}"/>
          </ac:cxnSpMkLst>
        </pc:cxnChg>
        <pc:cxnChg chg="add mod">
          <ac:chgData name="park sehun" userId="a5dd5dda71ea150a" providerId="LiveId" clId="{EE18F0ED-61EA-4400-8D5D-638E65FD2E5C}" dt="2020-03-17T05:48:30.919" v="5425" actId="14100"/>
          <ac:cxnSpMkLst>
            <pc:docMk/>
            <pc:sldMk cId="1389531603" sldId="1204"/>
            <ac:cxnSpMk id="121" creationId="{C8AAA004-100F-45B2-8D13-2031234C6C43}"/>
          </ac:cxnSpMkLst>
        </pc:cxnChg>
        <pc:cxnChg chg="add mod">
          <ac:chgData name="park sehun" userId="a5dd5dda71ea150a" providerId="LiveId" clId="{EE18F0ED-61EA-4400-8D5D-638E65FD2E5C}" dt="2020-03-17T06:13:27.515" v="6289" actId="1035"/>
          <ac:cxnSpMkLst>
            <pc:docMk/>
            <pc:sldMk cId="1389531603" sldId="1204"/>
            <ac:cxnSpMk id="129" creationId="{2049EB34-2673-4FF6-ADE9-6D0E679F371B}"/>
          </ac:cxnSpMkLst>
        </pc:cxnChg>
        <pc:cxnChg chg="add mod">
          <ac:chgData name="park sehun" userId="a5dd5dda71ea150a" providerId="LiveId" clId="{EE18F0ED-61EA-4400-8D5D-638E65FD2E5C}" dt="2020-03-17T06:30:56.411" v="7133" actId="14100"/>
          <ac:cxnSpMkLst>
            <pc:docMk/>
            <pc:sldMk cId="1389531603" sldId="1204"/>
            <ac:cxnSpMk id="132" creationId="{6F303630-F791-471C-85FB-7E102416E370}"/>
          </ac:cxnSpMkLst>
        </pc:cxnChg>
        <pc:cxnChg chg="add del mod">
          <ac:chgData name="park sehun" userId="a5dd5dda71ea150a" providerId="LiveId" clId="{EE18F0ED-61EA-4400-8D5D-638E65FD2E5C}" dt="2020-03-17T06:09:56.039" v="6282" actId="478"/>
          <ac:cxnSpMkLst>
            <pc:docMk/>
            <pc:sldMk cId="1389531603" sldId="1204"/>
            <ac:cxnSpMk id="135" creationId="{71EB8BDD-C867-4C1C-9B70-64BDD406F264}"/>
          </ac:cxnSpMkLst>
        </pc:cxnChg>
        <pc:cxnChg chg="add mod">
          <ac:chgData name="park sehun" userId="a5dd5dda71ea150a" providerId="LiveId" clId="{EE18F0ED-61EA-4400-8D5D-638E65FD2E5C}" dt="2020-03-17T06:05:13.189" v="6141" actId="14100"/>
          <ac:cxnSpMkLst>
            <pc:docMk/>
            <pc:sldMk cId="1389531603" sldId="1204"/>
            <ac:cxnSpMk id="139" creationId="{177CC52F-5EC5-40F0-96F7-A3245CB764B2}"/>
          </ac:cxnSpMkLst>
        </pc:cxnChg>
        <pc:cxnChg chg="add mod">
          <ac:chgData name="park sehun" userId="a5dd5dda71ea150a" providerId="LiveId" clId="{EE18F0ED-61EA-4400-8D5D-638E65FD2E5C}" dt="2020-03-17T05:53:26.924" v="5679" actId="1035"/>
          <ac:cxnSpMkLst>
            <pc:docMk/>
            <pc:sldMk cId="1389531603" sldId="1204"/>
            <ac:cxnSpMk id="140" creationId="{519EED41-BF6E-43C2-BE7C-106B7E940D55}"/>
          </ac:cxnSpMkLst>
        </pc:cxnChg>
        <pc:cxnChg chg="add del mod">
          <ac:chgData name="park sehun" userId="a5dd5dda71ea150a" providerId="LiveId" clId="{EE18F0ED-61EA-4400-8D5D-638E65FD2E5C}" dt="2020-03-17T06:05:02.889" v="6139" actId="478"/>
          <ac:cxnSpMkLst>
            <pc:docMk/>
            <pc:sldMk cId="1389531603" sldId="1204"/>
            <ac:cxnSpMk id="145" creationId="{F9545465-E370-43B1-893A-FA272F926A27}"/>
          </ac:cxnSpMkLst>
        </pc:cxnChg>
        <pc:cxnChg chg="add mod">
          <ac:chgData name="park sehun" userId="a5dd5dda71ea150a" providerId="LiveId" clId="{EE18F0ED-61EA-4400-8D5D-638E65FD2E5C}" dt="2020-03-17T06:04:56.451" v="6138" actId="1037"/>
          <ac:cxnSpMkLst>
            <pc:docMk/>
            <pc:sldMk cId="1389531603" sldId="1204"/>
            <ac:cxnSpMk id="148" creationId="{2ABB3475-C15B-4AE4-A07E-DE30F22563E2}"/>
          </ac:cxnSpMkLst>
        </pc:cxnChg>
        <pc:cxnChg chg="add mod">
          <ac:chgData name="park sehun" userId="a5dd5dda71ea150a" providerId="LiveId" clId="{EE18F0ED-61EA-4400-8D5D-638E65FD2E5C}" dt="2020-03-17T06:57:28.084" v="7482" actId="1035"/>
          <ac:cxnSpMkLst>
            <pc:docMk/>
            <pc:sldMk cId="1389531603" sldId="1204"/>
            <ac:cxnSpMk id="157" creationId="{93F73B66-3619-4123-A26B-FF1CD4523DB2}"/>
          </ac:cxnSpMkLst>
        </pc:cxnChg>
        <pc:cxnChg chg="add mod">
          <ac:chgData name="park sehun" userId="a5dd5dda71ea150a" providerId="LiveId" clId="{EE18F0ED-61EA-4400-8D5D-638E65FD2E5C}" dt="2020-03-17T06:57:28.084" v="7482" actId="1035"/>
          <ac:cxnSpMkLst>
            <pc:docMk/>
            <pc:sldMk cId="1389531603" sldId="1204"/>
            <ac:cxnSpMk id="159" creationId="{0E73A7B3-E68C-4097-8711-AC37C4A6773D}"/>
          </ac:cxnSpMkLst>
        </pc:cxnChg>
        <pc:cxnChg chg="add mod">
          <ac:chgData name="park sehun" userId="a5dd5dda71ea150a" providerId="LiveId" clId="{EE18F0ED-61EA-4400-8D5D-638E65FD2E5C}" dt="2020-03-17T06:59:37.342" v="7653" actId="1038"/>
          <ac:cxnSpMkLst>
            <pc:docMk/>
            <pc:sldMk cId="1389531603" sldId="1204"/>
            <ac:cxnSpMk id="162" creationId="{AA9A262A-B59E-4700-9DF0-392396A79301}"/>
          </ac:cxnSpMkLst>
        </pc:cxnChg>
        <pc:cxnChg chg="add del mod">
          <ac:chgData name="park sehun" userId="a5dd5dda71ea150a" providerId="LiveId" clId="{EE18F0ED-61EA-4400-8D5D-638E65FD2E5C}" dt="2020-03-17T06:31:06.428" v="7135" actId="478"/>
          <ac:cxnSpMkLst>
            <pc:docMk/>
            <pc:sldMk cId="1389531603" sldId="1204"/>
            <ac:cxnSpMk id="173" creationId="{FD745098-4E97-48D1-8D55-A86219A29E7C}"/>
          </ac:cxnSpMkLst>
        </pc:cxnChg>
        <pc:cxnChg chg="add mod">
          <ac:chgData name="park sehun" userId="a5dd5dda71ea150a" providerId="LiveId" clId="{EE18F0ED-61EA-4400-8D5D-638E65FD2E5C}" dt="2020-03-17T06:31:13.986" v="7137" actId="14100"/>
          <ac:cxnSpMkLst>
            <pc:docMk/>
            <pc:sldMk cId="1389531603" sldId="1204"/>
            <ac:cxnSpMk id="193" creationId="{BD2173C0-DEDB-46D3-A3A2-975C107E4ADA}"/>
          </ac:cxnSpMkLst>
        </pc:cxnChg>
        <pc:cxnChg chg="add mod">
          <ac:chgData name="park sehun" userId="a5dd5dda71ea150a" providerId="LiveId" clId="{EE18F0ED-61EA-4400-8D5D-638E65FD2E5C}" dt="2020-03-17T06:31:36.556" v="7143" actId="14100"/>
          <ac:cxnSpMkLst>
            <pc:docMk/>
            <pc:sldMk cId="1389531603" sldId="1204"/>
            <ac:cxnSpMk id="196" creationId="{7549FCF7-2D70-415D-B7EC-1B2DB3C42F4B}"/>
          </ac:cxnSpMkLst>
        </pc:cxnChg>
        <pc:cxnChg chg="add mod">
          <ac:chgData name="park sehun" userId="a5dd5dda71ea150a" providerId="LiveId" clId="{EE18F0ED-61EA-4400-8D5D-638E65FD2E5C}" dt="2020-03-17T06:58:56.984" v="7555" actId="1036"/>
          <ac:cxnSpMkLst>
            <pc:docMk/>
            <pc:sldMk cId="1389531603" sldId="1204"/>
            <ac:cxnSpMk id="207" creationId="{4C2309D1-35FB-4294-9B65-A584A2FC08D6}"/>
          </ac:cxnSpMkLst>
        </pc:cxnChg>
        <pc:cxnChg chg="add mod">
          <ac:chgData name="park sehun" userId="a5dd5dda71ea150a" providerId="LiveId" clId="{EE18F0ED-61EA-4400-8D5D-638E65FD2E5C}" dt="2020-03-17T07:00:30.647" v="7662" actId="14100"/>
          <ac:cxnSpMkLst>
            <pc:docMk/>
            <pc:sldMk cId="1389531603" sldId="1204"/>
            <ac:cxnSpMk id="218" creationId="{119A11FA-D4FD-46E8-A698-A9ACAA39F7E2}"/>
          </ac:cxnSpMkLst>
        </pc:cxnChg>
      </pc:sldChg>
      <pc:sldChg chg="delSp modSp add del modNotesTx">
        <pc:chgData name="park sehun" userId="a5dd5dda71ea150a" providerId="LiveId" clId="{EE18F0ED-61EA-4400-8D5D-638E65FD2E5C}" dt="2020-03-17T07:22:14.049" v="10086" actId="47"/>
        <pc:sldMkLst>
          <pc:docMk/>
          <pc:sldMk cId="1913999949" sldId="1205"/>
        </pc:sldMkLst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27" creationId="{9384D9E4-1DB6-46D4-9E66-5BA2E5FD7136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31" creationId="{5C321D50-9C65-469D-9DC2-C2B29F056EEA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33" creationId="{F10D0F4E-5E42-4BC2-9E16-2B54DCE1A39D}"/>
          </ac:spMkLst>
        </pc:spChg>
        <pc:spChg chg="mod">
          <ac:chgData name="park sehun" userId="a5dd5dda71ea150a" providerId="LiveId" clId="{EE18F0ED-61EA-4400-8D5D-638E65FD2E5C}" dt="2020-03-17T07:20:46.792" v="10081" actId="20577"/>
          <ac:spMkLst>
            <pc:docMk/>
            <pc:sldMk cId="1913999949" sldId="1205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04" creationId="{69119715-79A6-4964-8EF5-93FD7D70200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05" creationId="{B5DA5C71-10CD-4F0B-9174-5FC23440803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06" creationId="{3AD5E2F2-C525-41FE-9D3E-409F620D4C20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08" creationId="{918C923B-D527-4086-A9D3-18FC0B7F192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0" creationId="{7F666B64-144E-44C6-90D1-D5CD5EC13F7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1" creationId="{5E317841-9500-41A0-AFEE-A137AE286833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3" creationId="{8EBB0BE6-D185-4616-A3FA-72D4B6D80822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4" creationId="{AEBCE704-2F64-4ED5-8ECC-00793CAACF6C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6" creationId="{CA4CFFC0-42DE-4304-9EAC-3E62D1A3B07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7" creationId="{3332846B-7470-45CC-BDFC-FB09F925693F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9" creationId="{3AD5E2F2-C525-41FE-9D3E-409F620D4C20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0" creationId="{CCF280DA-08DC-4A94-8D44-DAD99E53B085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2" creationId="{5956407C-33AF-4CFF-96B9-2A8A2BF04538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3" creationId="{29A88D42-D0AF-4EF9-92CA-C682BC9F9AF2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4" creationId="{FA46A8B9-8A29-41B5-9DD3-BB636239C04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5" creationId="{FEF3F1AF-1EBC-4523-9E3B-938E194E77C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6" creationId="{F4C21D66-D465-4C65-9223-83DC2B52DBC3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7" creationId="{0D1CD684-3F63-4057-A10F-CA091328EBA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8" creationId="{9DE52B7E-4D1C-4E8F-B0CC-164EA6104491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30" creationId="{2E9FB8F5-E26F-4022-99F1-38FF2CBF3D7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31" creationId="{F8173851-A50D-4978-B64C-79C7E5AF6331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36" creationId="{B6FE3E06-A97E-4DFD-9609-5E2EC420CEF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37" creationId="{4001E03E-76B1-4F64-9BC7-A35719DAD5A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38" creationId="{B5A8285F-CD7C-4B45-871F-1EF840D611F4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41" creationId="{E6484351-331D-4968-8FCC-12163D804A48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42" creationId="{45D5DDD8-D97A-4248-A1BA-00E1E0CC78F0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43" creationId="{58920A5C-2317-4078-BB4C-653E876F70D5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44" creationId="{F7DA4AAB-1206-4616-B165-C69A8E8324F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46" creationId="{90D16142-D034-4161-9F74-C10B081EE1A1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55" creationId="{EA6F08D6-6376-4BF3-9439-D63C8B7569E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56" creationId="{382063AE-AEB3-46E5-A572-E3CE5F8A717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58" creationId="{E0C2D20A-1CFA-48F1-8718-18290501A61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0" creationId="{EED026F0-8DAF-4B42-9B01-725BCE0B107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1" creationId="{BDD403D7-C207-46CA-9A93-7D4DECDAD00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3" creationId="{62D7595E-C6BE-409D-8B9E-05F028F34D9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4" creationId="{91DDAC37-FC46-4582-9261-9B33D8731C84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5" creationId="{FDEF1356-0B0C-42E0-B25D-425D6DF7E018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7" creationId="{43A0BB69-85D5-4FBC-B55E-B5A128D7097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8" creationId="{FDA07B81-33B1-41CA-B029-0BCB1445DC6C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9" creationId="{25A81454-5BE9-4BEB-88F0-8F2DD82764E6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70" creationId="{4AC43D96-5232-41D8-87B6-2074670ECF5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71" creationId="{80F8B666-C3A4-45E0-B3A0-EA87285C0A2D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72" creationId="{EAFA79AA-4AFC-43DC-92E1-31EE71362171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77" creationId="{FFEEF539-DE6E-4521-AD8A-DA215389829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90" creationId="{C33EB4A9-4FB7-4051-A298-3B20CC57D833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202" creationId="{B107FE2A-2953-4546-9DAB-09CF06F8713D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203" creationId="{5980C959-A98F-4AF3-BDFB-4F1BF60C87DD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205" creationId="{5A0509A7-085D-41DC-B327-BDD73F9442C1}"/>
          </ac:spMkLst>
        </pc:sp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09" creationId="{A969775F-205F-4CE8-A83C-C1B5D775CBD6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12" creationId="{0FD22AD9-9F56-467D-B36A-7959011B7606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15" creationId="{917E94B7-E00D-4949-918C-C73177C30F19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21" creationId="{C8AAA004-100F-45B2-8D13-2031234C6C43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29" creationId="{2049EB34-2673-4FF6-ADE9-6D0E679F371B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32" creationId="{6F303630-F791-471C-85FB-7E102416E370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39" creationId="{177CC52F-5EC5-40F0-96F7-A3245CB764B2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40" creationId="{519EED41-BF6E-43C2-BE7C-106B7E940D55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48" creationId="{2ABB3475-C15B-4AE4-A07E-DE30F22563E2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57" creationId="{93F73B66-3619-4123-A26B-FF1CD4523DB2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59" creationId="{0E73A7B3-E68C-4097-8711-AC37C4A6773D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62" creationId="{AA9A262A-B59E-4700-9DF0-392396A79301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93" creationId="{BD2173C0-DEDB-46D3-A3A2-975C107E4ADA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96" creationId="{7549FCF7-2D70-415D-B7EC-1B2DB3C42F4B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207" creationId="{4C2309D1-35FB-4294-9B65-A584A2FC08D6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218" creationId="{119A11FA-D4FD-46E8-A698-A9ACAA39F7E2}"/>
          </ac:cxnSpMkLst>
        </pc:cxnChg>
      </pc:sldChg>
      <pc:sldChg chg="addSp delSp modSp add addAnim delAnim modNotesTx">
        <pc:chgData name="park sehun" userId="a5dd5dda71ea150a" providerId="LiveId" clId="{EE18F0ED-61EA-4400-8D5D-638E65FD2E5C}" dt="2020-03-18T03:58:28.071" v="12181" actId="20577"/>
        <pc:sldMkLst>
          <pc:docMk/>
          <pc:sldMk cId="3166953388" sldId="1205"/>
        </pc:sldMkLst>
        <pc:spChg chg="mod">
          <ac:chgData name="park sehun" userId="a5dd5dda71ea150a" providerId="LiveId" clId="{EE18F0ED-61EA-4400-8D5D-638E65FD2E5C}" dt="2020-03-17T07:28:26.566" v="10249" actId="14100"/>
          <ac:spMkLst>
            <pc:docMk/>
            <pc:sldMk cId="3166953388" sldId="1205"/>
            <ac:spMk id="4" creationId="{9DA76C4A-1B38-4C07-A24B-3F7114B667CD}"/>
          </ac:spMkLst>
        </pc:spChg>
        <pc:spChg chg="del">
          <ac:chgData name="park sehun" userId="a5dd5dda71ea150a" providerId="LiveId" clId="{EE18F0ED-61EA-4400-8D5D-638E65FD2E5C}" dt="2020-03-17T07:23:20.401" v="10101" actId="478"/>
          <ac:spMkLst>
            <pc:docMk/>
            <pc:sldMk cId="3166953388" sldId="1205"/>
            <ac:spMk id="10" creationId="{F9AEA2BA-799E-470C-87A7-61505A44881D}"/>
          </ac:spMkLst>
        </pc:spChg>
        <pc:spChg chg="mod">
          <ac:chgData name="park sehun" userId="a5dd5dda71ea150a" providerId="LiveId" clId="{EE18F0ED-61EA-4400-8D5D-638E65FD2E5C}" dt="2020-03-17T07:43:24.233" v="10775" actId="1076"/>
          <ac:spMkLst>
            <pc:docMk/>
            <pc:sldMk cId="3166953388" sldId="1205"/>
            <ac:spMk id="29" creationId="{B905D88A-DEF2-4395-816E-0E8DB9210F39}"/>
          </ac:spMkLst>
        </pc:spChg>
        <pc:spChg chg="del mod">
          <ac:chgData name="park sehun" userId="a5dd5dda71ea150a" providerId="LiveId" clId="{EE18F0ED-61EA-4400-8D5D-638E65FD2E5C}" dt="2020-03-17T07:42:15.124" v="10723" actId="478"/>
          <ac:spMkLst>
            <pc:docMk/>
            <pc:sldMk cId="3166953388" sldId="1205"/>
            <ac:spMk id="32" creationId="{7B2A9D1B-6100-4E94-BE12-672593546DCC}"/>
          </ac:spMkLst>
        </pc:spChg>
        <pc:spChg chg="del">
          <ac:chgData name="park sehun" userId="a5dd5dda71ea150a" providerId="LiveId" clId="{EE18F0ED-61EA-4400-8D5D-638E65FD2E5C}" dt="2020-03-17T07:23:20.401" v="10101" actId="478"/>
          <ac:spMkLst>
            <pc:docMk/>
            <pc:sldMk cId="3166953388" sldId="1205"/>
            <ac:spMk id="40" creationId="{067DF4BC-D816-476B-B6CF-496EC5944DAE}"/>
          </ac:spMkLst>
        </pc:spChg>
        <pc:spChg chg="del">
          <ac:chgData name="park sehun" userId="a5dd5dda71ea150a" providerId="LiveId" clId="{EE18F0ED-61EA-4400-8D5D-638E65FD2E5C}" dt="2020-03-17T07:23:20.401" v="10101" actId="478"/>
          <ac:spMkLst>
            <pc:docMk/>
            <pc:sldMk cId="3166953388" sldId="1205"/>
            <ac:spMk id="41" creationId="{C92C3A17-9069-46C5-BD77-77274CF61402}"/>
          </ac:spMkLst>
        </pc:spChg>
        <pc:spChg chg="del">
          <ac:chgData name="park sehun" userId="a5dd5dda71ea150a" providerId="LiveId" clId="{EE18F0ED-61EA-4400-8D5D-638E65FD2E5C}" dt="2020-03-17T07:25:07.735" v="10106" actId="478"/>
          <ac:spMkLst>
            <pc:docMk/>
            <pc:sldMk cId="3166953388" sldId="1205"/>
            <ac:spMk id="42" creationId="{B1C9A060-973F-44B0-87E2-38BF88A3FD4E}"/>
          </ac:spMkLst>
        </pc:spChg>
        <pc:spChg chg="del">
          <ac:chgData name="park sehun" userId="a5dd5dda71ea150a" providerId="LiveId" clId="{EE18F0ED-61EA-4400-8D5D-638E65FD2E5C}" dt="2020-03-17T07:25:07.735" v="10106" actId="478"/>
          <ac:spMkLst>
            <pc:docMk/>
            <pc:sldMk cId="3166953388" sldId="1205"/>
            <ac:spMk id="43" creationId="{8EF3060A-A8CF-4439-A760-418616147283}"/>
          </ac:spMkLst>
        </pc:spChg>
        <pc:spChg chg="mod">
          <ac:chgData name="park sehun" userId="a5dd5dda71ea150a" providerId="LiveId" clId="{EE18F0ED-61EA-4400-8D5D-638E65FD2E5C}" dt="2020-03-17T07:43:32.591" v="10777" actId="1076"/>
          <ac:spMkLst>
            <pc:docMk/>
            <pc:sldMk cId="3166953388" sldId="1205"/>
            <ac:spMk id="44" creationId="{390CF0EA-5978-4C4F-A088-2D4C70EBC793}"/>
          </ac:spMkLst>
        </pc:spChg>
        <pc:spChg chg="del">
          <ac:chgData name="park sehun" userId="a5dd5dda71ea150a" providerId="LiveId" clId="{EE18F0ED-61EA-4400-8D5D-638E65FD2E5C}" dt="2020-03-17T07:25:12.812" v="10107" actId="478"/>
          <ac:spMkLst>
            <pc:docMk/>
            <pc:sldMk cId="3166953388" sldId="1205"/>
            <ac:spMk id="45" creationId="{A1B408C6-843F-4A9F-BBA4-416D9B02B161}"/>
          </ac:spMkLst>
        </pc:spChg>
        <pc:spChg chg="mod">
          <ac:chgData name="park sehun" userId="a5dd5dda71ea150a" providerId="LiveId" clId="{EE18F0ED-61EA-4400-8D5D-638E65FD2E5C}" dt="2020-03-17T07:43:24.233" v="10775" actId="1076"/>
          <ac:spMkLst>
            <pc:docMk/>
            <pc:sldMk cId="3166953388" sldId="1205"/>
            <ac:spMk id="47" creationId="{B2711BC8-8BBB-464D-923D-5476D78556CA}"/>
          </ac:spMkLst>
        </pc:spChg>
        <pc:spChg chg="del">
          <ac:chgData name="park sehun" userId="a5dd5dda71ea150a" providerId="LiveId" clId="{EE18F0ED-61EA-4400-8D5D-638E65FD2E5C}" dt="2020-03-17T07:23:20.401" v="10101" actId="478"/>
          <ac:spMkLst>
            <pc:docMk/>
            <pc:sldMk cId="3166953388" sldId="1205"/>
            <ac:spMk id="51" creationId="{6E497FE8-ACB2-4270-AE46-10B163AEEAD0}"/>
          </ac:spMkLst>
        </pc:spChg>
        <pc:spChg chg="del">
          <ac:chgData name="park sehun" userId="a5dd5dda71ea150a" providerId="LiveId" clId="{EE18F0ED-61EA-4400-8D5D-638E65FD2E5C}" dt="2020-03-17T07:23:20.401" v="10101" actId="478"/>
          <ac:spMkLst>
            <pc:docMk/>
            <pc:sldMk cId="3166953388" sldId="1205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8T03:58:28.071" v="12181" actId="20577"/>
          <ac:spMkLst>
            <pc:docMk/>
            <pc:sldMk cId="3166953388" sldId="1205"/>
            <ac:spMk id="54" creationId="{C29D6112-022A-4BE0-B087-9B0A74023A45}"/>
          </ac:spMkLst>
        </pc:spChg>
        <pc:spChg chg="del mod">
          <ac:chgData name="park sehun" userId="a5dd5dda71ea150a" providerId="LiveId" clId="{EE18F0ED-61EA-4400-8D5D-638E65FD2E5C}" dt="2020-03-17T07:28:03.423" v="10243" actId="478"/>
          <ac:spMkLst>
            <pc:docMk/>
            <pc:sldMk cId="3166953388" sldId="1205"/>
            <ac:spMk id="55" creationId="{03A165D2-3D2D-4C51-844B-512A16A883D0}"/>
          </ac:spMkLst>
        </pc:spChg>
        <pc:spChg chg="del">
          <ac:chgData name="park sehun" userId="a5dd5dda71ea150a" providerId="LiveId" clId="{EE18F0ED-61EA-4400-8D5D-638E65FD2E5C}" dt="2020-03-17T07:25:07.735" v="10106" actId="478"/>
          <ac:spMkLst>
            <pc:docMk/>
            <pc:sldMk cId="3166953388" sldId="1205"/>
            <ac:spMk id="56" creationId="{BB41BF06-9C33-4E67-B580-716DF1A1550F}"/>
          </ac:spMkLst>
        </pc:spChg>
        <pc:spChg chg="mod">
          <ac:chgData name="park sehun" userId="a5dd5dda71ea150a" providerId="LiveId" clId="{EE18F0ED-61EA-4400-8D5D-638E65FD2E5C}" dt="2020-03-17T07:27:56.636" v="10242" actId="1037"/>
          <ac:spMkLst>
            <pc:docMk/>
            <pc:sldMk cId="3166953388" sldId="1205"/>
            <ac:spMk id="61" creationId="{564B67B8-3547-4D76-B4AD-EBE3D12F0D39}"/>
          </ac:spMkLst>
        </pc:spChg>
        <pc:spChg chg="del mod">
          <ac:chgData name="park sehun" userId="a5dd5dda71ea150a" providerId="LiveId" clId="{EE18F0ED-61EA-4400-8D5D-638E65FD2E5C}" dt="2020-03-17T07:29:49.109" v="10307" actId="478"/>
          <ac:spMkLst>
            <pc:docMk/>
            <pc:sldMk cId="3166953388" sldId="1205"/>
            <ac:spMk id="63" creationId="{8CF57F6D-10C1-4AB8-AFA1-02FA3FA793E8}"/>
          </ac:spMkLst>
        </pc:spChg>
        <pc:spChg chg="mod">
          <ac:chgData name="park sehun" userId="a5dd5dda71ea150a" providerId="LiveId" clId="{EE18F0ED-61EA-4400-8D5D-638E65FD2E5C}" dt="2020-03-17T07:28:11.238" v="10244" actId="5793"/>
          <ac:spMkLst>
            <pc:docMk/>
            <pc:sldMk cId="3166953388" sldId="1205"/>
            <ac:spMk id="65" creationId="{53F129E3-6D7B-48BB-9761-A6DEE22347C5}"/>
          </ac:spMkLst>
        </pc:spChg>
        <pc:spChg chg="mod">
          <ac:chgData name="park sehun" userId="a5dd5dda71ea150a" providerId="LiveId" clId="{EE18F0ED-61EA-4400-8D5D-638E65FD2E5C}" dt="2020-03-17T07:31:59.446" v="10330" actId="1038"/>
          <ac:spMkLst>
            <pc:docMk/>
            <pc:sldMk cId="3166953388" sldId="1205"/>
            <ac:spMk id="66" creationId="{186D568E-3C76-4B43-8ACD-7EFA2134FAAA}"/>
          </ac:spMkLst>
        </pc:spChg>
        <pc:spChg chg="add mod">
          <ac:chgData name="park sehun" userId="a5dd5dda71ea150a" providerId="LiveId" clId="{EE18F0ED-61EA-4400-8D5D-638E65FD2E5C}" dt="2020-03-17T07:44:32.773" v="10802" actId="1035"/>
          <ac:spMkLst>
            <pc:docMk/>
            <pc:sldMk cId="3166953388" sldId="1205"/>
            <ac:spMk id="67" creationId="{E0764F22-D0C3-4645-90C2-1F683D54B16B}"/>
          </ac:spMkLst>
        </pc:spChg>
        <pc:spChg chg="mod">
          <ac:chgData name="park sehun" userId="a5dd5dda71ea150a" providerId="LiveId" clId="{EE18F0ED-61EA-4400-8D5D-638E65FD2E5C}" dt="2020-03-17T07:27:56.636" v="10242" actId="1037"/>
          <ac:spMkLst>
            <pc:docMk/>
            <pc:sldMk cId="3166953388" sldId="1205"/>
            <ac:spMk id="71" creationId="{68612BC9-CDE7-495C-BD01-5B173DA8540C}"/>
          </ac:spMkLst>
        </pc:spChg>
        <pc:spChg chg="del">
          <ac:chgData name="park sehun" userId="a5dd5dda71ea150a" providerId="LiveId" clId="{EE18F0ED-61EA-4400-8D5D-638E65FD2E5C}" dt="2020-03-17T07:25:12.812" v="10107" actId="478"/>
          <ac:spMkLst>
            <pc:docMk/>
            <pc:sldMk cId="3166953388" sldId="1205"/>
            <ac:spMk id="76" creationId="{B5EB5AE6-A589-4A54-B05C-856791F34305}"/>
          </ac:spMkLst>
        </pc:spChg>
        <pc:spChg chg="add del mod">
          <ac:chgData name="park sehun" userId="a5dd5dda71ea150a" providerId="LiveId" clId="{EE18F0ED-61EA-4400-8D5D-638E65FD2E5C}" dt="2020-03-17T07:27:56.636" v="10242" actId="1037"/>
          <ac:spMkLst>
            <pc:docMk/>
            <pc:sldMk cId="3166953388" sldId="1205"/>
            <ac:spMk id="77" creationId="{A1C9CBBB-442E-4A27-BC56-34EE4B2C71D5}"/>
          </ac:spMkLst>
        </pc:spChg>
        <pc:spChg chg="del">
          <ac:chgData name="park sehun" userId="a5dd5dda71ea150a" providerId="LiveId" clId="{EE18F0ED-61EA-4400-8D5D-638E65FD2E5C}" dt="2020-03-17T07:25:07.735" v="10106" actId="478"/>
          <ac:spMkLst>
            <pc:docMk/>
            <pc:sldMk cId="3166953388" sldId="1205"/>
            <ac:spMk id="78" creationId="{0B83E74A-4A4E-4E0C-AD94-7D5E324DE748}"/>
          </ac:spMkLst>
        </pc:spChg>
        <pc:spChg chg="add mod">
          <ac:chgData name="park sehun" userId="a5dd5dda71ea150a" providerId="LiveId" clId="{EE18F0ED-61EA-4400-8D5D-638E65FD2E5C}" dt="2020-03-17T07:44:36.612" v="10822" actId="1036"/>
          <ac:spMkLst>
            <pc:docMk/>
            <pc:sldMk cId="3166953388" sldId="1205"/>
            <ac:spMk id="79" creationId="{A951E3B4-AD16-48AC-955D-E4A7EBE0EAD8}"/>
          </ac:spMkLst>
        </pc:spChg>
        <pc:spChg chg="mod">
          <ac:chgData name="park sehun" userId="a5dd5dda71ea150a" providerId="LiveId" clId="{EE18F0ED-61EA-4400-8D5D-638E65FD2E5C}" dt="2020-03-17T07:22:50.911" v="10088"/>
          <ac:spMkLst>
            <pc:docMk/>
            <pc:sldMk cId="3166953388" sldId="1205"/>
            <ac:spMk id="62466" creationId="{00000000-0000-0000-0000-000000000000}"/>
          </ac:spMkLst>
        </pc:spChg>
        <pc:graphicFrameChg chg="mod modGraphic">
          <ac:chgData name="park sehun" userId="a5dd5dda71ea150a" providerId="LiveId" clId="{EE18F0ED-61EA-4400-8D5D-638E65FD2E5C}" dt="2020-03-17T07:43:18.153" v="10774" actId="1076"/>
          <ac:graphicFrameMkLst>
            <pc:docMk/>
            <pc:sldMk cId="3166953388" sldId="1205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EE18F0ED-61EA-4400-8D5D-638E65FD2E5C}" dt="2020-03-17T07:25:12.812" v="10107" actId="478"/>
          <ac:graphicFrameMkLst>
            <pc:docMk/>
            <pc:sldMk cId="3166953388" sldId="1205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EE18F0ED-61EA-4400-8D5D-638E65FD2E5C}" dt="2020-03-17T07:25:07.735" v="10106" actId="478"/>
          <ac:graphicFrameMkLst>
            <pc:docMk/>
            <pc:sldMk cId="3166953388" sldId="1205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EE18F0ED-61EA-4400-8D5D-638E65FD2E5C}" dt="2020-03-17T07:25:07.735" v="10106" actId="478"/>
          <ac:graphicFrameMkLst>
            <pc:docMk/>
            <pc:sldMk cId="3166953388" sldId="1205"/>
            <ac:graphicFrameMk id="38" creationId="{9A7A42EB-7DD7-4A12-A27B-B837556A8330}"/>
          </ac:graphicFrameMkLst>
        </pc:graphicFrameChg>
        <pc:graphicFrameChg chg="add mod modGraphic">
          <ac:chgData name="park sehun" userId="a5dd5dda71ea150a" providerId="LiveId" clId="{EE18F0ED-61EA-4400-8D5D-638E65FD2E5C}" dt="2020-03-17T07:43:18.153" v="10774" actId="1076"/>
          <ac:graphicFrameMkLst>
            <pc:docMk/>
            <pc:sldMk cId="3166953388" sldId="1205"/>
            <ac:graphicFrameMk id="49" creationId="{7D6C96EB-DF84-403B-8082-150F2D6B09E6}"/>
          </ac:graphicFrameMkLst>
        </pc:graphicFrameChg>
        <pc:graphicFrameChg chg="add mod modGraphic">
          <ac:chgData name="park sehun" userId="a5dd5dda71ea150a" providerId="LiveId" clId="{EE18F0ED-61EA-4400-8D5D-638E65FD2E5C}" dt="2020-03-17T07:43:18.153" v="10774" actId="1076"/>
          <ac:graphicFrameMkLst>
            <pc:docMk/>
            <pc:sldMk cId="3166953388" sldId="1205"/>
            <ac:graphicFrameMk id="52" creationId="{AA3823FD-3347-4382-8970-CB5BB1CBF4C3}"/>
          </ac:graphicFrameMkLst>
        </pc:graphicFrameChg>
        <pc:graphicFrameChg chg="add mod modGraphic">
          <ac:chgData name="park sehun" userId="a5dd5dda71ea150a" providerId="LiveId" clId="{EE18F0ED-61EA-4400-8D5D-638E65FD2E5C}" dt="2020-03-17T07:43:18.153" v="10774" actId="1076"/>
          <ac:graphicFrameMkLst>
            <pc:docMk/>
            <pc:sldMk cId="3166953388" sldId="1205"/>
            <ac:graphicFrameMk id="57" creationId="{FE446AD7-D469-498B-A0BC-714AE4F3A239}"/>
          </ac:graphicFrameMkLst>
        </pc:graphicFrameChg>
        <pc:graphicFrameChg chg="add mod modGraphic">
          <ac:chgData name="park sehun" userId="a5dd5dda71ea150a" providerId="LiveId" clId="{EE18F0ED-61EA-4400-8D5D-638E65FD2E5C}" dt="2020-03-17T07:43:18.153" v="10774" actId="1076"/>
          <ac:graphicFrameMkLst>
            <pc:docMk/>
            <pc:sldMk cId="3166953388" sldId="1205"/>
            <ac:graphicFrameMk id="58" creationId="{F967257F-3565-478C-9674-5339408F3497}"/>
          </ac:graphicFrameMkLst>
        </pc:graphicFrameChg>
        <pc:graphicFrameChg chg="add mod modGraphic">
          <ac:chgData name="park sehun" userId="a5dd5dda71ea150a" providerId="LiveId" clId="{EE18F0ED-61EA-4400-8D5D-638E65FD2E5C}" dt="2020-03-17T07:45:07.926" v="10838" actId="20577"/>
          <ac:graphicFrameMkLst>
            <pc:docMk/>
            <pc:sldMk cId="3166953388" sldId="1205"/>
            <ac:graphicFrameMk id="68" creationId="{6009DEB4-06BB-4D4C-B5A2-BC6924AEC812}"/>
          </ac:graphicFrameMkLst>
        </pc:graphicFrameChg>
        <pc:graphicFrameChg chg="add mod">
          <ac:chgData name="park sehun" userId="a5dd5dda71ea150a" providerId="LiveId" clId="{EE18F0ED-61EA-4400-8D5D-638E65FD2E5C}" dt="2020-03-17T07:44:32.773" v="10802" actId="1035"/>
          <ac:graphicFrameMkLst>
            <pc:docMk/>
            <pc:sldMk cId="3166953388" sldId="1205"/>
            <ac:graphicFrameMk id="69" creationId="{04BC5D41-31C6-49D6-9270-3C3A6E74A819}"/>
          </ac:graphicFrameMkLst>
        </pc:graphicFrameChg>
        <pc:graphicFrameChg chg="add mod">
          <ac:chgData name="park sehun" userId="a5dd5dda71ea150a" providerId="LiveId" clId="{EE18F0ED-61EA-4400-8D5D-638E65FD2E5C}" dt="2020-03-17T07:44:32.773" v="10802" actId="1035"/>
          <ac:graphicFrameMkLst>
            <pc:docMk/>
            <pc:sldMk cId="3166953388" sldId="1205"/>
            <ac:graphicFrameMk id="70" creationId="{362FCB37-2BC2-46E0-ABB8-8DFFA973F466}"/>
          </ac:graphicFrameMkLst>
        </pc:graphicFrameChg>
        <pc:graphicFrameChg chg="add mod">
          <ac:chgData name="park sehun" userId="a5dd5dda71ea150a" providerId="LiveId" clId="{EE18F0ED-61EA-4400-8D5D-638E65FD2E5C}" dt="2020-03-17T07:44:32.773" v="10802" actId="1035"/>
          <ac:graphicFrameMkLst>
            <pc:docMk/>
            <pc:sldMk cId="3166953388" sldId="1205"/>
            <ac:graphicFrameMk id="72" creationId="{5440D69C-441C-4618-BB44-0AA8626259F6}"/>
          </ac:graphicFrameMkLst>
        </pc:graphicFrameChg>
        <pc:graphicFrameChg chg="add mod modGraphic">
          <ac:chgData name="park sehun" userId="a5dd5dda71ea150a" providerId="LiveId" clId="{EE18F0ED-61EA-4400-8D5D-638E65FD2E5C}" dt="2020-03-17T07:45:13.620" v="10841" actId="20577"/>
          <ac:graphicFrameMkLst>
            <pc:docMk/>
            <pc:sldMk cId="3166953388" sldId="1205"/>
            <ac:graphicFrameMk id="80" creationId="{0AFC8000-C27F-4D54-B01C-4EF5AEBE818F}"/>
          </ac:graphicFrameMkLst>
        </pc:graphicFrameChg>
        <pc:graphicFrameChg chg="add mod">
          <ac:chgData name="park sehun" userId="a5dd5dda71ea150a" providerId="LiveId" clId="{EE18F0ED-61EA-4400-8D5D-638E65FD2E5C}" dt="2020-03-17T07:44:36.612" v="10822" actId="1036"/>
          <ac:graphicFrameMkLst>
            <pc:docMk/>
            <pc:sldMk cId="3166953388" sldId="1205"/>
            <ac:graphicFrameMk id="81" creationId="{5369E0A6-C624-4A29-8BE0-169F30F525B8}"/>
          </ac:graphicFrameMkLst>
        </pc:graphicFrameChg>
        <pc:graphicFrameChg chg="add mod">
          <ac:chgData name="park sehun" userId="a5dd5dda71ea150a" providerId="LiveId" clId="{EE18F0ED-61EA-4400-8D5D-638E65FD2E5C}" dt="2020-03-17T07:44:36.612" v="10822" actId="1036"/>
          <ac:graphicFrameMkLst>
            <pc:docMk/>
            <pc:sldMk cId="3166953388" sldId="1205"/>
            <ac:graphicFrameMk id="82" creationId="{47E92242-4430-49C4-8D29-0A5244A65937}"/>
          </ac:graphicFrameMkLst>
        </pc:graphicFrameChg>
        <pc:graphicFrameChg chg="add mod">
          <ac:chgData name="park sehun" userId="a5dd5dda71ea150a" providerId="LiveId" clId="{EE18F0ED-61EA-4400-8D5D-638E65FD2E5C}" dt="2020-03-17T07:44:36.612" v="10822" actId="1036"/>
          <ac:graphicFrameMkLst>
            <pc:docMk/>
            <pc:sldMk cId="3166953388" sldId="1205"/>
            <ac:graphicFrameMk id="83" creationId="{7667D68B-90C5-46B4-B3C6-AB3605E4B218}"/>
          </ac:graphicFrameMkLst>
        </pc:graphicFrameChg>
        <pc:cxnChg chg="add mod">
          <ac:chgData name="park sehun" userId="a5dd5dda71ea150a" providerId="LiveId" clId="{EE18F0ED-61EA-4400-8D5D-638E65FD2E5C}" dt="2020-03-17T07:43:18.153" v="10774" actId="1076"/>
          <ac:cxnSpMkLst>
            <pc:docMk/>
            <pc:sldMk cId="3166953388" sldId="1205"/>
            <ac:cxnSpMk id="12" creationId="{B8AA127B-AD8A-42FE-824A-2F28744C5A72}"/>
          </ac:cxnSpMkLst>
        </pc:cxnChg>
        <pc:cxnChg chg="del mod">
          <ac:chgData name="park sehun" userId="a5dd5dda71ea150a" providerId="LiveId" clId="{EE18F0ED-61EA-4400-8D5D-638E65FD2E5C}" dt="2020-03-17T07:29:54.766" v="10308" actId="478"/>
          <ac:cxnSpMkLst>
            <pc:docMk/>
            <pc:sldMk cId="3166953388" sldId="1205"/>
            <ac:cxnSpMk id="39" creationId="{C851932A-4916-4E8E-ADCE-BBDCE58175C0}"/>
          </ac:cxnSpMkLst>
        </pc:cxnChg>
        <pc:cxnChg chg="del mod">
          <ac:chgData name="park sehun" userId="a5dd5dda71ea150a" providerId="LiveId" clId="{EE18F0ED-61EA-4400-8D5D-638E65FD2E5C}" dt="2020-03-17T07:30:06.944" v="10310" actId="478"/>
          <ac:cxnSpMkLst>
            <pc:docMk/>
            <pc:sldMk cId="3166953388" sldId="1205"/>
            <ac:cxnSpMk id="46" creationId="{ED63783E-00B0-4DE2-BAA1-7DBBAD23574D}"/>
          </ac:cxnSpMkLst>
        </pc:cxnChg>
        <pc:cxnChg chg="del mod">
          <ac:chgData name="park sehun" userId="a5dd5dda71ea150a" providerId="LiveId" clId="{EE18F0ED-61EA-4400-8D5D-638E65FD2E5C}" dt="2020-03-17T07:43:54.864" v="10779" actId="478"/>
          <ac:cxnSpMkLst>
            <pc:docMk/>
            <pc:sldMk cId="3166953388" sldId="1205"/>
            <ac:cxnSpMk id="48" creationId="{1F0AC650-39C6-425E-9CBF-0F333F010677}"/>
          </ac:cxnSpMkLst>
        </pc:cxnChg>
        <pc:cxnChg chg="del">
          <ac:chgData name="park sehun" userId="a5dd5dda71ea150a" providerId="LiveId" clId="{EE18F0ED-61EA-4400-8D5D-638E65FD2E5C}" dt="2020-03-17T07:23:23.682" v="10102" actId="478"/>
          <ac:cxnSpMkLst>
            <pc:docMk/>
            <pc:sldMk cId="3166953388" sldId="1205"/>
            <ac:cxnSpMk id="50" creationId="{AA7171CE-0DE4-411A-87C9-037D611A0DB4}"/>
          </ac:cxnSpMkLst>
        </pc:cxnChg>
        <pc:cxnChg chg="add mod">
          <ac:chgData name="park sehun" userId="a5dd5dda71ea150a" providerId="LiveId" clId="{EE18F0ED-61EA-4400-8D5D-638E65FD2E5C}" dt="2020-03-17T07:43:18.153" v="10774" actId="1076"/>
          <ac:cxnSpMkLst>
            <pc:docMk/>
            <pc:sldMk cId="3166953388" sldId="1205"/>
            <ac:cxnSpMk id="59" creationId="{65D8F20C-26B9-4A3C-B31E-D491E42800BA}"/>
          </ac:cxnSpMkLst>
        </pc:cxnChg>
        <pc:cxnChg chg="add mod">
          <ac:chgData name="park sehun" userId="a5dd5dda71ea150a" providerId="LiveId" clId="{EE18F0ED-61EA-4400-8D5D-638E65FD2E5C}" dt="2020-03-17T07:43:45.615" v="10778" actId="14100"/>
          <ac:cxnSpMkLst>
            <pc:docMk/>
            <pc:sldMk cId="3166953388" sldId="1205"/>
            <ac:cxnSpMk id="60" creationId="{87CF2606-D3D7-4684-A78C-BF2C8365B1E8}"/>
          </ac:cxnSpMkLst>
        </pc:cxnChg>
        <pc:cxnChg chg="add mod">
          <ac:chgData name="park sehun" userId="a5dd5dda71ea150a" providerId="LiveId" clId="{EE18F0ED-61EA-4400-8D5D-638E65FD2E5C}" dt="2020-03-17T07:44:21.611" v="10782" actId="14100"/>
          <ac:cxnSpMkLst>
            <pc:docMk/>
            <pc:sldMk cId="3166953388" sldId="1205"/>
            <ac:cxnSpMk id="62" creationId="{16ABFDED-741C-40AE-81EE-8A14ACF41FB8}"/>
          </ac:cxnSpMkLst>
        </pc:cxnChg>
        <pc:cxnChg chg="mod">
          <ac:chgData name="park sehun" userId="a5dd5dda71ea150a" providerId="LiveId" clId="{EE18F0ED-61EA-4400-8D5D-638E65FD2E5C}" dt="2020-03-17T07:25:40.034" v="10115" actId="1038"/>
          <ac:cxnSpMkLst>
            <pc:docMk/>
            <pc:sldMk cId="3166953388" sldId="1205"/>
            <ac:cxnSpMk id="64" creationId="{5270DB07-824E-40A1-BADC-DE6D19836E63}"/>
          </ac:cxnSpMkLst>
        </pc:cxnChg>
        <pc:cxnChg chg="add mod">
          <ac:chgData name="park sehun" userId="a5dd5dda71ea150a" providerId="LiveId" clId="{EE18F0ED-61EA-4400-8D5D-638E65FD2E5C}" dt="2020-03-17T07:44:57.053" v="10829" actId="1037"/>
          <ac:cxnSpMkLst>
            <pc:docMk/>
            <pc:sldMk cId="3166953388" sldId="1205"/>
            <ac:cxnSpMk id="73" creationId="{9A30E74A-F850-49D1-B1D5-E541933E6D16}"/>
          </ac:cxnSpMkLst>
        </pc:cxnChg>
        <pc:cxnChg chg="add mod">
          <ac:chgData name="park sehun" userId="a5dd5dda71ea150a" providerId="LiveId" clId="{EE18F0ED-61EA-4400-8D5D-638E65FD2E5C}" dt="2020-03-17T07:44:32.773" v="10802" actId="1035"/>
          <ac:cxnSpMkLst>
            <pc:docMk/>
            <pc:sldMk cId="3166953388" sldId="1205"/>
            <ac:cxnSpMk id="74" creationId="{99956735-793C-4DC4-97B1-A91B98698BC5}"/>
          </ac:cxnSpMkLst>
        </pc:cxnChg>
        <pc:cxnChg chg="add mod">
          <ac:chgData name="park sehun" userId="a5dd5dda71ea150a" providerId="LiveId" clId="{EE18F0ED-61EA-4400-8D5D-638E65FD2E5C}" dt="2020-03-17T07:44:32.773" v="10802" actId="1035"/>
          <ac:cxnSpMkLst>
            <pc:docMk/>
            <pc:sldMk cId="3166953388" sldId="1205"/>
            <ac:cxnSpMk id="75" creationId="{24008AEB-51C2-4C6E-B644-50D3B568CF5D}"/>
          </ac:cxnSpMkLst>
        </pc:cxnChg>
        <pc:cxnChg chg="add mod">
          <ac:chgData name="park sehun" userId="a5dd5dda71ea150a" providerId="LiveId" clId="{EE18F0ED-61EA-4400-8D5D-638E65FD2E5C}" dt="2020-03-17T07:44:36.612" v="10822" actId="1036"/>
          <ac:cxnSpMkLst>
            <pc:docMk/>
            <pc:sldMk cId="3166953388" sldId="1205"/>
            <ac:cxnSpMk id="84" creationId="{DDC63F22-04D0-480A-962A-4F0B490306F6}"/>
          </ac:cxnSpMkLst>
        </pc:cxnChg>
        <pc:cxnChg chg="add mod">
          <ac:chgData name="park sehun" userId="a5dd5dda71ea150a" providerId="LiveId" clId="{EE18F0ED-61EA-4400-8D5D-638E65FD2E5C}" dt="2020-03-17T07:44:36.612" v="10822" actId="1036"/>
          <ac:cxnSpMkLst>
            <pc:docMk/>
            <pc:sldMk cId="3166953388" sldId="1205"/>
            <ac:cxnSpMk id="85" creationId="{FADA253E-6EFD-463B-A75B-7C3D9E56C7A5}"/>
          </ac:cxnSpMkLst>
        </pc:cxnChg>
        <pc:cxnChg chg="add mod">
          <ac:chgData name="park sehun" userId="a5dd5dda71ea150a" providerId="LiveId" clId="{EE18F0ED-61EA-4400-8D5D-638E65FD2E5C}" dt="2020-03-17T07:44:36.612" v="10822" actId="1036"/>
          <ac:cxnSpMkLst>
            <pc:docMk/>
            <pc:sldMk cId="3166953388" sldId="1205"/>
            <ac:cxnSpMk id="86" creationId="{4C24C48F-48EA-46D3-B2EB-84F57560054B}"/>
          </ac:cxnSpMkLst>
        </pc:cxnChg>
        <pc:cxnChg chg="add mod">
          <ac:chgData name="park sehun" userId="a5dd5dda71ea150a" providerId="LiveId" clId="{EE18F0ED-61EA-4400-8D5D-638E65FD2E5C}" dt="2020-03-17T07:44:57.053" v="10829" actId="1037"/>
          <ac:cxnSpMkLst>
            <pc:docMk/>
            <pc:sldMk cId="3166953388" sldId="1205"/>
            <ac:cxnSpMk id="87" creationId="{DF47BA7A-5D49-4766-80E6-8C0E2040B184}"/>
          </ac:cxnSpMkLst>
        </pc:cxnChg>
        <pc:cxnChg chg="add mod">
          <ac:chgData name="park sehun" userId="a5dd5dda71ea150a" providerId="LiveId" clId="{EE18F0ED-61EA-4400-8D5D-638E65FD2E5C}" dt="2020-03-17T07:44:57.053" v="10829" actId="1037"/>
          <ac:cxnSpMkLst>
            <pc:docMk/>
            <pc:sldMk cId="3166953388" sldId="1205"/>
            <ac:cxnSpMk id="88" creationId="{097B7E9B-ACE1-48EB-AA3D-37AA74F1163E}"/>
          </ac:cxnSpMkLst>
        </pc:cxnChg>
      </pc:sldChg>
      <pc:sldChg chg="addSp delSp modSp add modNotesTx">
        <pc:chgData name="park sehun" userId="a5dd5dda71ea150a" providerId="LiveId" clId="{EE18F0ED-61EA-4400-8D5D-638E65FD2E5C}" dt="2020-03-17T08:08:04.618" v="11523" actId="14100"/>
        <pc:sldMkLst>
          <pc:docMk/>
          <pc:sldMk cId="2840403519" sldId="1206"/>
        </pc:sldMkLst>
        <pc:spChg chg="del">
          <ac:chgData name="park sehun" userId="a5dd5dda71ea150a" providerId="LiveId" clId="{EE18F0ED-61EA-4400-8D5D-638E65FD2E5C}" dt="2020-03-17T07:49:53.429" v="11019" actId="478"/>
          <ac:spMkLst>
            <pc:docMk/>
            <pc:sldMk cId="2840403519" sldId="1206"/>
            <ac:spMk id="27" creationId="{9384D9E4-1DB6-46D4-9E66-5BA2E5FD7136}"/>
          </ac:spMkLst>
        </pc:spChg>
        <pc:spChg chg="del mod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31" creationId="{5C321D50-9C65-469D-9DC2-C2B29F056EEA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33" creationId="{F10D0F4E-5E42-4BC2-9E16-2B54DCE1A39D}"/>
          </ac:spMkLst>
        </pc:spChg>
        <pc:spChg chg="mod">
          <ac:chgData name="park sehun" userId="a5dd5dda71ea150a" providerId="LiveId" clId="{EE18F0ED-61EA-4400-8D5D-638E65FD2E5C}" dt="2020-03-17T07:57:36.855" v="11243" actId="1038"/>
          <ac:spMkLst>
            <pc:docMk/>
            <pc:sldMk cId="2840403519" sldId="1206"/>
            <ac:spMk id="51" creationId="{6E497FE8-ACB2-4270-AE46-10B163AEEAD0}"/>
          </ac:spMkLst>
        </pc:spChg>
        <pc:spChg chg="mod">
          <ac:chgData name="park sehun" userId="a5dd5dda71ea150a" providerId="LiveId" clId="{EE18F0ED-61EA-4400-8D5D-638E65FD2E5C}" dt="2020-03-17T07:53:26.934" v="11067" actId="20577"/>
          <ac:spMkLst>
            <pc:docMk/>
            <pc:sldMk cId="2840403519" sldId="1206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66" creationId="{186D568E-3C76-4B43-8ACD-7EFA2134FAAA}"/>
          </ac:spMkLst>
        </pc:spChg>
        <pc:spChg chg="add del mod">
          <ac:chgData name="park sehun" userId="a5dd5dda71ea150a" providerId="LiveId" clId="{EE18F0ED-61EA-4400-8D5D-638E65FD2E5C}" dt="2020-03-17T07:58:40.530" v="11255" actId="478"/>
          <ac:spMkLst>
            <pc:docMk/>
            <pc:sldMk cId="2840403519" sldId="1206"/>
            <ac:spMk id="76" creationId="{A05F494D-B158-4276-BC7D-BBFFD51A488B}"/>
          </ac:spMkLst>
        </pc:spChg>
        <pc:spChg chg="add mod">
          <ac:chgData name="park sehun" userId="a5dd5dda71ea150a" providerId="LiveId" clId="{EE18F0ED-61EA-4400-8D5D-638E65FD2E5C}" dt="2020-03-17T07:58:35.150" v="11254" actId="1076"/>
          <ac:spMkLst>
            <pc:docMk/>
            <pc:sldMk cId="2840403519" sldId="1206"/>
            <ac:spMk id="77" creationId="{C9D7AF2C-EF8D-4B89-A696-B938C365A812}"/>
          </ac:spMkLst>
        </pc:spChg>
        <pc:spChg chg="add mod">
          <ac:chgData name="park sehun" userId="a5dd5dda71ea150a" providerId="LiveId" clId="{EE18F0ED-61EA-4400-8D5D-638E65FD2E5C}" dt="2020-03-17T07:58:35.150" v="11254" actId="1076"/>
          <ac:spMkLst>
            <pc:docMk/>
            <pc:sldMk cId="2840403519" sldId="1206"/>
            <ac:spMk id="80" creationId="{3C7E88EC-9B51-4899-9CB0-D15885E7C3C8}"/>
          </ac:spMkLst>
        </pc:spChg>
        <pc:spChg chg="add del mod">
          <ac:chgData name="park sehun" userId="a5dd5dda71ea150a" providerId="LiveId" clId="{EE18F0ED-61EA-4400-8D5D-638E65FD2E5C}" dt="2020-03-17T07:58:50.277" v="11256" actId="478"/>
          <ac:spMkLst>
            <pc:docMk/>
            <pc:sldMk cId="2840403519" sldId="1206"/>
            <ac:spMk id="81" creationId="{506B0F11-9282-4D65-BA12-F013648396EE}"/>
          </ac:spMkLst>
        </pc:spChg>
        <pc:spChg chg="add mod">
          <ac:chgData name="park sehun" userId="a5dd5dda71ea150a" providerId="LiveId" clId="{EE18F0ED-61EA-4400-8D5D-638E65FD2E5C}" dt="2020-03-17T07:58:35.150" v="11254" actId="1076"/>
          <ac:spMkLst>
            <pc:docMk/>
            <pc:sldMk cId="2840403519" sldId="1206"/>
            <ac:spMk id="82" creationId="{279EC468-1116-4792-82B7-CA218937F61E}"/>
          </ac:spMkLst>
        </pc:spChg>
        <pc:spChg chg="add mod">
          <ac:chgData name="park sehun" userId="a5dd5dda71ea150a" providerId="LiveId" clId="{EE18F0ED-61EA-4400-8D5D-638E65FD2E5C}" dt="2020-03-17T07:58:35.150" v="11254" actId="1076"/>
          <ac:spMkLst>
            <pc:docMk/>
            <pc:sldMk cId="2840403519" sldId="1206"/>
            <ac:spMk id="83" creationId="{70D062D9-2235-4941-AF9F-6225328ED748}"/>
          </ac:spMkLst>
        </pc:spChg>
        <pc:spChg chg="add mod">
          <ac:chgData name="park sehun" userId="a5dd5dda71ea150a" providerId="LiveId" clId="{EE18F0ED-61EA-4400-8D5D-638E65FD2E5C}" dt="2020-03-17T07:58:35.150" v="11254" actId="1076"/>
          <ac:spMkLst>
            <pc:docMk/>
            <pc:sldMk cId="2840403519" sldId="1206"/>
            <ac:spMk id="84" creationId="{F9E8CC95-BF1A-4B89-ABA8-1196FD5A0233}"/>
          </ac:spMkLst>
        </pc:spChg>
        <pc:spChg chg="add mod">
          <ac:chgData name="park sehun" userId="a5dd5dda71ea150a" providerId="LiveId" clId="{EE18F0ED-61EA-4400-8D5D-638E65FD2E5C}" dt="2020-03-17T08:00:58.880" v="11343" actId="1076"/>
          <ac:spMkLst>
            <pc:docMk/>
            <pc:sldMk cId="2840403519" sldId="1206"/>
            <ac:spMk id="87" creationId="{DF4E9AED-7383-431E-8C84-D6BC228433BB}"/>
          </ac:spMkLst>
        </pc:spChg>
        <pc:spChg chg="add mod">
          <ac:chgData name="park sehun" userId="a5dd5dda71ea150a" providerId="LiveId" clId="{EE18F0ED-61EA-4400-8D5D-638E65FD2E5C}" dt="2020-03-17T08:04:34.376" v="11438" actId="255"/>
          <ac:spMkLst>
            <pc:docMk/>
            <pc:sldMk cId="2840403519" sldId="1206"/>
            <ac:spMk id="88" creationId="{5AECE9EF-AC91-4F0C-B911-1DE8666A09A9}"/>
          </ac:spMkLst>
        </pc:spChg>
        <pc:spChg chg="add mod">
          <ac:chgData name="park sehun" userId="a5dd5dda71ea150a" providerId="LiveId" clId="{EE18F0ED-61EA-4400-8D5D-638E65FD2E5C}" dt="2020-03-17T08:07:30.261" v="11518" actId="1076"/>
          <ac:spMkLst>
            <pc:docMk/>
            <pc:sldMk cId="2840403519" sldId="1206"/>
            <ac:spMk id="89" creationId="{008ED956-79CC-4285-A158-98F5D5FEE613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04" creationId="{69119715-79A6-4964-8EF5-93FD7D702009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05" creationId="{B5DA5C71-10CD-4F0B-9174-5FC23440803E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06" creationId="{3AD5E2F2-C525-41FE-9D3E-409F620D4C20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08" creationId="{918C923B-D527-4086-A9D3-18FC0B7F1927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0" creationId="{7F666B64-144E-44C6-90D1-D5CD5EC13F7E}"/>
          </ac:spMkLst>
        </pc:spChg>
        <pc:spChg chg="del mod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1" creationId="{5E317841-9500-41A0-AFEE-A137AE286833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3" creationId="{8EBB0BE6-D185-4616-A3FA-72D4B6D80822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4" creationId="{AEBCE704-2F64-4ED5-8ECC-00793CAACF6C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6" creationId="{CA4CFFC0-42DE-4304-9EAC-3E62D1A3B079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7" creationId="{3332846B-7470-45CC-BDFC-FB09F925693F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9" creationId="{3AD5E2F2-C525-41FE-9D3E-409F620D4C20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20" creationId="{CCF280DA-08DC-4A94-8D44-DAD99E53B085}"/>
          </ac:spMkLst>
        </pc:spChg>
        <pc:spChg chg="mod">
          <ac:chgData name="park sehun" userId="a5dd5dda71ea150a" providerId="LiveId" clId="{EE18F0ED-61EA-4400-8D5D-638E65FD2E5C}" dt="2020-03-17T08:08:04.618" v="11523" actId="14100"/>
          <ac:spMkLst>
            <pc:docMk/>
            <pc:sldMk cId="2840403519" sldId="1206"/>
            <ac:spMk id="122" creationId="{5956407C-33AF-4CFF-96B9-2A8A2BF04538}"/>
          </ac:spMkLst>
        </pc:spChg>
        <pc:spChg chg="mod">
          <ac:chgData name="park sehun" userId="a5dd5dda71ea150a" providerId="LiveId" clId="{EE18F0ED-61EA-4400-8D5D-638E65FD2E5C}" dt="2020-03-17T08:01:08.821" v="11344" actId="14100"/>
          <ac:spMkLst>
            <pc:docMk/>
            <pc:sldMk cId="2840403519" sldId="1206"/>
            <ac:spMk id="123" creationId="{29A88D42-D0AF-4EF9-92CA-C682BC9F9AF2}"/>
          </ac:spMkLst>
        </pc:spChg>
        <pc:spChg chg="mod">
          <ac:chgData name="park sehun" userId="a5dd5dda71ea150a" providerId="LiveId" clId="{EE18F0ED-61EA-4400-8D5D-638E65FD2E5C}" dt="2020-03-17T08:07:51.361" v="11520" actId="14100"/>
          <ac:spMkLst>
            <pc:docMk/>
            <pc:sldMk cId="2840403519" sldId="1206"/>
            <ac:spMk id="124" creationId="{FA46A8B9-8A29-41B5-9DD3-BB636239C047}"/>
          </ac:spMkLst>
        </pc:spChg>
        <pc:spChg chg="mod">
          <ac:chgData name="park sehun" userId="a5dd5dda71ea150a" providerId="LiveId" clId="{EE18F0ED-61EA-4400-8D5D-638E65FD2E5C}" dt="2020-03-17T07:59:35.854" v="11279" actId="20577"/>
          <ac:spMkLst>
            <pc:docMk/>
            <pc:sldMk cId="2840403519" sldId="1206"/>
            <ac:spMk id="125" creationId="{FEF3F1AF-1EBC-4523-9E3B-938E194E77C9}"/>
          </ac:spMkLst>
        </pc:spChg>
        <pc:spChg chg="mod">
          <ac:chgData name="park sehun" userId="a5dd5dda71ea150a" providerId="LiveId" clId="{EE18F0ED-61EA-4400-8D5D-638E65FD2E5C}" dt="2020-03-17T07:59:33.629" v="11278" actId="20577"/>
          <ac:spMkLst>
            <pc:docMk/>
            <pc:sldMk cId="2840403519" sldId="1206"/>
            <ac:spMk id="126" creationId="{F4C21D66-D465-4C65-9223-83DC2B52DBC3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27" creationId="{0D1CD684-3F63-4057-A10F-CA091328EBA7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28" creationId="{9DE52B7E-4D1C-4E8F-B0CC-164EA6104491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30" creationId="{2E9FB8F5-E26F-4022-99F1-38FF2CBF3D79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31" creationId="{F8173851-A50D-4978-B64C-79C7E5AF6331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36" creationId="{B6FE3E06-A97E-4DFD-9609-5E2EC420CEFE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37" creationId="{4001E03E-76B1-4F64-9BC7-A35719DAD5A9}"/>
          </ac:spMkLst>
        </pc:spChg>
        <pc:spChg chg="mod">
          <ac:chgData name="park sehun" userId="a5dd5dda71ea150a" providerId="LiveId" clId="{EE18F0ED-61EA-4400-8D5D-638E65FD2E5C}" dt="2020-03-17T08:01:47.108" v="11354" actId="20577"/>
          <ac:spMkLst>
            <pc:docMk/>
            <pc:sldMk cId="2840403519" sldId="1206"/>
            <ac:spMk id="138" creationId="{B5A8285F-CD7C-4B45-871F-1EF840D611F4}"/>
          </ac:spMkLst>
        </pc:spChg>
        <pc:spChg chg="mod">
          <ac:chgData name="park sehun" userId="a5dd5dda71ea150a" providerId="LiveId" clId="{EE18F0ED-61EA-4400-8D5D-638E65FD2E5C}" dt="2020-03-17T07:59:02.073" v="11258" actId="14100"/>
          <ac:spMkLst>
            <pc:docMk/>
            <pc:sldMk cId="2840403519" sldId="1206"/>
            <ac:spMk id="141" creationId="{E6484351-331D-4968-8FCC-12163D804A48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42" creationId="{45D5DDD8-D97A-4248-A1BA-00E1E0CC78F0}"/>
          </ac:spMkLst>
        </pc:spChg>
        <pc:spChg chg="mod">
          <ac:chgData name="park sehun" userId="a5dd5dda71ea150a" providerId="LiveId" clId="{EE18F0ED-61EA-4400-8D5D-638E65FD2E5C}" dt="2020-03-17T08:07:46.688" v="11519" actId="14100"/>
          <ac:spMkLst>
            <pc:docMk/>
            <pc:sldMk cId="2840403519" sldId="1206"/>
            <ac:spMk id="143" creationId="{58920A5C-2317-4078-BB4C-653E876F70D5}"/>
          </ac:spMkLst>
        </pc:spChg>
        <pc:spChg chg="del">
          <ac:chgData name="park sehun" userId="a5dd5dda71ea150a" providerId="LiveId" clId="{EE18F0ED-61EA-4400-8D5D-638E65FD2E5C}" dt="2020-03-17T07:49:50.262" v="11017" actId="478"/>
          <ac:spMkLst>
            <pc:docMk/>
            <pc:sldMk cId="2840403519" sldId="1206"/>
            <ac:spMk id="144" creationId="{F7DA4AAB-1206-4616-B165-C69A8E8324F7}"/>
          </ac:spMkLst>
        </pc:spChg>
        <pc:spChg chg="del">
          <ac:chgData name="park sehun" userId="a5dd5dda71ea150a" providerId="LiveId" clId="{EE18F0ED-61EA-4400-8D5D-638E65FD2E5C}" dt="2020-03-17T07:49:54.738" v="11020" actId="478"/>
          <ac:spMkLst>
            <pc:docMk/>
            <pc:sldMk cId="2840403519" sldId="1206"/>
            <ac:spMk id="146" creationId="{90D16142-D034-4161-9F74-C10B081EE1A1}"/>
          </ac:spMkLst>
        </pc:spChg>
        <pc:spChg chg="mod">
          <ac:chgData name="park sehun" userId="a5dd5dda71ea150a" providerId="LiveId" clId="{EE18F0ED-61EA-4400-8D5D-638E65FD2E5C}" dt="2020-03-17T08:01:15.016" v="11346" actId="14100"/>
          <ac:spMkLst>
            <pc:docMk/>
            <pc:sldMk cId="2840403519" sldId="1206"/>
            <ac:spMk id="155" creationId="{EA6F08D6-6376-4BF3-9439-D63C8B7569E9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56" creationId="{382063AE-AEB3-46E5-A572-E3CE5F8A717E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58" creationId="{E0C2D20A-1CFA-48F1-8718-18290501A61E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0" creationId="{EED026F0-8DAF-4B42-9B01-725BCE0B1079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1" creationId="{BDD403D7-C207-46CA-9A93-7D4DECDAD007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3" creationId="{62D7595E-C6BE-409D-8B9E-05F028F34D97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4" creationId="{91DDAC37-FC46-4582-9261-9B33D8731C84}"/>
          </ac:spMkLst>
        </pc:spChg>
        <pc:spChg chg="mod">
          <ac:chgData name="park sehun" userId="a5dd5dda71ea150a" providerId="LiveId" clId="{EE18F0ED-61EA-4400-8D5D-638E65FD2E5C}" dt="2020-03-17T08:01:55.698" v="11362" actId="20577"/>
          <ac:spMkLst>
            <pc:docMk/>
            <pc:sldMk cId="2840403519" sldId="1206"/>
            <ac:spMk id="165" creationId="{FDEF1356-0B0C-42E0-B25D-425D6DF7E018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7" creationId="{43A0BB69-85D5-4FBC-B55E-B5A128D7097E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8" creationId="{FDA07B81-33B1-41CA-B029-0BCB1445DC6C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9" creationId="{25A81454-5BE9-4BEB-88F0-8F2DD82764E6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70" creationId="{4AC43D96-5232-41D8-87B6-2074670ECF57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71" creationId="{80F8B666-C3A4-45E0-B3A0-EA87285C0A2D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72" creationId="{EAFA79AA-4AFC-43DC-92E1-31EE71362171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77" creationId="{FFEEF539-DE6E-4521-AD8A-DA215389829E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90" creationId="{C33EB4A9-4FB7-4051-A298-3B20CC57D833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202" creationId="{B107FE2A-2953-4546-9DAB-09CF06F8713D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203" creationId="{5980C959-A98F-4AF3-BDFB-4F1BF60C87DD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205" creationId="{5A0509A7-085D-41DC-B327-BDD73F9442C1}"/>
          </ac:spMkLst>
        </pc:spChg>
        <pc:cxnChg chg="del">
          <ac:chgData name="park sehun" userId="a5dd5dda71ea150a" providerId="LiveId" clId="{EE18F0ED-61EA-4400-8D5D-638E65FD2E5C}" dt="2020-03-17T07:57:12.842" v="11096" actId="478"/>
          <ac:cxnSpMkLst>
            <pc:docMk/>
            <pc:sldMk cId="2840403519" sldId="1206"/>
            <ac:cxnSpMk id="50" creationId="{AA7171CE-0DE4-411A-87C9-037D611A0DB4}"/>
          </ac:cxnSpMkLst>
        </pc:cxnChg>
        <pc:cxnChg chg="add mod">
          <ac:chgData name="park sehun" userId="a5dd5dda71ea150a" providerId="LiveId" clId="{EE18F0ED-61EA-4400-8D5D-638E65FD2E5C}" dt="2020-03-17T07:58:35.150" v="11254" actId="1076"/>
          <ac:cxnSpMkLst>
            <pc:docMk/>
            <pc:sldMk cId="2840403519" sldId="1206"/>
            <ac:cxnSpMk id="78" creationId="{46324A2D-B8E1-4ACC-B344-896F0172C9E9}"/>
          </ac:cxnSpMkLst>
        </pc:cxnChg>
        <pc:cxnChg chg="add mod">
          <ac:chgData name="park sehun" userId="a5dd5dda71ea150a" providerId="LiveId" clId="{EE18F0ED-61EA-4400-8D5D-638E65FD2E5C}" dt="2020-03-17T07:58:40.530" v="11255" actId="478"/>
          <ac:cxnSpMkLst>
            <pc:docMk/>
            <pc:sldMk cId="2840403519" sldId="1206"/>
            <ac:cxnSpMk id="79" creationId="{6D4F4BDC-E588-4D42-93B0-BBEC93ED5411}"/>
          </ac:cxnSpMkLst>
        </pc:cxnChg>
        <pc:cxnChg chg="add mod">
          <ac:chgData name="park sehun" userId="a5dd5dda71ea150a" providerId="LiveId" clId="{EE18F0ED-61EA-4400-8D5D-638E65FD2E5C}" dt="2020-03-17T07:58:35.150" v="11254" actId="1076"/>
          <ac:cxnSpMkLst>
            <pc:docMk/>
            <pc:sldMk cId="2840403519" sldId="1206"/>
            <ac:cxnSpMk id="85" creationId="{EB08B692-354E-4310-95CE-9B93F46D4EB2}"/>
          </ac:cxnSpMkLst>
        </pc:cxnChg>
        <pc:cxnChg chg="del">
          <ac:chgData name="park sehun" userId="a5dd5dda71ea150a" providerId="LiveId" clId="{EE18F0ED-61EA-4400-8D5D-638E65FD2E5C}" dt="2020-03-17T07:57:12.842" v="11096" actId="478"/>
          <ac:cxnSpMkLst>
            <pc:docMk/>
            <pc:sldMk cId="2840403519" sldId="1206"/>
            <ac:cxnSpMk id="109" creationId="{A969775F-205F-4CE8-A83C-C1B5D775CBD6}"/>
          </ac:cxnSpMkLst>
        </pc:cxnChg>
        <pc:cxnChg chg="del">
          <ac:chgData name="park sehun" userId="a5dd5dda71ea150a" providerId="LiveId" clId="{EE18F0ED-61EA-4400-8D5D-638E65FD2E5C}" dt="2020-03-17T07:57:12.842" v="11096" actId="478"/>
          <ac:cxnSpMkLst>
            <pc:docMk/>
            <pc:sldMk cId="2840403519" sldId="1206"/>
            <ac:cxnSpMk id="112" creationId="{0FD22AD9-9F56-467D-B36A-7959011B7606}"/>
          </ac:cxnSpMkLst>
        </pc:cxnChg>
        <pc:cxnChg chg="del">
          <ac:chgData name="park sehun" userId="a5dd5dda71ea150a" providerId="LiveId" clId="{EE18F0ED-61EA-4400-8D5D-638E65FD2E5C}" dt="2020-03-17T07:57:12.842" v="11096" actId="478"/>
          <ac:cxnSpMkLst>
            <pc:docMk/>
            <pc:sldMk cId="2840403519" sldId="1206"/>
            <ac:cxnSpMk id="115" creationId="{917E94B7-E00D-4949-918C-C73177C30F19}"/>
          </ac:cxnSpMkLst>
        </pc:cxnChg>
        <pc:cxnChg chg="del">
          <ac:chgData name="park sehun" userId="a5dd5dda71ea150a" providerId="LiveId" clId="{EE18F0ED-61EA-4400-8D5D-638E65FD2E5C}" dt="2020-03-17T07:57:12.842" v="11096" actId="478"/>
          <ac:cxnSpMkLst>
            <pc:docMk/>
            <pc:sldMk cId="2840403519" sldId="1206"/>
            <ac:cxnSpMk id="121" creationId="{C8AAA004-100F-45B2-8D13-2031234C6C43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29" creationId="{2049EB34-2673-4FF6-ADE9-6D0E679F371B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32" creationId="{6F303630-F791-471C-85FB-7E102416E370}"/>
          </ac:cxnSpMkLst>
        </pc:cxnChg>
        <pc:cxnChg chg="del mod">
          <ac:chgData name="park sehun" userId="a5dd5dda71ea150a" providerId="LiveId" clId="{EE18F0ED-61EA-4400-8D5D-638E65FD2E5C}" dt="2020-03-17T07:49:51.585" v="11018" actId="478"/>
          <ac:cxnSpMkLst>
            <pc:docMk/>
            <pc:sldMk cId="2840403519" sldId="1206"/>
            <ac:cxnSpMk id="139" creationId="{177CC52F-5EC5-40F0-96F7-A3245CB764B2}"/>
          </ac:cxnSpMkLst>
        </pc:cxnChg>
        <pc:cxnChg chg="mod">
          <ac:chgData name="park sehun" userId="a5dd5dda71ea150a" providerId="LiveId" clId="{EE18F0ED-61EA-4400-8D5D-638E65FD2E5C}" dt="2020-03-17T07:59:02.073" v="11258" actId="14100"/>
          <ac:cxnSpMkLst>
            <pc:docMk/>
            <pc:sldMk cId="2840403519" sldId="1206"/>
            <ac:cxnSpMk id="140" creationId="{519EED41-BF6E-43C2-BE7C-106B7E940D55}"/>
          </ac:cxnSpMkLst>
        </pc:cxnChg>
        <pc:cxnChg chg="del mod">
          <ac:chgData name="park sehun" userId="a5dd5dda71ea150a" providerId="LiveId" clId="{EE18F0ED-61EA-4400-8D5D-638E65FD2E5C}" dt="2020-03-17T07:49:55.768" v="11021" actId="478"/>
          <ac:cxnSpMkLst>
            <pc:docMk/>
            <pc:sldMk cId="2840403519" sldId="1206"/>
            <ac:cxnSpMk id="148" creationId="{2ABB3475-C15B-4AE4-A07E-DE30F22563E2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57" creationId="{93F73B66-3619-4123-A26B-FF1CD4523DB2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59" creationId="{0E73A7B3-E68C-4097-8711-AC37C4A6773D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62" creationId="{AA9A262A-B59E-4700-9DF0-392396A79301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93" creationId="{BD2173C0-DEDB-46D3-A3A2-975C107E4ADA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96" creationId="{7549FCF7-2D70-415D-B7EC-1B2DB3C42F4B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207" creationId="{4C2309D1-35FB-4294-9B65-A584A2FC08D6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218" creationId="{119A11FA-D4FD-46E8-A698-A9ACAA39F7E2}"/>
          </ac:cxnSpMkLst>
        </pc:cxnChg>
      </pc:sldChg>
      <pc:sldChg chg="add del">
        <pc:chgData name="park sehun" userId="a5dd5dda71ea150a" providerId="LiveId" clId="{EE18F0ED-61EA-4400-8D5D-638E65FD2E5C}" dt="2020-03-17T07:22:04.447" v="10085"/>
        <pc:sldMkLst>
          <pc:docMk/>
          <pc:sldMk cId="3392741762" sldId="1206"/>
        </pc:sldMkLst>
      </pc:sldChg>
      <pc:sldChg chg="add del">
        <pc:chgData name="park sehun" userId="a5dd5dda71ea150a" providerId="LiveId" clId="{EE18F0ED-61EA-4400-8D5D-638E65FD2E5C}" dt="2020-03-17T08:08:25.530" v="11524" actId="47"/>
        <pc:sldMkLst>
          <pc:docMk/>
          <pc:sldMk cId="1259825487" sldId="1207"/>
        </pc:sldMkLst>
      </pc:sldChg>
      <pc:sldChg chg="addSp delSp modSp add">
        <pc:chgData name="park sehun" userId="a5dd5dda71ea150a" providerId="LiveId" clId="{EE18F0ED-61EA-4400-8D5D-638E65FD2E5C}" dt="2020-03-17T08:30:50.366" v="11954" actId="1036"/>
        <pc:sldMkLst>
          <pc:docMk/>
          <pc:sldMk cId="4108517493" sldId="1207"/>
        </pc:sldMkLst>
        <pc:spChg chg="add mod">
          <ac:chgData name="park sehun" userId="a5dd5dda71ea150a" providerId="LiveId" clId="{EE18F0ED-61EA-4400-8D5D-638E65FD2E5C}" dt="2020-03-17T08:18:38.942" v="11688" actId="14100"/>
          <ac:spMkLst>
            <pc:docMk/>
            <pc:sldMk cId="4108517493" sldId="1207"/>
            <ac:spMk id="4" creationId="{9A4083CB-9D71-4397-BF47-A993D1BC5C97}"/>
          </ac:spMkLst>
        </pc:spChg>
        <pc:spChg chg="add del mod">
          <ac:chgData name="park sehun" userId="a5dd5dda71ea150a" providerId="LiveId" clId="{EE18F0ED-61EA-4400-8D5D-638E65FD2E5C}" dt="2020-03-17T08:22:02.184" v="11804" actId="478"/>
          <ac:spMkLst>
            <pc:docMk/>
            <pc:sldMk cId="4108517493" sldId="1207"/>
            <ac:spMk id="5" creationId="{F2DCB63E-807E-4A4C-8DA5-9B09CB8E278E}"/>
          </ac:spMkLst>
        </pc:spChg>
        <pc:spChg chg="add del">
          <ac:chgData name="park sehun" userId="a5dd5dda71ea150a" providerId="LiveId" clId="{EE18F0ED-61EA-4400-8D5D-638E65FD2E5C}" dt="2020-03-17T08:22:45.448" v="11819"/>
          <ac:spMkLst>
            <pc:docMk/>
            <pc:sldMk cId="4108517493" sldId="1207"/>
            <ac:spMk id="6" creationId="{AC3A33CE-D6F6-4519-AA83-4F89AF911733}"/>
          </ac:spMkLst>
        </pc:spChg>
        <pc:spChg chg="add del">
          <ac:chgData name="park sehun" userId="a5dd5dda71ea150a" providerId="LiveId" clId="{EE18F0ED-61EA-4400-8D5D-638E65FD2E5C}" dt="2020-03-17T08:24:45.646" v="11851"/>
          <ac:spMkLst>
            <pc:docMk/>
            <pc:sldMk cId="4108517493" sldId="1207"/>
            <ac:spMk id="7" creationId="{159891EF-2456-493D-AC7A-C35FC692FC73}"/>
          </ac:spMkLst>
        </pc:spChg>
        <pc:spChg chg="mod">
          <ac:chgData name="park sehun" userId="a5dd5dda71ea150a" providerId="LiveId" clId="{EE18F0ED-61EA-4400-8D5D-638E65FD2E5C}" dt="2020-03-17T08:20:42.833" v="11786" actId="21"/>
          <ac:spMkLst>
            <pc:docMk/>
            <pc:sldMk cId="4108517493" sldId="1207"/>
            <ac:spMk id="54" creationId="{C29D6112-022A-4BE0-B087-9B0A74023A45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1" creationId="{59D153FA-6EA5-446E-9F3C-3344C943D5D9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2" creationId="{F3DC1CC7-DFD0-44FB-A884-FEF4D90A2569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3" creationId="{00598CEA-8D17-4AFC-B3C0-966FD6DB2DBB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4" creationId="{A70C003D-D435-4F1F-848A-DB64F75A2829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5" creationId="{B78D98BD-CDE6-4FCD-9622-44863303D6C6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6" creationId="{B8AD0869-952C-438B-9B46-93EAABE9836E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7" creationId="{938B8AB9-B41D-4CEF-968E-526CF1791A9C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8" creationId="{B7E93DF0-6CEC-4A76-B1CD-201EC02D378B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70" creationId="{B4886DE4-077F-4BCF-BF7D-3D4F8C456BC4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71" creationId="{EF9CA007-72DD-40A0-88DD-240ACF70ECAD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73" creationId="{7F28D5B1-2B0B-40EC-8922-2E6FBF17819E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74" creationId="{8D2ADE8B-B787-44E9-BB49-FB7F97EAA970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75" creationId="{4E5D0C0B-2E87-4FE7-B6CE-BE381585C0A1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77" creationId="{C9D7AF2C-EF8D-4B89-A696-B938C365A812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0" creationId="{3C7E88EC-9B51-4899-9CB0-D15885E7C3C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2" creationId="{279EC468-1116-4792-82B7-CA218937F61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3" creationId="{70D062D9-2235-4941-AF9F-6225328ED74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4" creationId="{F9E8CC95-BF1A-4B89-ABA8-1196FD5A0233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86" creationId="{75F3C1E7-4ECD-4E6B-9F87-CD922602B4EF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7" creationId="{DF4E9AED-7383-431E-8C84-D6BC228433BB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8" creationId="{5AECE9EF-AC91-4F0C-B911-1DE8666A09A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9" creationId="{008ED956-79CC-4285-A158-98F5D5FEE613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0" creationId="{4FF94082-B832-4B92-850C-6EA2F04D69EF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1" creationId="{770322EE-4DF9-4DEE-806A-A8A8FDAA903D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2" creationId="{39334E59-A376-435C-818E-6F22C70C34FD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3" creationId="{71AEA9F3-C0ED-4A2A-8A65-BFFA4BD09A13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5" creationId="{30AE3424-6401-4223-AB25-693F3520DC94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6" creationId="{8DB46844-A03B-48BC-BB2F-A641B552D605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8" creationId="{A3278153-DDA6-4570-8F6A-DFF3B74FEE22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0" creationId="{D91886B2-951D-4102-9871-BC3AB81994B2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1" creationId="{BA261C36-8B15-4D06-BA18-C06E9E6B1626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3" creationId="{71B82727-B7EA-4F72-AAA7-379810D542CF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4" creationId="{7ED90AA5-9449-40EE-9EC1-C8F30A2F691F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5" creationId="{869D0380-B38B-4289-B279-D572CA35B0A8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6" creationId="{B399E811-D749-4ADA-BC92-D23169CF3480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7" creationId="{EBD3F618-1362-4708-909F-BE415B17BA83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8" creationId="{B0C40A2A-E0C8-4C91-9D74-2DDE2F853546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9" creationId="{955B8B0D-F796-44E0-BA4A-808E461DF0CA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0" creationId="{8CA59D65-DA87-42FC-82AC-DBF7877815FA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1" creationId="{0C1A7927-33D0-4B32-A7D7-6BE9DF89DEA3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2" creationId="{1E2982CF-BDC2-4A80-8F10-87836F08E02B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3" creationId="{D648BFB6-8D58-472F-BDF2-48EC78372914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6" creationId="{9B2B7ABE-2CBB-4D23-8495-0D9939459158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7" creationId="{6C45DE58-9D89-429E-B91A-22B80B57083A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8" creationId="{33D8FD35-1FAE-4099-B394-C9924051378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2" creationId="{5956407C-33AF-4CFF-96B9-2A8A2BF0453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3" creationId="{29A88D42-D0AF-4EF9-92CA-C682BC9F9AF2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4" creationId="{FA46A8B9-8A29-41B5-9DD3-BB636239C047}"/>
          </ac:spMkLst>
        </pc:spChg>
        <pc:spChg chg="del">
          <ac:chgData name="park sehun" userId="a5dd5dda71ea150a" providerId="LiveId" clId="{EE18F0ED-61EA-4400-8D5D-638E65FD2E5C}" dt="2020-03-17T08:14:50.331" v="11596" actId="478"/>
          <ac:spMkLst>
            <pc:docMk/>
            <pc:sldMk cId="4108517493" sldId="1207"/>
            <ac:spMk id="125" creationId="{FEF3F1AF-1EBC-4523-9E3B-938E194E77C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6" creationId="{F4C21D66-D465-4C65-9223-83DC2B52DBC3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7" creationId="{0D1CD684-3F63-4057-A10F-CA091328EBA7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8" creationId="{9DE52B7E-4D1C-4E8F-B0CC-164EA6104491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30" creationId="{2E9FB8F5-E26F-4022-99F1-38FF2CBF3D7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31" creationId="{F8173851-A50D-4978-B64C-79C7E5AF6331}"/>
          </ac:spMkLst>
        </pc:spChg>
        <pc:spChg chg="add mod">
          <ac:chgData name="park sehun" userId="a5dd5dda71ea150a" providerId="LiveId" clId="{EE18F0ED-61EA-4400-8D5D-638E65FD2E5C}" dt="2020-03-17T08:30:50.366" v="11954" actId="1036"/>
          <ac:spMkLst>
            <pc:docMk/>
            <pc:sldMk cId="4108517493" sldId="1207"/>
            <ac:spMk id="133" creationId="{67DEBD4C-A3E0-4CBF-8A73-C318DCFA1CA6}"/>
          </ac:spMkLst>
        </pc:spChg>
        <pc:spChg chg="add mod">
          <ac:chgData name="park sehun" userId="a5dd5dda71ea150a" providerId="LiveId" clId="{EE18F0ED-61EA-4400-8D5D-638E65FD2E5C}" dt="2020-03-17T08:30:50.366" v="11954" actId="1036"/>
          <ac:spMkLst>
            <pc:docMk/>
            <pc:sldMk cId="4108517493" sldId="1207"/>
            <ac:spMk id="134" creationId="{D2349613-0883-40AC-ADDF-98D217D58CAE}"/>
          </ac:spMkLst>
        </pc:spChg>
        <pc:spChg chg="add del mod">
          <ac:chgData name="park sehun" userId="a5dd5dda71ea150a" providerId="LiveId" clId="{EE18F0ED-61EA-4400-8D5D-638E65FD2E5C}" dt="2020-03-17T08:21:43.232" v="11801"/>
          <ac:spMkLst>
            <pc:docMk/>
            <pc:sldMk cId="4108517493" sldId="1207"/>
            <ac:spMk id="135" creationId="{7A01D0FD-41C4-4004-920D-3AE6338E7BC0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36" creationId="{B6FE3E06-A97E-4DFD-9609-5E2EC420CEF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37" creationId="{4001E03E-76B1-4F64-9BC7-A35719DAD5A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38" creationId="{B5A8285F-CD7C-4B45-871F-1EF840D611F4}"/>
          </ac:spMkLst>
        </pc:spChg>
        <pc:spChg chg="add mod">
          <ac:chgData name="park sehun" userId="a5dd5dda71ea150a" providerId="LiveId" clId="{EE18F0ED-61EA-4400-8D5D-638E65FD2E5C}" dt="2020-03-17T08:30:50.366" v="11954" actId="1036"/>
          <ac:spMkLst>
            <pc:docMk/>
            <pc:sldMk cId="4108517493" sldId="1207"/>
            <ac:spMk id="139" creationId="{9B7CDF77-9656-4AD0-9738-8EFF6F8001F4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41" creationId="{E6484351-331D-4968-8FCC-12163D804A4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42" creationId="{45D5DDD8-D97A-4248-A1BA-00E1E0CC78F0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43" creationId="{58920A5C-2317-4078-BB4C-653E876F70D5}"/>
          </ac:spMkLst>
        </pc:spChg>
        <pc:spChg chg="add mod">
          <ac:chgData name="park sehun" userId="a5dd5dda71ea150a" providerId="LiveId" clId="{EE18F0ED-61EA-4400-8D5D-638E65FD2E5C}" dt="2020-03-17T08:30:50.366" v="11954" actId="1036"/>
          <ac:spMkLst>
            <pc:docMk/>
            <pc:sldMk cId="4108517493" sldId="1207"/>
            <ac:spMk id="144" creationId="{90BC8423-22D7-4A6C-BB35-E1746279FE97}"/>
          </ac:spMkLst>
        </pc:spChg>
        <pc:spChg chg="add del mod">
          <ac:chgData name="park sehun" userId="a5dd5dda71ea150a" providerId="LiveId" clId="{EE18F0ED-61EA-4400-8D5D-638E65FD2E5C}" dt="2020-03-17T08:26:05.357" v="11882"/>
          <ac:spMkLst>
            <pc:docMk/>
            <pc:sldMk cId="4108517493" sldId="1207"/>
            <ac:spMk id="145" creationId="{1B975C98-FD79-46A8-ABDA-C24B078F251C}"/>
          </ac:spMkLst>
        </pc:spChg>
        <pc:spChg chg="add mod">
          <ac:chgData name="park sehun" userId="a5dd5dda71ea150a" providerId="LiveId" clId="{EE18F0ED-61EA-4400-8D5D-638E65FD2E5C}" dt="2020-03-17T08:30:43.005" v="11941" actId="1076"/>
          <ac:spMkLst>
            <pc:docMk/>
            <pc:sldMk cId="4108517493" sldId="1207"/>
            <ac:spMk id="146" creationId="{E08554D4-F815-4682-ABA2-1FD4B6EE409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55" creationId="{EA6F08D6-6376-4BF3-9439-D63C8B7569E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56" creationId="{382063AE-AEB3-46E5-A572-E3CE5F8A717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58" creationId="{E0C2D20A-1CFA-48F1-8718-18290501A61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0" creationId="{EED026F0-8DAF-4B42-9B01-725BCE0B107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1" creationId="{BDD403D7-C207-46CA-9A93-7D4DECDAD007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3" creationId="{62D7595E-C6BE-409D-8B9E-05F028F34D97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4" creationId="{91DDAC37-FC46-4582-9261-9B33D8731C84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5" creationId="{FDEF1356-0B0C-42E0-B25D-425D6DF7E01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7" creationId="{43A0BB69-85D5-4FBC-B55E-B5A128D7097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8" creationId="{FDA07B81-33B1-41CA-B029-0BCB1445DC6C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9" creationId="{25A81454-5BE9-4BEB-88F0-8F2DD82764E6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70" creationId="{4AC43D96-5232-41D8-87B6-2074670ECF57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71" creationId="{80F8B666-C3A4-45E0-B3A0-EA87285C0A2D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72" creationId="{EAFA79AA-4AFC-43DC-92E1-31EE71362171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77" creationId="{FFEEF539-DE6E-4521-AD8A-DA215389829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90" creationId="{C33EB4A9-4FB7-4051-A298-3B20CC57D833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202" creationId="{B107FE2A-2953-4546-9DAB-09CF06F8713D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203" creationId="{5980C959-A98F-4AF3-BDFB-4F1BF60C87DD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205" creationId="{5A0509A7-085D-41DC-B327-BDD73F9442C1}"/>
          </ac:spMkLst>
        </pc:spChg>
        <pc:spChg chg="mod">
          <ac:chgData name="park sehun" userId="a5dd5dda71ea150a" providerId="LiveId" clId="{EE18F0ED-61EA-4400-8D5D-638E65FD2E5C}" dt="2020-03-17T08:20:59.799" v="11796" actId="20577"/>
          <ac:spMkLst>
            <pc:docMk/>
            <pc:sldMk cId="4108517493" sldId="1207"/>
            <ac:spMk id="62466" creationId="{00000000-0000-0000-0000-000000000000}"/>
          </ac:spMkLst>
        </pc:spChg>
        <pc:picChg chg="add del mod">
          <ac:chgData name="park sehun" userId="a5dd5dda71ea150a" providerId="LiveId" clId="{EE18F0ED-61EA-4400-8D5D-638E65FD2E5C}" dt="2020-03-17T08:17:47.859" v="11680" actId="478"/>
          <ac:picMkLst>
            <pc:docMk/>
            <pc:sldMk cId="4108517493" sldId="1207"/>
            <ac:picMk id="3" creationId="{18E9CFE5-F1F9-4518-BF8A-2F34879ADDAA}"/>
          </ac:picMkLst>
        </pc:picChg>
        <pc:picChg chg="add mod">
          <ac:chgData name="park sehun" userId="a5dd5dda71ea150a" providerId="LiveId" clId="{EE18F0ED-61EA-4400-8D5D-638E65FD2E5C}" dt="2020-03-17T08:17:43.136" v="11679" actId="14100"/>
          <ac:picMkLst>
            <pc:docMk/>
            <pc:sldMk cId="4108517493" sldId="1207"/>
            <ac:picMk id="121" creationId="{48E433F3-5762-4224-8E3B-8E097D80DA4C}"/>
          </ac:picMkLst>
        </pc:pic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69" creationId="{83B1D984-8D26-4E6A-B0F6-B79060D81F6F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72" creationId="{E420A43D-B947-445F-A68F-69DAFC10C8D5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76" creationId="{5B4BA572-9D0A-41F8-8BF7-36091DCD4386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78" creationId="{46324A2D-B8E1-4ACC-B344-896F0172C9E9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79" creationId="{6D4F4BDC-E588-4D42-93B0-BBEC93ED5411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81" creationId="{C9C9F302-06A0-4AD4-924E-8070E3FA3B94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85" creationId="{EB08B692-354E-4310-95CE-9B93F46D4EB2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94" creationId="{6043E537-7D89-4E2F-B307-804875B68345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97" creationId="{7B4DEBAA-707E-4D4C-90F6-AF760CFF14A0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99" creationId="{39EF5997-8A1E-4365-A3B5-2C5FB82C2D50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102" creationId="{8F1821F5-CC7B-4486-8E0E-6B673321B711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114" creationId="{A250A377-1F4E-486D-B1E7-C778F6C6A991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115" creationId="{3810B004-9B49-4A38-A345-DAA3AAE93D1C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119" creationId="{6D174B97-A799-426C-A5BE-70AE82A45A1A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120" creationId="{C3BBC9B2-6F37-4876-9144-804FBD519673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29" creationId="{2049EB34-2673-4FF6-ADE9-6D0E679F371B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32" creationId="{6F303630-F791-471C-85FB-7E102416E370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40" creationId="{519EED41-BF6E-43C2-BE7C-106B7E940D55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57" creationId="{93F73B66-3619-4123-A26B-FF1CD4523DB2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59" creationId="{0E73A7B3-E68C-4097-8711-AC37C4A6773D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62" creationId="{AA9A262A-B59E-4700-9DF0-392396A79301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93" creationId="{BD2173C0-DEDB-46D3-A3A2-975C107E4ADA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96" creationId="{7549FCF7-2D70-415D-B7EC-1B2DB3C42F4B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207" creationId="{4C2309D1-35FB-4294-9B65-A584A2FC08D6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218" creationId="{119A11FA-D4FD-46E8-A698-A9ACAA39F7E2}"/>
          </ac:cxnSpMkLst>
        </pc:cxnChg>
      </pc:sldChg>
    </pc:docChg>
  </pc:docChgLst>
  <pc:docChgLst>
    <pc:chgData name="park sehun" userId="a5dd5dda71ea150a" providerId="LiveId" clId="{C43683D0-D4D9-4BED-9220-AD1E10ADF921}"/>
    <pc:docChg chg="undo custSel addSld delSld modSld sldOrd">
      <pc:chgData name="park sehun" userId="a5dd5dda71ea150a" providerId="LiveId" clId="{C43683D0-D4D9-4BED-9220-AD1E10ADF921}" dt="2020-04-27T02:40:30.442" v="11726"/>
      <pc:docMkLst>
        <pc:docMk/>
      </pc:docMkLst>
      <pc:sldChg chg="modSp">
        <pc:chgData name="park sehun" userId="a5dd5dda71ea150a" providerId="LiveId" clId="{C43683D0-D4D9-4BED-9220-AD1E10ADF921}" dt="2020-04-09T05:16:53.212" v="274" actId="1038"/>
        <pc:sldMkLst>
          <pc:docMk/>
          <pc:sldMk cId="2315492388" sldId="1111"/>
        </pc:sldMkLst>
        <pc:spChg chg="mod">
          <ac:chgData name="park sehun" userId="a5dd5dda71ea150a" providerId="LiveId" clId="{C43683D0-D4D9-4BED-9220-AD1E10ADF921}" dt="2020-04-09T02:59:02.755" v="204" actId="14100"/>
          <ac:spMkLst>
            <pc:docMk/>
            <pc:sldMk cId="2315492388" sldId="1111"/>
            <ac:spMk id="29" creationId="{EF441A25-7104-4C3A-99DA-66E46B88C68A}"/>
          </ac:spMkLst>
        </pc:spChg>
        <pc:spChg chg="mod">
          <ac:chgData name="park sehun" userId="a5dd5dda71ea150a" providerId="LiveId" clId="{C43683D0-D4D9-4BED-9220-AD1E10ADF921}" dt="2020-04-09T02:59:35.430" v="238" actId="14100"/>
          <ac:spMkLst>
            <pc:docMk/>
            <pc:sldMk cId="2315492388" sldId="1111"/>
            <ac:spMk id="30" creationId="{EDF1AA4D-09D0-4259-8EEC-7C4BE43CE48E}"/>
          </ac:spMkLst>
        </pc:spChg>
        <pc:spChg chg="mod">
          <ac:chgData name="park sehun" userId="a5dd5dda71ea150a" providerId="LiveId" clId="{C43683D0-D4D9-4BED-9220-AD1E10ADF921}" dt="2020-04-09T02:56:35.158" v="48" actId="20577"/>
          <ac:spMkLst>
            <pc:docMk/>
            <pc:sldMk cId="2315492388" sldId="1111"/>
            <ac:spMk id="34" creationId="{D3BF3F2A-3DBB-4275-B187-1FF5574B75A4}"/>
          </ac:spMkLst>
        </pc:spChg>
        <pc:spChg chg="mod">
          <ac:chgData name="park sehun" userId="a5dd5dda71ea150a" providerId="LiveId" clId="{C43683D0-D4D9-4BED-9220-AD1E10ADF921}" dt="2020-04-09T02:58:38.446" v="185" actId="20577"/>
          <ac:spMkLst>
            <pc:docMk/>
            <pc:sldMk cId="2315492388" sldId="1111"/>
            <ac:spMk id="38" creationId="{695D28C2-36BE-490B-8E46-FAB7D2D78682}"/>
          </ac:spMkLst>
        </pc:spChg>
        <pc:spChg chg="mod">
          <ac:chgData name="park sehun" userId="a5dd5dda71ea150a" providerId="LiveId" clId="{C43683D0-D4D9-4BED-9220-AD1E10ADF921}" dt="2020-04-09T02:59:04.986" v="205" actId="14100"/>
          <ac:spMkLst>
            <pc:docMk/>
            <pc:sldMk cId="2315492388" sldId="1111"/>
            <ac:spMk id="49" creationId="{2939660F-0B3E-4DF1-AFF4-25469CCD819D}"/>
          </ac:spMkLst>
        </pc:spChg>
        <pc:spChg chg="mod">
          <ac:chgData name="park sehun" userId="a5dd5dda71ea150a" providerId="LiveId" clId="{C43683D0-D4D9-4BED-9220-AD1E10ADF921}" dt="2020-04-09T05:16:53.212" v="274" actId="1038"/>
          <ac:spMkLst>
            <pc:docMk/>
            <pc:sldMk cId="2315492388" sldId="1111"/>
            <ac:spMk id="50" creationId="{8B455AF4-313D-457B-9C90-C346B75D96DF}"/>
          </ac:spMkLst>
        </pc:spChg>
        <pc:spChg chg="mod">
          <ac:chgData name="park sehun" userId="a5dd5dda71ea150a" providerId="LiveId" clId="{C43683D0-D4D9-4BED-9220-AD1E10ADF921}" dt="2020-04-09T02:58:58.389" v="203" actId="14100"/>
          <ac:spMkLst>
            <pc:docMk/>
            <pc:sldMk cId="2315492388" sldId="1111"/>
            <ac:spMk id="53" creationId="{8736B51D-EF28-48C7-A089-9BD5ED8D51B6}"/>
          </ac:spMkLst>
        </pc:spChg>
        <pc:spChg chg="mod">
          <ac:chgData name="park sehun" userId="a5dd5dda71ea150a" providerId="LiveId" clId="{C43683D0-D4D9-4BED-9220-AD1E10ADF921}" dt="2020-04-09T02:59:13.474" v="219" actId="1038"/>
          <ac:spMkLst>
            <pc:docMk/>
            <pc:sldMk cId="2315492388" sldId="1111"/>
            <ac:spMk id="54" creationId="{B77BEA32-E8C4-4037-8F3D-45158CC18FD7}"/>
          </ac:spMkLst>
        </pc:spChg>
        <pc:spChg chg="mod">
          <ac:chgData name="park sehun" userId="a5dd5dda71ea150a" providerId="LiveId" clId="{C43683D0-D4D9-4BED-9220-AD1E10ADF921}" dt="2020-04-09T02:59:25.575" v="236" actId="1038"/>
          <ac:spMkLst>
            <pc:docMk/>
            <pc:sldMk cId="2315492388" sldId="1111"/>
            <ac:spMk id="59" creationId="{3612D448-A150-47E9-9127-AB1AC0C6F909}"/>
          </ac:spMkLst>
        </pc:spChg>
        <pc:spChg chg="mod">
          <ac:chgData name="park sehun" userId="a5dd5dda71ea150a" providerId="LiveId" clId="{C43683D0-D4D9-4BED-9220-AD1E10ADF921}" dt="2020-04-09T02:58:30.838" v="177" actId="20577"/>
          <ac:spMkLst>
            <pc:docMk/>
            <pc:sldMk cId="2315492388" sldId="1111"/>
            <ac:spMk id="92" creationId="{D050E484-08F7-4045-BBB3-0B477736D022}"/>
          </ac:spMkLst>
        </pc:spChg>
        <pc:cxnChg chg="mod">
          <ac:chgData name="park sehun" userId="a5dd5dda71ea150a" providerId="LiveId" clId="{C43683D0-D4D9-4BED-9220-AD1E10ADF921}" dt="2020-04-09T05:16:53.212" v="274" actId="1038"/>
          <ac:cxnSpMkLst>
            <pc:docMk/>
            <pc:sldMk cId="2315492388" sldId="1111"/>
            <ac:cxnSpMk id="51" creationId="{6E36250F-3CDF-4E10-9E5B-F1D571A5DDD7}"/>
          </ac:cxnSpMkLst>
        </pc:cxnChg>
        <pc:cxnChg chg="mod">
          <ac:chgData name="park sehun" userId="a5dd5dda71ea150a" providerId="LiveId" clId="{C43683D0-D4D9-4BED-9220-AD1E10ADF921}" dt="2020-04-09T05:16:53.212" v="274" actId="1038"/>
          <ac:cxnSpMkLst>
            <pc:docMk/>
            <pc:sldMk cId="2315492388" sldId="1111"/>
            <ac:cxnSpMk id="52" creationId="{30738D3F-5A24-42E1-AA4D-F7502EC278BB}"/>
          </ac:cxnSpMkLst>
        </pc:cxnChg>
        <pc:cxnChg chg="mod">
          <ac:chgData name="park sehun" userId="a5dd5dda71ea150a" providerId="LiveId" clId="{C43683D0-D4D9-4BED-9220-AD1E10ADF921}" dt="2020-04-09T02:59:13.474" v="219" actId="1038"/>
          <ac:cxnSpMkLst>
            <pc:docMk/>
            <pc:sldMk cId="2315492388" sldId="1111"/>
            <ac:cxnSpMk id="55" creationId="{FC572E6C-B196-4A39-8AFA-A0A468992A14}"/>
          </ac:cxnSpMkLst>
        </pc:cxnChg>
        <pc:cxnChg chg="mod">
          <ac:chgData name="park sehun" userId="a5dd5dda71ea150a" providerId="LiveId" clId="{C43683D0-D4D9-4BED-9220-AD1E10ADF921}" dt="2020-04-09T02:59:25.575" v="236" actId="1038"/>
          <ac:cxnSpMkLst>
            <pc:docMk/>
            <pc:sldMk cId="2315492388" sldId="1111"/>
            <ac:cxnSpMk id="56" creationId="{8202010C-A34B-40B0-A332-EAEE137D02D3}"/>
          </ac:cxnSpMkLst>
        </pc:cxnChg>
        <pc:cxnChg chg="mod">
          <ac:chgData name="park sehun" userId="a5dd5dda71ea150a" providerId="LiveId" clId="{C43683D0-D4D9-4BED-9220-AD1E10ADF921}" dt="2020-04-09T02:59:02.755" v="204" actId="14100"/>
          <ac:cxnSpMkLst>
            <pc:docMk/>
            <pc:sldMk cId="2315492388" sldId="1111"/>
            <ac:cxnSpMk id="78" creationId="{E9CD6445-5549-48C4-AB77-83D105BD149D}"/>
          </ac:cxnSpMkLst>
        </pc:cxnChg>
        <pc:cxnChg chg="mod">
          <ac:chgData name="park sehun" userId="a5dd5dda71ea150a" providerId="LiveId" clId="{C43683D0-D4D9-4BED-9220-AD1E10ADF921}" dt="2020-04-09T02:59:13.474" v="219" actId="1038"/>
          <ac:cxnSpMkLst>
            <pc:docMk/>
            <pc:sldMk cId="2315492388" sldId="1111"/>
            <ac:cxnSpMk id="88" creationId="{B4EBAEBD-AC3C-4072-8906-36B121806D93}"/>
          </ac:cxnSpMkLst>
        </pc:cxnChg>
      </pc:sldChg>
      <pc:sldChg chg="modSp add del">
        <pc:chgData name="park sehun" userId="a5dd5dda71ea150a" providerId="LiveId" clId="{C43683D0-D4D9-4BED-9220-AD1E10ADF921}" dt="2020-04-24T06:04:43.704" v="8801" actId="47"/>
        <pc:sldMkLst>
          <pc:docMk/>
          <pc:sldMk cId="3184428390" sldId="1171"/>
        </pc:sldMkLst>
        <pc:spChg chg="mod">
          <ac:chgData name="park sehun" userId="a5dd5dda71ea150a" providerId="LiveId" clId="{C43683D0-D4D9-4BED-9220-AD1E10ADF921}" dt="2020-04-23T06:10:02.832" v="8799"/>
          <ac:spMkLst>
            <pc:docMk/>
            <pc:sldMk cId="3184428390" sldId="1171"/>
            <ac:spMk id="49154" creationId="{00000000-0000-0000-0000-000000000000}"/>
          </ac:spMkLst>
        </pc:spChg>
      </pc:sldChg>
      <pc:sldChg chg="add">
        <pc:chgData name="park sehun" userId="a5dd5dda71ea150a" providerId="LiveId" clId="{C43683D0-D4D9-4BED-9220-AD1E10ADF921}" dt="2020-04-27T02:29:50.468" v="11723"/>
        <pc:sldMkLst>
          <pc:docMk/>
          <pc:sldMk cId="3177499770" sldId="1173"/>
        </pc:sldMkLst>
      </pc:sldChg>
      <pc:sldChg chg="add">
        <pc:chgData name="park sehun" userId="a5dd5dda71ea150a" providerId="LiveId" clId="{C43683D0-D4D9-4BED-9220-AD1E10ADF921}" dt="2020-04-27T02:29:58.740" v="11724"/>
        <pc:sldMkLst>
          <pc:docMk/>
          <pc:sldMk cId="2106983602" sldId="1177"/>
        </pc:sldMkLst>
      </pc:sldChg>
      <pc:sldChg chg="del">
        <pc:chgData name="park sehun" userId="a5dd5dda71ea150a" providerId="LiveId" clId="{C43683D0-D4D9-4BED-9220-AD1E10ADF921}" dt="2020-04-23T06:05:25.562" v="8756" actId="47"/>
        <pc:sldMkLst>
          <pc:docMk/>
          <pc:sldMk cId="1112830151" sldId="1192"/>
        </pc:sldMkLst>
      </pc:sldChg>
      <pc:sldChg chg="addSp delSp modSp add">
        <pc:chgData name="park sehun" userId="a5dd5dda71ea150a" providerId="LiveId" clId="{C43683D0-D4D9-4BED-9220-AD1E10ADF921}" dt="2020-04-23T05:41:35.955" v="7931" actId="1036"/>
        <pc:sldMkLst>
          <pc:docMk/>
          <pc:sldMk cId="1883614509" sldId="1194"/>
        </pc:sldMkLst>
        <pc:spChg chg="mod">
          <ac:chgData name="park sehun" userId="a5dd5dda71ea150a" providerId="LiveId" clId="{C43683D0-D4D9-4BED-9220-AD1E10ADF921}" dt="2020-04-23T05:41:35.955" v="7931" actId="1036"/>
          <ac:spMkLst>
            <pc:docMk/>
            <pc:sldMk cId="1883614509" sldId="1194"/>
            <ac:spMk id="4" creationId="{9DA76C4A-1B38-4C07-A24B-3F7114B667CD}"/>
          </ac:spMkLst>
        </pc:spChg>
        <pc:spChg chg="add mod">
          <ac:chgData name="park sehun" userId="a5dd5dda71ea150a" providerId="LiveId" clId="{C43683D0-D4D9-4BED-9220-AD1E10ADF921}" dt="2020-04-23T05:28:11.769" v="7084" actId="1076"/>
          <ac:spMkLst>
            <pc:docMk/>
            <pc:sldMk cId="1883614509" sldId="1194"/>
            <ac:spMk id="31" creationId="{6B8D8EBD-40DD-4258-826B-C8A548C48E36}"/>
          </ac:spMkLst>
        </pc:spChg>
        <pc:spChg chg="add mod">
          <ac:chgData name="park sehun" userId="a5dd5dda71ea150a" providerId="LiveId" clId="{C43683D0-D4D9-4BED-9220-AD1E10ADF921}" dt="2020-04-23T05:39:00.358" v="7771" actId="1076"/>
          <ac:spMkLst>
            <pc:docMk/>
            <pc:sldMk cId="1883614509" sldId="1194"/>
            <ac:spMk id="38" creationId="{06AF87D0-D603-44F7-AEB6-7363D8AC5F18}"/>
          </ac:spMkLst>
        </pc:spChg>
        <pc:spChg chg="add mod">
          <ac:chgData name="park sehun" userId="a5dd5dda71ea150a" providerId="LiveId" clId="{C43683D0-D4D9-4BED-9220-AD1E10ADF921}" dt="2020-04-23T05:24:54.119" v="7059" actId="1076"/>
          <ac:spMkLst>
            <pc:docMk/>
            <pc:sldMk cId="1883614509" sldId="1194"/>
            <ac:spMk id="44" creationId="{73B166D3-BFE0-4EFA-A2EB-FABA3FB98657}"/>
          </ac:spMkLst>
        </pc:spChg>
        <pc:spChg chg="add mod">
          <ac:chgData name="park sehun" userId="a5dd5dda71ea150a" providerId="LiveId" clId="{C43683D0-D4D9-4BED-9220-AD1E10ADF921}" dt="2020-04-23T05:31:45.748" v="7361" actId="1038"/>
          <ac:spMkLst>
            <pc:docMk/>
            <pc:sldMk cId="1883614509" sldId="1194"/>
            <ac:spMk id="45" creationId="{645D5074-6A8C-41A5-8366-6D81A7F929E4}"/>
          </ac:spMkLst>
        </pc:spChg>
        <pc:spChg chg="add mod">
          <ac:chgData name="park sehun" userId="a5dd5dda71ea150a" providerId="LiveId" clId="{C43683D0-D4D9-4BED-9220-AD1E10ADF921}" dt="2020-04-23T05:23:30.284" v="7048" actId="1035"/>
          <ac:spMkLst>
            <pc:docMk/>
            <pc:sldMk cId="1883614509" sldId="1194"/>
            <ac:spMk id="46" creationId="{FBA52EF9-5C05-474B-A2BE-51D2D96F5A6E}"/>
          </ac:spMkLst>
        </pc:spChg>
        <pc:spChg chg="add mod">
          <ac:chgData name="park sehun" userId="a5dd5dda71ea150a" providerId="LiveId" clId="{C43683D0-D4D9-4BED-9220-AD1E10ADF921}" dt="2020-04-23T05:31:49.003" v="7364" actId="1038"/>
          <ac:spMkLst>
            <pc:docMk/>
            <pc:sldMk cId="1883614509" sldId="1194"/>
            <ac:spMk id="48" creationId="{23E0BB82-7A65-4E78-B5B7-C5A6C8E2C4C5}"/>
          </ac:spMkLst>
        </pc:spChg>
        <pc:spChg chg="add mod">
          <ac:chgData name="park sehun" userId="a5dd5dda71ea150a" providerId="LiveId" clId="{C43683D0-D4D9-4BED-9220-AD1E10ADF921}" dt="2020-04-23T05:34:50.597" v="7523" actId="1035"/>
          <ac:spMkLst>
            <pc:docMk/>
            <pc:sldMk cId="1883614509" sldId="1194"/>
            <ac:spMk id="50" creationId="{252913A6-9E42-4E81-ADBD-B2936903EE91}"/>
          </ac:spMkLst>
        </pc:spChg>
        <pc:spChg chg="mod">
          <ac:chgData name="park sehun" userId="a5dd5dda71ea150a" providerId="LiveId" clId="{C43683D0-D4D9-4BED-9220-AD1E10ADF921}" dt="2020-04-23T05:41:26.269" v="7915" actId="20577"/>
          <ac:spMkLst>
            <pc:docMk/>
            <pc:sldMk cId="1883614509" sldId="1194"/>
            <ac:spMk id="54" creationId="{C29D6112-022A-4BE0-B087-9B0A74023A45}"/>
          </ac:spMkLst>
        </pc:spChg>
        <pc:spChg chg="del">
          <ac:chgData name="park sehun" userId="a5dd5dda71ea150a" providerId="LiveId" clId="{C43683D0-D4D9-4BED-9220-AD1E10ADF921}" dt="2020-04-23T05:17:54.557" v="6788" actId="478"/>
          <ac:spMkLst>
            <pc:docMk/>
            <pc:sldMk cId="1883614509" sldId="1194"/>
            <ac:spMk id="82" creationId="{A05A5C14-BDAD-4191-88FF-22A6514529FF}"/>
          </ac:spMkLst>
        </pc:spChg>
        <pc:spChg chg="mod">
          <ac:chgData name="park sehun" userId="a5dd5dda71ea150a" providerId="LiveId" clId="{C43683D0-D4D9-4BED-9220-AD1E10ADF921}" dt="2020-04-23T05:17:45.972" v="6787" actId="1076"/>
          <ac:spMkLst>
            <pc:docMk/>
            <pc:sldMk cId="1883614509" sldId="1194"/>
            <ac:spMk id="62466" creationId="{00000000-0000-0000-0000-000000000000}"/>
          </ac:spMkLst>
        </pc:spChg>
        <pc:graphicFrameChg chg="add mod modGraphic">
          <ac:chgData name="park sehun" userId="a5dd5dda71ea150a" providerId="LiveId" clId="{C43683D0-D4D9-4BED-9220-AD1E10ADF921}" dt="2020-04-23T05:36:57.074" v="7687" actId="20577"/>
          <ac:graphicFrameMkLst>
            <pc:docMk/>
            <pc:sldMk cId="1883614509" sldId="1194"/>
            <ac:graphicFrameMk id="36" creationId="{4E4FB4C6-424E-4D97-BE94-5532B1E8DB6A}"/>
          </ac:graphicFrameMkLst>
        </pc:graphicFrameChg>
        <pc:graphicFrameChg chg="add mod modGraphic">
          <ac:chgData name="park sehun" userId="a5dd5dda71ea150a" providerId="LiveId" clId="{C43683D0-D4D9-4BED-9220-AD1E10ADF921}" dt="2020-04-23T05:31:10.924" v="7343" actId="1038"/>
          <ac:graphicFrameMkLst>
            <pc:docMk/>
            <pc:sldMk cId="1883614509" sldId="1194"/>
            <ac:graphicFrameMk id="37" creationId="{00C16E2C-4851-40AF-B6A1-0AD71BDF27A5}"/>
          </ac:graphicFrameMkLst>
        </pc:graphicFrameChg>
        <pc:graphicFrameChg chg="mod modGraphic">
          <ac:chgData name="park sehun" userId="a5dd5dda71ea150a" providerId="LiveId" clId="{C43683D0-D4D9-4BED-9220-AD1E10ADF921}" dt="2020-04-23T05:28:45.524" v="7106" actId="1038"/>
          <ac:graphicFrameMkLst>
            <pc:docMk/>
            <pc:sldMk cId="1883614509" sldId="1194"/>
            <ac:graphicFrameMk id="40" creationId="{ECAD3212-31C3-4336-A475-6FA93CC392A5}"/>
          </ac:graphicFrameMkLst>
        </pc:graphicFrameChg>
        <pc:graphicFrameChg chg="mod modGraphic">
          <ac:chgData name="park sehun" userId="a5dd5dda71ea150a" providerId="LiveId" clId="{C43683D0-D4D9-4BED-9220-AD1E10ADF921}" dt="2020-04-23T05:38:54.939" v="7770" actId="20577"/>
          <ac:graphicFrameMkLst>
            <pc:docMk/>
            <pc:sldMk cId="1883614509" sldId="1194"/>
            <ac:graphicFrameMk id="41" creationId="{6309DDD5-0FFC-44D1-A3AC-BA5760A1D84F}"/>
          </ac:graphicFrameMkLst>
        </pc:graphicFrameChg>
        <pc:graphicFrameChg chg="del">
          <ac:chgData name="park sehun" userId="a5dd5dda71ea150a" providerId="LiveId" clId="{C43683D0-D4D9-4BED-9220-AD1E10ADF921}" dt="2020-04-23T05:17:39.669" v="6786" actId="478"/>
          <ac:graphicFrameMkLst>
            <pc:docMk/>
            <pc:sldMk cId="1883614509" sldId="1194"/>
            <ac:graphicFrameMk id="53" creationId="{671A8770-D518-46A1-9270-E031DE3D2678}"/>
          </ac:graphicFrameMkLst>
        </pc:graphicFrameChg>
        <pc:graphicFrameChg chg="del">
          <ac:chgData name="park sehun" userId="a5dd5dda71ea150a" providerId="LiveId" clId="{C43683D0-D4D9-4BED-9220-AD1E10ADF921}" dt="2020-04-23T05:17:54.557" v="6788" actId="478"/>
          <ac:graphicFrameMkLst>
            <pc:docMk/>
            <pc:sldMk cId="1883614509" sldId="1194"/>
            <ac:graphicFrameMk id="55" creationId="{E9DCCBAA-2F45-48FE-AAC9-86936C6F9628}"/>
          </ac:graphicFrameMkLst>
        </pc:graphicFrameChg>
        <pc:graphicFrameChg chg="del">
          <ac:chgData name="park sehun" userId="a5dd5dda71ea150a" providerId="LiveId" clId="{C43683D0-D4D9-4BED-9220-AD1E10ADF921}" dt="2020-04-23T05:29:45.945" v="7227" actId="478"/>
          <ac:graphicFrameMkLst>
            <pc:docMk/>
            <pc:sldMk cId="1883614509" sldId="1194"/>
            <ac:graphicFrameMk id="61" creationId="{92D54372-B38B-4804-AAAD-B4A39725A31A}"/>
          </ac:graphicFrameMkLst>
        </pc:graphicFrameChg>
        <pc:graphicFrameChg chg="del">
          <ac:chgData name="park sehun" userId="a5dd5dda71ea150a" providerId="LiveId" clId="{C43683D0-D4D9-4BED-9220-AD1E10ADF921}" dt="2020-04-23T05:29:45.945" v="7227" actId="478"/>
          <ac:graphicFrameMkLst>
            <pc:docMk/>
            <pc:sldMk cId="1883614509" sldId="1194"/>
            <ac:graphicFrameMk id="72" creationId="{59410FA4-4444-43C1-A3B0-C3B8A1D1F161}"/>
          </ac:graphicFrameMkLst>
        </pc:graphicFrameChg>
        <pc:graphicFrameChg chg="del">
          <ac:chgData name="park sehun" userId="a5dd5dda71ea150a" providerId="LiveId" clId="{C43683D0-D4D9-4BED-9220-AD1E10ADF921}" dt="2020-04-23T05:17:54.557" v="6788" actId="478"/>
          <ac:graphicFrameMkLst>
            <pc:docMk/>
            <pc:sldMk cId="1883614509" sldId="1194"/>
            <ac:graphicFrameMk id="77" creationId="{23BA5172-A8B1-4AB5-90DC-08C660A848C0}"/>
          </ac:graphicFrameMkLst>
        </pc:graphicFrameChg>
        <pc:graphicFrameChg chg="del">
          <ac:chgData name="park sehun" userId="a5dd5dda71ea150a" providerId="LiveId" clId="{C43683D0-D4D9-4BED-9220-AD1E10ADF921}" dt="2020-04-23T05:17:54.557" v="6788" actId="478"/>
          <ac:graphicFrameMkLst>
            <pc:docMk/>
            <pc:sldMk cId="1883614509" sldId="1194"/>
            <ac:graphicFrameMk id="78" creationId="{BEFA0AC7-61B9-4113-89E1-E481E407DB05}"/>
          </ac:graphicFrameMkLst>
        </pc:graphicFrameChg>
        <pc:graphicFrameChg chg="del">
          <ac:chgData name="park sehun" userId="a5dd5dda71ea150a" providerId="LiveId" clId="{C43683D0-D4D9-4BED-9220-AD1E10ADF921}" dt="2020-04-23T05:29:45.945" v="7227" actId="478"/>
          <ac:graphicFrameMkLst>
            <pc:docMk/>
            <pc:sldMk cId="1883614509" sldId="1194"/>
            <ac:graphicFrameMk id="79" creationId="{1192350A-B3E3-443A-AF2F-D7017FCCC8EA}"/>
          </ac:graphicFrameMkLst>
        </pc:graphicFrameChg>
        <pc:graphicFrameChg chg="del">
          <ac:chgData name="park sehun" userId="a5dd5dda71ea150a" providerId="LiveId" clId="{C43683D0-D4D9-4BED-9220-AD1E10ADF921}" dt="2020-04-23T05:29:45.945" v="7227" actId="478"/>
          <ac:graphicFrameMkLst>
            <pc:docMk/>
            <pc:sldMk cId="1883614509" sldId="1194"/>
            <ac:graphicFrameMk id="85" creationId="{3372C960-1782-412A-8D9C-FF1E89892C78}"/>
          </ac:graphicFrameMkLst>
        </pc:graphicFrameChg>
        <pc:graphicFrameChg chg="del">
          <ac:chgData name="park sehun" userId="a5dd5dda71ea150a" providerId="LiveId" clId="{C43683D0-D4D9-4BED-9220-AD1E10ADF921}" dt="2020-04-23T05:21:06.065" v="6950" actId="21"/>
          <ac:graphicFrameMkLst>
            <pc:docMk/>
            <pc:sldMk cId="1883614509" sldId="1194"/>
            <ac:graphicFrameMk id="88" creationId="{51CBD5D6-D02C-4C15-97DD-9AF4C1931B47}"/>
          </ac:graphicFrameMkLst>
        </pc:graphicFrameChg>
        <pc:cxnChg chg="mod">
          <ac:chgData name="park sehun" userId="a5dd5dda71ea150a" providerId="LiveId" clId="{C43683D0-D4D9-4BED-9220-AD1E10ADF921}" dt="2020-04-23T05:38:07.312" v="7749" actId="14100"/>
          <ac:cxnSpMkLst>
            <pc:docMk/>
            <pc:sldMk cId="1883614509" sldId="1194"/>
            <ac:cxnSpMk id="42" creationId="{004DC728-ED79-41D6-B30D-E24AA588478B}"/>
          </ac:cxnSpMkLst>
        </pc:cxnChg>
        <pc:cxnChg chg="add mod">
          <ac:chgData name="park sehun" userId="a5dd5dda71ea150a" providerId="LiveId" clId="{C43683D0-D4D9-4BED-9220-AD1E10ADF921}" dt="2020-04-23T05:31:40.733" v="7353" actId="1038"/>
          <ac:cxnSpMkLst>
            <pc:docMk/>
            <pc:sldMk cId="1883614509" sldId="1194"/>
            <ac:cxnSpMk id="49" creationId="{D2061183-64CC-477F-90E7-E8A64608C557}"/>
          </ac:cxnSpMkLst>
        </pc:cxnChg>
        <pc:cxnChg chg="mod">
          <ac:chgData name="park sehun" userId="a5dd5dda71ea150a" providerId="LiveId" clId="{C43683D0-D4D9-4BED-9220-AD1E10ADF921}" dt="2020-04-23T05:31:10.924" v="7343" actId="1038"/>
          <ac:cxnSpMkLst>
            <pc:docMk/>
            <pc:sldMk cId="1883614509" sldId="1194"/>
            <ac:cxnSpMk id="63" creationId="{8D5F7D45-9904-45EE-A102-12D41C74B10D}"/>
          </ac:cxnSpMkLst>
        </pc:cxnChg>
        <pc:cxnChg chg="del">
          <ac:chgData name="park sehun" userId="a5dd5dda71ea150a" providerId="LiveId" clId="{C43683D0-D4D9-4BED-9220-AD1E10ADF921}" dt="2020-04-23T05:17:54.557" v="6788" actId="478"/>
          <ac:cxnSpMkLst>
            <pc:docMk/>
            <pc:sldMk cId="1883614509" sldId="1194"/>
            <ac:cxnSpMk id="71" creationId="{49A2843E-4F4D-453D-80C0-58DBDB7805E9}"/>
          </ac:cxnSpMkLst>
        </pc:cxnChg>
        <pc:cxnChg chg="del mod">
          <ac:chgData name="park sehun" userId="a5dd5dda71ea150a" providerId="LiveId" clId="{C43683D0-D4D9-4BED-9220-AD1E10ADF921}" dt="2020-04-23T05:18:37.594" v="6795" actId="478"/>
          <ac:cxnSpMkLst>
            <pc:docMk/>
            <pc:sldMk cId="1883614509" sldId="1194"/>
            <ac:cxnSpMk id="75" creationId="{4946B02F-C4F0-4E80-B56E-ABDE9C178B05}"/>
          </ac:cxnSpMkLst>
        </pc:cxnChg>
        <pc:cxnChg chg="mod">
          <ac:chgData name="park sehun" userId="a5dd5dda71ea150a" providerId="LiveId" clId="{C43683D0-D4D9-4BED-9220-AD1E10ADF921}" dt="2020-04-23T05:39:00.358" v="7771" actId="1076"/>
          <ac:cxnSpMkLst>
            <pc:docMk/>
            <pc:sldMk cId="1883614509" sldId="1194"/>
            <ac:cxnSpMk id="80" creationId="{456E2CB4-E9F5-41BE-A16A-47B5B8E81E67}"/>
          </ac:cxnSpMkLst>
        </pc:cxnChg>
        <pc:cxnChg chg="del">
          <ac:chgData name="park sehun" userId="a5dd5dda71ea150a" providerId="LiveId" clId="{C43683D0-D4D9-4BED-9220-AD1E10ADF921}" dt="2020-04-23T05:17:54.557" v="6788" actId="478"/>
          <ac:cxnSpMkLst>
            <pc:docMk/>
            <pc:sldMk cId="1883614509" sldId="1194"/>
            <ac:cxnSpMk id="83" creationId="{5911E639-9C59-4BFB-B433-B25003DDEBDE}"/>
          </ac:cxnSpMkLst>
        </pc:cxnChg>
        <pc:cxnChg chg="del mod">
          <ac:chgData name="park sehun" userId="a5dd5dda71ea150a" providerId="LiveId" clId="{C43683D0-D4D9-4BED-9220-AD1E10ADF921}" dt="2020-04-23T05:29:45.945" v="7227" actId="478"/>
          <ac:cxnSpMkLst>
            <pc:docMk/>
            <pc:sldMk cId="1883614509" sldId="1194"/>
            <ac:cxnSpMk id="84" creationId="{7FA37833-9B2B-4DA6-9821-5B52080EAACA}"/>
          </ac:cxnSpMkLst>
        </pc:cxnChg>
        <pc:cxnChg chg="del mod">
          <ac:chgData name="park sehun" userId="a5dd5dda71ea150a" providerId="LiveId" clId="{C43683D0-D4D9-4BED-9220-AD1E10ADF921}" dt="2020-04-23T05:29:45.945" v="7227" actId="478"/>
          <ac:cxnSpMkLst>
            <pc:docMk/>
            <pc:sldMk cId="1883614509" sldId="1194"/>
            <ac:cxnSpMk id="86" creationId="{0550E0FA-88DF-4726-85B7-2198F55EB086}"/>
          </ac:cxnSpMkLst>
        </pc:cxnChg>
        <pc:cxnChg chg="del mod">
          <ac:chgData name="park sehun" userId="a5dd5dda71ea150a" providerId="LiveId" clId="{C43683D0-D4D9-4BED-9220-AD1E10ADF921}" dt="2020-04-23T05:29:45.945" v="7227" actId="478"/>
          <ac:cxnSpMkLst>
            <pc:docMk/>
            <pc:sldMk cId="1883614509" sldId="1194"/>
            <ac:cxnSpMk id="87" creationId="{6BB07642-AF4D-496C-91C6-7A9AC05FBD95}"/>
          </ac:cxnSpMkLst>
        </pc:cxnChg>
        <pc:cxnChg chg="mod">
          <ac:chgData name="park sehun" userId="a5dd5dda71ea150a" providerId="LiveId" clId="{C43683D0-D4D9-4BED-9220-AD1E10ADF921}" dt="2020-04-23T05:29:20.205" v="7191" actId="1038"/>
          <ac:cxnSpMkLst>
            <pc:docMk/>
            <pc:sldMk cId="1883614509" sldId="1194"/>
            <ac:cxnSpMk id="89" creationId="{42672B5F-02FB-4060-AC79-EF6C7B22DA8F}"/>
          </ac:cxnSpMkLst>
        </pc:cxnChg>
        <pc:cxnChg chg="mod">
          <ac:chgData name="park sehun" userId="a5dd5dda71ea150a" providerId="LiveId" clId="{C43683D0-D4D9-4BED-9220-AD1E10ADF921}" dt="2020-04-23T05:38:07.312" v="7749" actId="14100"/>
          <ac:cxnSpMkLst>
            <pc:docMk/>
            <pc:sldMk cId="1883614509" sldId="1194"/>
            <ac:cxnSpMk id="91" creationId="{87A08DE2-AC4A-4A32-9F06-5CD87D138443}"/>
          </ac:cxnSpMkLst>
        </pc:cxnChg>
      </pc:sldChg>
      <pc:sldChg chg="del">
        <pc:chgData name="park sehun" userId="a5dd5dda71ea150a" providerId="LiveId" clId="{C43683D0-D4D9-4BED-9220-AD1E10ADF921}" dt="2020-04-27T02:40:27.752" v="11725" actId="2696"/>
        <pc:sldMkLst>
          <pc:docMk/>
          <pc:sldMk cId="3673328656" sldId="1197"/>
        </pc:sldMkLst>
      </pc:sldChg>
      <pc:sldChg chg="add">
        <pc:chgData name="park sehun" userId="a5dd5dda71ea150a" providerId="LiveId" clId="{C43683D0-D4D9-4BED-9220-AD1E10ADF921}" dt="2020-04-27T02:40:30.442" v="11726"/>
        <pc:sldMkLst>
          <pc:docMk/>
          <pc:sldMk cId="3947405510" sldId="1197"/>
        </pc:sldMkLst>
      </pc:sldChg>
      <pc:sldChg chg="modSp del">
        <pc:chgData name="park sehun" userId="a5dd5dda71ea150a" providerId="LiveId" clId="{C43683D0-D4D9-4BED-9220-AD1E10ADF921}" dt="2020-04-20T02:34:25.953" v="348" actId="2696"/>
        <pc:sldMkLst>
          <pc:docMk/>
          <pc:sldMk cId="2174125512" sldId="1200"/>
        </pc:sldMkLst>
        <pc:spChg chg="mod">
          <ac:chgData name="park sehun" userId="a5dd5dda71ea150a" providerId="LiveId" clId="{C43683D0-D4D9-4BED-9220-AD1E10ADF921}" dt="2020-04-20T02:31:13.868" v="310" actId="14100"/>
          <ac:spMkLst>
            <pc:docMk/>
            <pc:sldMk cId="2174125512" sldId="1200"/>
            <ac:spMk id="53" creationId="{F2B44A66-F63F-4489-A2DB-F7E798DAEAC5}"/>
          </ac:spMkLst>
        </pc:spChg>
      </pc:sldChg>
      <pc:sldChg chg="modSp add">
        <pc:chgData name="park sehun" userId="a5dd5dda71ea150a" providerId="LiveId" clId="{C43683D0-D4D9-4BED-9220-AD1E10ADF921}" dt="2020-04-20T05:33:08.239" v="4013" actId="1076"/>
        <pc:sldMkLst>
          <pc:docMk/>
          <pc:sldMk cId="2200675376" sldId="1200"/>
        </pc:sldMkLst>
        <pc:spChg chg="mod">
          <ac:chgData name="park sehun" userId="a5dd5dda71ea150a" providerId="LiveId" clId="{C43683D0-D4D9-4BED-9220-AD1E10ADF921}" dt="2020-04-20T05:33:08.239" v="4013" actId="1076"/>
          <ac:spMkLst>
            <pc:docMk/>
            <pc:sldMk cId="2200675376" sldId="1200"/>
            <ac:spMk id="40" creationId="{067DF4BC-D816-476B-B6CF-496EC5944DAE}"/>
          </ac:spMkLst>
        </pc:spChg>
        <pc:spChg chg="mod">
          <ac:chgData name="park sehun" userId="a5dd5dda71ea150a" providerId="LiveId" clId="{C43683D0-D4D9-4BED-9220-AD1E10ADF921}" dt="2020-04-20T05:33:05.685" v="4012" actId="1076"/>
          <ac:spMkLst>
            <pc:docMk/>
            <pc:sldMk cId="2200675376" sldId="1200"/>
            <ac:spMk id="41" creationId="{C92C3A17-9069-46C5-BD77-77274CF61402}"/>
          </ac:spMkLst>
        </pc:spChg>
      </pc:sldChg>
      <pc:sldChg chg="addSp modSp add">
        <pc:chgData name="park sehun" userId="a5dd5dda71ea150a" providerId="LiveId" clId="{C43683D0-D4D9-4BED-9220-AD1E10ADF921}" dt="2020-04-23T06:03:28.221" v="8755" actId="14100"/>
        <pc:sldMkLst>
          <pc:docMk/>
          <pc:sldMk cId="1897634802" sldId="1201"/>
        </pc:sldMkLst>
        <pc:spChg chg="add mod">
          <ac:chgData name="park sehun" userId="a5dd5dda71ea150a" providerId="LiveId" clId="{C43683D0-D4D9-4BED-9220-AD1E10ADF921}" dt="2020-04-23T06:00:08.363" v="8741" actId="20577"/>
          <ac:spMkLst>
            <pc:docMk/>
            <pc:sldMk cId="1897634802" sldId="1201"/>
            <ac:spMk id="5" creationId="{A50BE466-E55C-455B-A76F-E27140400DA0}"/>
          </ac:spMkLst>
        </pc:spChg>
        <pc:graphicFrameChg chg="add mod modGraphic">
          <ac:chgData name="park sehun" userId="a5dd5dda71ea150a" providerId="LiveId" clId="{C43683D0-D4D9-4BED-9220-AD1E10ADF921}" dt="2020-04-23T06:03:28.221" v="8755" actId="14100"/>
          <ac:graphicFrameMkLst>
            <pc:docMk/>
            <pc:sldMk cId="1897634802" sldId="1201"/>
            <ac:graphicFrameMk id="2" creationId="{40EAE69F-E975-4FE7-BCD1-63BB78192797}"/>
          </ac:graphicFrameMkLst>
        </pc:graphicFrameChg>
      </pc:sldChg>
      <pc:sldChg chg="delSp modSp del">
        <pc:chgData name="park sehun" userId="a5dd5dda71ea150a" providerId="LiveId" clId="{C43683D0-D4D9-4BED-9220-AD1E10ADF921}" dt="2020-04-20T06:05:00.748" v="5446" actId="2696"/>
        <pc:sldMkLst>
          <pc:docMk/>
          <pc:sldMk cId="3465176172" sldId="1201"/>
        </pc:sldMkLst>
        <pc:spChg chg="del">
          <ac:chgData name="park sehun" userId="a5dd5dda71ea150a" providerId="LiveId" clId="{C43683D0-D4D9-4BED-9220-AD1E10ADF921}" dt="2020-04-09T03:01:56.206" v="257" actId="478"/>
          <ac:spMkLst>
            <pc:docMk/>
            <pc:sldMk cId="3465176172" sldId="1201"/>
            <ac:spMk id="51" creationId="{6E497FE8-ACB2-4270-AE46-10B163AEEAD0}"/>
          </ac:spMkLst>
        </pc:spChg>
        <pc:spChg chg="del">
          <ac:chgData name="park sehun" userId="a5dd5dda71ea150a" providerId="LiveId" clId="{C43683D0-D4D9-4BED-9220-AD1E10ADF921}" dt="2020-04-09T03:01:44.655" v="256" actId="478"/>
          <ac:spMkLst>
            <pc:docMk/>
            <pc:sldMk cId="3465176172" sldId="1201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09T03:01:33.704" v="255" actId="20577"/>
          <ac:spMkLst>
            <pc:docMk/>
            <pc:sldMk cId="3465176172" sldId="1201"/>
            <ac:spMk id="54" creationId="{C29D6112-022A-4BE0-B087-9B0A74023A45}"/>
          </ac:spMkLst>
        </pc:spChg>
        <pc:spChg chg="mod">
          <ac:chgData name="park sehun" userId="a5dd5dda71ea150a" providerId="LiveId" clId="{C43683D0-D4D9-4BED-9220-AD1E10ADF921}" dt="2020-04-09T03:02:31.695" v="266" actId="6549"/>
          <ac:spMkLst>
            <pc:docMk/>
            <pc:sldMk cId="3465176172" sldId="1201"/>
            <ac:spMk id="62466" creationId="{00000000-0000-0000-0000-000000000000}"/>
          </ac:spMkLst>
        </pc:spChg>
        <pc:cxnChg chg="mod">
          <ac:chgData name="park sehun" userId="a5dd5dda71ea150a" providerId="LiveId" clId="{C43683D0-D4D9-4BED-9220-AD1E10ADF921}" dt="2020-04-09T03:02:01.578" v="265" actId="1036"/>
          <ac:cxnSpMkLst>
            <pc:docMk/>
            <pc:sldMk cId="3465176172" sldId="1201"/>
            <ac:cxnSpMk id="16" creationId="{6F9B0103-0B6F-464E-A331-2D9AE93B5EC2}"/>
          </ac:cxnSpMkLst>
        </pc:cxnChg>
      </pc:sldChg>
      <pc:sldChg chg="del">
        <pc:chgData name="park sehun" userId="a5dd5dda71ea150a" providerId="LiveId" clId="{C43683D0-D4D9-4BED-9220-AD1E10ADF921}" dt="2020-04-20T06:59:06.247" v="6150" actId="47"/>
        <pc:sldMkLst>
          <pc:docMk/>
          <pc:sldMk cId="2557724074" sldId="1202"/>
        </pc:sldMkLst>
      </pc:sldChg>
      <pc:sldChg chg="modSp">
        <pc:chgData name="park sehun" userId="a5dd5dda71ea150a" providerId="LiveId" clId="{C43683D0-D4D9-4BED-9220-AD1E10ADF921}" dt="2020-04-20T07:01:39.563" v="6263" actId="20577"/>
        <pc:sldMkLst>
          <pc:docMk/>
          <pc:sldMk cId="1403437371" sldId="1203"/>
        </pc:sldMkLst>
        <pc:spChg chg="mod">
          <ac:chgData name="park sehun" userId="a5dd5dda71ea150a" providerId="LiveId" clId="{C43683D0-D4D9-4BED-9220-AD1E10ADF921}" dt="2020-04-20T07:01:39.563" v="6263" actId="20577"/>
          <ac:spMkLst>
            <pc:docMk/>
            <pc:sldMk cId="1403437371" sldId="1203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20T06:36:03.808" v="5449" actId="6549"/>
          <ac:spMkLst>
            <pc:docMk/>
            <pc:sldMk cId="1403437371" sldId="1203"/>
            <ac:spMk id="62466" creationId="{00000000-0000-0000-0000-000000000000}"/>
          </ac:spMkLst>
        </pc:spChg>
      </pc:sldChg>
      <pc:sldChg chg="addSp modSp">
        <pc:chgData name="park sehun" userId="a5dd5dda71ea150a" providerId="LiveId" clId="{C43683D0-D4D9-4BED-9220-AD1E10ADF921}" dt="2020-04-20T06:38:54.893" v="5668" actId="1037"/>
        <pc:sldMkLst>
          <pc:docMk/>
          <pc:sldMk cId="3166953388" sldId="1205"/>
        </pc:sldMkLst>
        <pc:spChg chg="mod">
          <ac:chgData name="park sehun" userId="a5dd5dda71ea150a" providerId="LiveId" clId="{C43683D0-D4D9-4BED-9220-AD1E10ADF921}" dt="2020-04-20T06:37:29.884" v="5565" actId="1036"/>
          <ac:spMkLst>
            <pc:docMk/>
            <pc:sldMk cId="3166953388" sldId="1205"/>
            <ac:spMk id="29" creationId="{B905D88A-DEF2-4395-816E-0E8DB9210F39}"/>
          </ac:spMkLst>
        </pc:spChg>
        <pc:spChg chg="mod">
          <ac:chgData name="park sehun" userId="a5dd5dda71ea150a" providerId="LiveId" clId="{C43683D0-D4D9-4BED-9220-AD1E10ADF921}" dt="2020-04-20T06:37:29.884" v="5565" actId="1036"/>
          <ac:spMkLst>
            <pc:docMk/>
            <pc:sldMk cId="3166953388" sldId="1205"/>
            <ac:spMk id="44" creationId="{390CF0EA-5978-4C4F-A088-2D4C70EBC793}"/>
          </ac:spMkLst>
        </pc:spChg>
        <pc:spChg chg="mod">
          <ac:chgData name="park sehun" userId="a5dd5dda71ea150a" providerId="LiveId" clId="{C43683D0-D4D9-4BED-9220-AD1E10ADF921}" dt="2020-04-20T06:37:29.884" v="5565" actId="1036"/>
          <ac:spMkLst>
            <pc:docMk/>
            <pc:sldMk cId="3166953388" sldId="1205"/>
            <ac:spMk id="47" creationId="{B2711BC8-8BBB-464D-923D-5476D78556CA}"/>
          </ac:spMkLst>
        </pc:spChg>
        <pc:spChg chg="mod">
          <ac:chgData name="park sehun" userId="a5dd5dda71ea150a" providerId="LiveId" clId="{C43683D0-D4D9-4BED-9220-AD1E10ADF921}" dt="2020-04-20T06:37:14.389" v="5548" actId="6549"/>
          <ac:spMkLst>
            <pc:docMk/>
            <pc:sldMk cId="3166953388" sldId="1205"/>
            <ac:spMk id="54" creationId="{C29D6112-022A-4BE0-B087-9B0A74023A45}"/>
          </ac:spMkLst>
        </pc:spChg>
        <pc:spChg chg="mod">
          <ac:chgData name="park sehun" userId="a5dd5dda71ea150a" providerId="LiveId" clId="{C43683D0-D4D9-4BED-9220-AD1E10ADF921}" dt="2020-04-20T06:37:19.349" v="5551" actId="1035"/>
          <ac:spMkLst>
            <pc:docMk/>
            <pc:sldMk cId="3166953388" sldId="1205"/>
            <ac:spMk id="65" creationId="{53F129E3-6D7B-48BB-9761-A6DEE22347C5}"/>
          </ac:spMkLst>
        </pc:spChg>
        <pc:spChg chg="mod">
          <ac:chgData name="park sehun" userId="a5dd5dda71ea150a" providerId="LiveId" clId="{C43683D0-D4D9-4BED-9220-AD1E10ADF921}" dt="2020-04-20T06:37:19.349" v="5551" actId="1035"/>
          <ac:spMkLst>
            <pc:docMk/>
            <pc:sldMk cId="3166953388" sldId="1205"/>
            <ac:spMk id="66" creationId="{186D568E-3C76-4B43-8ACD-7EFA2134FAAA}"/>
          </ac:spMkLst>
        </pc:spChg>
        <pc:spChg chg="mod">
          <ac:chgData name="park sehun" userId="a5dd5dda71ea150a" providerId="LiveId" clId="{C43683D0-D4D9-4BED-9220-AD1E10ADF921}" dt="2020-04-20T06:37:29.884" v="5565" actId="1036"/>
          <ac:spMkLst>
            <pc:docMk/>
            <pc:sldMk cId="3166953388" sldId="1205"/>
            <ac:spMk id="67" creationId="{E0764F22-D0C3-4645-90C2-1F683D54B16B}"/>
          </ac:spMkLst>
        </pc:spChg>
        <pc:spChg chg="mod">
          <ac:chgData name="park sehun" userId="a5dd5dda71ea150a" providerId="LiveId" clId="{C43683D0-D4D9-4BED-9220-AD1E10ADF921}" dt="2020-04-20T06:37:29.884" v="5565" actId="1036"/>
          <ac:spMkLst>
            <pc:docMk/>
            <pc:sldMk cId="3166953388" sldId="1205"/>
            <ac:spMk id="79" creationId="{A951E3B4-AD16-48AC-955D-E4A7EBE0EAD8}"/>
          </ac:spMkLst>
        </pc:spChg>
        <pc:spChg chg="mod">
          <ac:chgData name="park sehun" userId="a5dd5dda71ea150a" providerId="LiveId" clId="{C43683D0-D4D9-4BED-9220-AD1E10ADF921}" dt="2020-04-20T06:36:28.465" v="5453" actId="20577"/>
          <ac:spMkLst>
            <pc:docMk/>
            <pc:sldMk cId="3166953388" sldId="1205"/>
            <ac:spMk id="62466" creationId="{00000000-0000-0000-0000-000000000000}"/>
          </ac:spMkLst>
        </pc:sp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2" creationId="{811A7EBA-E1AD-458F-8685-69A517FB66EB}"/>
          </ac:graphicFrameMkLst>
        </pc:graphicFrameChg>
        <pc:graphicFrameChg chg="add mod modGraphic">
          <ac:chgData name="park sehun" userId="a5dd5dda71ea150a" providerId="LiveId" clId="{C43683D0-D4D9-4BED-9220-AD1E10ADF921}" dt="2020-04-20T06:38:54.893" v="5668" actId="1037"/>
          <ac:graphicFrameMkLst>
            <pc:docMk/>
            <pc:sldMk cId="3166953388" sldId="1205"/>
            <ac:graphicFrameMk id="42" creationId="{B38F4016-3A99-4D13-A24F-D2CE37D0F7CF}"/>
          </ac:graphicFrameMkLst>
        </pc:graphicFrameChg>
        <pc:graphicFrameChg chg="add mod modGraphic">
          <ac:chgData name="park sehun" userId="a5dd5dda71ea150a" providerId="LiveId" clId="{C43683D0-D4D9-4BED-9220-AD1E10ADF921}" dt="2020-04-20T06:38:54.893" v="5668" actId="1037"/>
          <ac:graphicFrameMkLst>
            <pc:docMk/>
            <pc:sldMk cId="3166953388" sldId="1205"/>
            <ac:graphicFrameMk id="43" creationId="{425057D4-8B04-45BF-848C-E099E6C4F679}"/>
          </ac:graphicFrameMkLst>
        </pc:graphicFrameChg>
        <pc:graphicFrameChg chg="add mod">
          <ac:chgData name="park sehun" userId="a5dd5dda71ea150a" providerId="LiveId" clId="{C43683D0-D4D9-4BED-9220-AD1E10ADF921}" dt="2020-04-20T06:38:54.893" v="5668" actId="1037"/>
          <ac:graphicFrameMkLst>
            <pc:docMk/>
            <pc:sldMk cId="3166953388" sldId="1205"/>
            <ac:graphicFrameMk id="45" creationId="{D42FCB12-D95D-4637-AEFB-A5B46FFFE69E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49" creationId="{7D6C96EB-DF84-403B-8082-150F2D6B09E6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52" creationId="{AA3823FD-3347-4382-8970-CB5BB1CBF4C3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57" creationId="{FE446AD7-D469-498B-A0BC-714AE4F3A239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58" creationId="{F967257F-3565-478C-9674-5339408F3497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68" creationId="{6009DEB4-06BB-4D4C-B5A2-BC6924AEC812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69" creationId="{04BC5D41-31C6-49D6-9270-3C3A6E74A819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70" creationId="{362FCB37-2BC2-46E0-ABB8-8DFFA973F466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72" creationId="{5440D69C-441C-4618-BB44-0AA8626259F6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80" creationId="{0AFC8000-C27F-4D54-B01C-4EF5AEBE818F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81" creationId="{5369E0A6-C624-4A29-8BE0-169F30F525B8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82" creationId="{47E92242-4430-49C4-8D29-0A5244A65937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83" creationId="{7667D68B-90C5-46B4-B3C6-AB3605E4B218}"/>
          </ac:graphicFrameMkLst>
        </pc:graphicFrame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12" creationId="{B8AA127B-AD8A-42FE-824A-2F28744C5A72}"/>
          </ac:cxnSpMkLst>
        </pc:cxnChg>
        <pc:cxnChg chg="mod">
          <ac:chgData name="park sehun" userId="a5dd5dda71ea150a" providerId="LiveId" clId="{C43683D0-D4D9-4BED-9220-AD1E10ADF921}" dt="2020-04-20T06:37:24.924" v="5560" actId="1035"/>
          <ac:cxnSpMkLst>
            <pc:docMk/>
            <pc:sldMk cId="3166953388" sldId="1205"/>
            <ac:cxnSpMk id="16" creationId="{6F9B0103-0B6F-464E-A331-2D9AE93B5EC2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59" creationId="{65D8F20C-26B9-4A3C-B31E-D491E42800BA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60" creationId="{87CF2606-D3D7-4684-A78C-BF2C8365B1E8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62" creationId="{16ABFDED-741C-40AE-81EE-8A14ACF41FB8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73" creationId="{9A30E74A-F850-49D1-B1D5-E541933E6D16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74" creationId="{99956735-793C-4DC4-97B1-A91B98698BC5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75" creationId="{24008AEB-51C2-4C6E-B644-50D3B568CF5D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84" creationId="{DDC63F22-04D0-480A-962A-4F0B490306F6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85" creationId="{FADA253E-6EFD-463B-A75B-7C3D9E56C7A5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86" creationId="{4C24C48F-48EA-46D3-B2EB-84F57560054B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87" creationId="{DF47BA7A-5D49-4766-80E6-8C0E2040B184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88" creationId="{097B7E9B-ACE1-48EB-AA3D-37AA74F1163E}"/>
          </ac:cxnSpMkLst>
        </pc:cxnChg>
      </pc:sldChg>
      <pc:sldChg chg="del">
        <pc:chgData name="park sehun" userId="a5dd5dda71ea150a" providerId="LiveId" clId="{C43683D0-D4D9-4BED-9220-AD1E10ADF921}" dt="2020-04-20T06:55:23.363" v="6149" actId="47"/>
        <pc:sldMkLst>
          <pc:docMk/>
          <pc:sldMk cId="4108517493" sldId="1207"/>
        </pc:sldMkLst>
      </pc:sldChg>
      <pc:sldChg chg="addSp delSp modSp add delAnim modNotesTx">
        <pc:chgData name="park sehun" userId="a5dd5dda71ea150a" providerId="LiveId" clId="{C43683D0-D4D9-4BED-9220-AD1E10ADF921}" dt="2020-04-27T02:27:24.210" v="11722" actId="207"/>
        <pc:sldMkLst>
          <pc:docMk/>
          <pc:sldMk cId="3781453481" sldId="1208"/>
        </pc:sldMkLst>
        <pc:spChg chg="add del mod">
          <ac:chgData name="park sehun" userId="a5dd5dda71ea150a" providerId="LiveId" clId="{C43683D0-D4D9-4BED-9220-AD1E10ADF921}" dt="2020-04-20T02:33:19.095" v="314" actId="478"/>
          <ac:spMkLst>
            <pc:docMk/>
            <pc:sldMk cId="3781453481" sldId="1208"/>
            <ac:spMk id="3" creationId="{7E92A464-92F3-46F9-89E5-9EE133CDDD7F}"/>
          </ac:spMkLst>
        </pc:spChg>
        <pc:spChg chg="del">
          <ac:chgData name="park sehun" userId="a5dd5dda71ea150a" providerId="LiveId" clId="{C43683D0-D4D9-4BED-9220-AD1E10ADF921}" dt="2020-04-20T02:33:05.987" v="312" actId="478"/>
          <ac:spMkLst>
            <pc:docMk/>
            <pc:sldMk cId="3781453481" sldId="1208"/>
            <ac:spMk id="4" creationId="{9DA76C4A-1B38-4C07-A24B-3F7114B667CD}"/>
          </ac:spMkLst>
        </pc:spChg>
        <pc:spChg chg="del mod">
          <ac:chgData name="park sehun" userId="a5dd5dda71ea150a" providerId="LiveId" clId="{C43683D0-D4D9-4BED-9220-AD1E10ADF921}" dt="2020-04-20T02:53:44.802" v="1475" actId="478"/>
          <ac:spMkLst>
            <pc:docMk/>
            <pc:sldMk cId="3781453481" sldId="1208"/>
            <ac:spMk id="10" creationId="{F9AEA2BA-799E-470C-87A7-61505A44881D}"/>
          </ac:spMkLst>
        </pc:spChg>
        <pc:spChg chg="add del mod">
          <ac:chgData name="park sehun" userId="a5dd5dda71ea150a" providerId="LiveId" clId="{C43683D0-D4D9-4BED-9220-AD1E10ADF921}" dt="2020-04-20T02:50:08.269" v="1322" actId="478"/>
          <ac:spMkLst>
            <pc:docMk/>
            <pc:sldMk cId="3781453481" sldId="1208"/>
            <ac:spMk id="15" creationId="{D74D9933-032F-4482-9CA5-2301BD627F5B}"/>
          </ac:spMkLst>
        </pc:spChg>
        <pc:spChg chg="del mod">
          <ac:chgData name="park sehun" userId="a5dd5dda71ea150a" providerId="LiveId" clId="{C43683D0-D4D9-4BED-9220-AD1E10ADF921}" dt="2020-04-20T02:52:31.232" v="1471" actId="478"/>
          <ac:spMkLst>
            <pc:docMk/>
            <pc:sldMk cId="3781453481" sldId="1208"/>
            <ac:spMk id="29" creationId="{B905D88A-DEF2-4395-816E-0E8DB9210F39}"/>
          </ac:spMkLst>
        </pc:spChg>
        <pc:spChg chg="del mod">
          <ac:chgData name="park sehun" userId="a5dd5dda71ea150a" providerId="LiveId" clId="{C43683D0-D4D9-4BED-9220-AD1E10ADF921}" dt="2020-04-20T03:18:45.854" v="2420" actId="478"/>
          <ac:spMkLst>
            <pc:docMk/>
            <pc:sldMk cId="3781453481" sldId="1208"/>
            <ac:spMk id="32" creationId="{7B2A9D1B-6100-4E94-BE12-672593546DCC}"/>
          </ac:spMkLst>
        </pc:spChg>
        <pc:spChg chg="del mod">
          <ac:chgData name="park sehun" userId="a5dd5dda71ea150a" providerId="LiveId" clId="{C43683D0-D4D9-4BED-9220-AD1E10ADF921}" dt="2020-04-20T02:53:44.802" v="1475" actId="478"/>
          <ac:spMkLst>
            <pc:docMk/>
            <pc:sldMk cId="3781453481" sldId="1208"/>
            <ac:spMk id="40" creationId="{067DF4BC-D816-476B-B6CF-496EC5944DAE}"/>
          </ac:spMkLst>
        </pc:spChg>
        <pc:spChg chg="del mod">
          <ac:chgData name="park sehun" userId="a5dd5dda71ea150a" providerId="LiveId" clId="{C43683D0-D4D9-4BED-9220-AD1E10ADF921}" dt="2020-04-20T02:53:44.802" v="1475" actId="478"/>
          <ac:spMkLst>
            <pc:docMk/>
            <pc:sldMk cId="3781453481" sldId="1208"/>
            <ac:spMk id="41" creationId="{C92C3A17-9069-46C5-BD77-77274CF61402}"/>
          </ac:spMkLst>
        </pc:spChg>
        <pc:spChg chg="del mod">
          <ac:chgData name="park sehun" userId="a5dd5dda71ea150a" providerId="LiveId" clId="{C43683D0-D4D9-4BED-9220-AD1E10ADF921}" dt="2020-04-20T02:49:41.647" v="1317" actId="478"/>
          <ac:spMkLst>
            <pc:docMk/>
            <pc:sldMk cId="3781453481" sldId="1208"/>
            <ac:spMk id="42" creationId="{B1C9A060-973F-44B0-87E2-38BF88A3FD4E}"/>
          </ac:spMkLst>
        </pc:spChg>
        <pc:spChg chg="del mod">
          <ac:chgData name="park sehun" userId="a5dd5dda71ea150a" providerId="LiveId" clId="{C43683D0-D4D9-4BED-9220-AD1E10ADF921}" dt="2020-04-20T02:49:43.770" v="1318" actId="478"/>
          <ac:spMkLst>
            <pc:docMk/>
            <pc:sldMk cId="3781453481" sldId="1208"/>
            <ac:spMk id="43" creationId="{8EF3060A-A8CF-4439-A760-418616147283}"/>
          </ac:spMkLst>
        </pc:spChg>
        <pc:spChg chg="mod">
          <ac:chgData name="park sehun" userId="a5dd5dda71ea150a" providerId="LiveId" clId="{C43683D0-D4D9-4BED-9220-AD1E10ADF921}" dt="2020-04-20T02:43:33.294" v="1090" actId="1036"/>
          <ac:spMkLst>
            <pc:docMk/>
            <pc:sldMk cId="3781453481" sldId="1208"/>
            <ac:spMk id="44" creationId="{390CF0EA-5978-4C4F-A088-2D4C70EBC793}"/>
          </ac:spMkLst>
        </pc:spChg>
        <pc:spChg chg="del mod">
          <ac:chgData name="park sehun" userId="a5dd5dda71ea150a" providerId="LiveId" clId="{C43683D0-D4D9-4BED-9220-AD1E10ADF921}" dt="2020-04-20T02:51:00.319" v="1386" actId="478"/>
          <ac:spMkLst>
            <pc:docMk/>
            <pc:sldMk cId="3781453481" sldId="1208"/>
            <ac:spMk id="45" creationId="{A1B408C6-843F-4A9F-BBA4-416D9B02B161}"/>
          </ac:spMkLst>
        </pc:spChg>
        <pc:spChg chg="mod">
          <ac:chgData name="park sehun" userId="a5dd5dda71ea150a" providerId="LiveId" clId="{C43683D0-D4D9-4BED-9220-AD1E10ADF921}" dt="2020-04-20T02:43:33.294" v="1090" actId="1036"/>
          <ac:spMkLst>
            <pc:docMk/>
            <pc:sldMk cId="3781453481" sldId="1208"/>
            <ac:spMk id="47" creationId="{B2711BC8-8BBB-464D-923D-5476D78556CA}"/>
          </ac:spMkLst>
        </pc:spChg>
        <pc:spChg chg="del mod">
          <ac:chgData name="park sehun" userId="a5dd5dda71ea150a" providerId="LiveId" clId="{C43683D0-D4D9-4BED-9220-AD1E10ADF921}" dt="2020-04-20T03:18:20.186" v="2403" actId="478"/>
          <ac:spMkLst>
            <pc:docMk/>
            <pc:sldMk cId="3781453481" sldId="1208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20T05:28:33.710" v="4011" actId="20577"/>
          <ac:spMkLst>
            <pc:docMk/>
            <pc:sldMk cId="3781453481" sldId="1208"/>
            <ac:spMk id="54" creationId="{C29D6112-022A-4BE0-B087-9B0A74023A45}"/>
          </ac:spMkLst>
        </pc:spChg>
        <pc:spChg chg="del">
          <ac:chgData name="park sehun" userId="a5dd5dda71ea150a" providerId="LiveId" clId="{C43683D0-D4D9-4BED-9220-AD1E10ADF921}" dt="2020-04-20T02:33:13.501" v="313" actId="478"/>
          <ac:spMkLst>
            <pc:docMk/>
            <pc:sldMk cId="3781453481" sldId="1208"/>
            <ac:spMk id="55" creationId="{03A165D2-3D2D-4C51-844B-512A16A883D0}"/>
          </ac:spMkLst>
        </pc:spChg>
        <pc:spChg chg="del mod">
          <ac:chgData name="park sehun" userId="a5dd5dda71ea150a" providerId="LiveId" clId="{C43683D0-D4D9-4BED-9220-AD1E10ADF921}" dt="2020-04-20T02:33:47.452" v="346" actId="478"/>
          <ac:spMkLst>
            <pc:docMk/>
            <pc:sldMk cId="3781453481" sldId="1208"/>
            <ac:spMk id="56" creationId="{BB41BF06-9C33-4E67-B580-716DF1A1550F}"/>
          </ac:spMkLst>
        </pc:spChg>
        <pc:spChg chg="add mod ord">
          <ac:chgData name="park sehun" userId="a5dd5dda71ea150a" providerId="LiveId" clId="{C43683D0-D4D9-4BED-9220-AD1E10ADF921}" dt="2020-04-27T02:07:33.631" v="11543" actId="167"/>
          <ac:spMkLst>
            <pc:docMk/>
            <pc:sldMk cId="3781453481" sldId="1208"/>
            <ac:spMk id="59" creationId="{0B92FDA9-F02A-4F3F-A708-912D2F2FF0A5}"/>
          </ac:spMkLst>
        </pc:spChg>
        <pc:spChg chg="add mod ord">
          <ac:chgData name="park sehun" userId="a5dd5dda71ea150a" providerId="LiveId" clId="{C43683D0-D4D9-4BED-9220-AD1E10ADF921}" dt="2020-04-27T02:07:33.975" v="11544" actId="167"/>
          <ac:spMkLst>
            <pc:docMk/>
            <pc:sldMk cId="3781453481" sldId="1208"/>
            <ac:spMk id="60" creationId="{0694F256-E96C-4DDD-89FF-9313D619D357}"/>
          </ac:spMkLst>
        </pc:spChg>
        <pc:spChg chg="del">
          <ac:chgData name="park sehun" userId="a5dd5dda71ea150a" providerId="LiveId" clId="{C43683D0-D4D9-4BED-9220-AD1E10ADF921}" dt="2020-04-20T02:33:13.501" v="313" actId="478"/>
          <ac:spMkLst>
            <pc:docMk/>
            <pc:sldMk cId="3781453481" sldId="1208"/>
            <ac:spMk id="61" creationId="{564B67B8-3547-4D76-B4AD-EBE3D12F0D39}"/>
          </ac:spMkLst>
        </pc:spChg>
        <pc:spChg chg="add mod">
          <ac:chgData name="park sehun" userId="a5dd5dda71ea150a" providerId="LiveId" clId="{C43683D0-D4D9-4BED-9220-AD1E10ADF921}" dt="2020-04-20T05:34:47.271" v="4064" actId="5793"/>
          <ac:spMkLst>
            <pc:docMk/>
            <pc:sldMk cId="3781453481" sldId="1208"/>
            <ac:spMk id="62" creationId="{899E7FB2-A5EB-44DD-BEF4-A941E2E29CA4}"/>
          </ac:spMkLst>
        </pc:spChg>
        <pc:spChg chg="del mod">
          <ac:chgData name="park sehun" userId="a5dd5dda71ea150a" providerId="LiveId" clId="{C43683D0-D4D9-4BED-9220-AD1E10ADF921}" dt="2020-04-20T02:44:38.347" v="1100" actId="478"/>
          <ac:spMkLst>
            <pc:docMk/>
            <pc:sldMk cId="3781453481" sldId="1208"/>
            <ac:spMk id="63" creationId="{8CF57F6D-10C1-4AB8-AFA1-02FA3FA793E8}"/>
          </ac:spMkLst>
        </pc:spChg>
        <pc:spChg chg="del">
          <ac:chgData name="park sehun" userId="a5dd5dda71ea150a" providerId="LiveId" clId="{C43683D0-D4D9-4BED-9220-AD1E10ADF921}" dt="2020-04-20T02:33:22.286" v="315" actId="478"/>
          <ac:spMkLst>
            <pc:docMk/>
            <pc:sldMk cId="3781453481" sldId="1208"/>
            <ac:spMk id="65" creationId="{53F129E3-6D7B-48BB-9761-A6DEE22347C5}"/>
          </ac:spMkLst>
        </pc:spChg>
        <pc:spChg chg="mod">
          <ac:chgData name="park sehun" userId="a5dd5dda71ea150a" providerId="LiveId" clId="{C43683D0-D4D9-4BED-9220-AD1E10ADF921}" dt="2020-04-20T03:21:13.168" v="2622" actId="1038"/>
          <ac:spMkLst>
            <pc:docMk/>
            <pc:sldMk cId="3781453481" sldId="1208"/>
            <ac:spMk id="66" creationId="{186D568E-3C76-4B43-8ACD-7EFA2134FAAA}"/>
          </ac:spMkLst>
        </pc:spChg>
        <pc:spChg chg="add del mod">
          <ac:chgData name="park sehun" userId="a5dd5dda71ea150a" providerId="LiveId" clId="{C43683D0-D4D9-4BED-9220-AD1E10ADF921}" dt="2020-04-20T03:08:42.036" v="1818" actId="478"/>
          <ac:spMkLst>
            <pc:docMk/>
            <pc:sldMk cId="3781453481" sldId="1208"/>
            <ac:spMk id="67" creationId="{F5B72AAB-12AE-487E-AC2A-A384DD3E1709}"/>
          </ac:spMkLst>
        </pc:spChg>
        <pc:spChg chg="add mod ord">
          <ac:chgData name="park sehun" userId="a5dd5dda71ea150a" providerId="LiveId" clId="{C43683D0-D4D9-4BED-9220-AD1E10ADF921}" dt="2020-04-27T02:27:24.210" v="11722" actId="207"/>
          <ac:spMkLst>
            <pc:docMk/>
            <pc:sldMk cId="3781453481" sldId="1208"/>
            <ac:spMk id="69" creationId="{A8D81E8C-0F18-4405-8032-12136E8CF1AB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70" creationId="{58B26106-CE24-4DF6-94BF-CD7965880E94}"/>
          </ac:spMkLst>
        </pc:spChg>
        <pc:spChg chg="del">
          <ac:chgData name="park sehun" userId="a5dd5dda71ea150a" providerId="LiveId" clId="{C43683D0-D4D9-4BED-9220-AD1E10ADF921}" dt="2020-04-20T02:33:13.501" v="313" actId="478"/>
          <ac:spMkLst>
            <pc:docMk/>
            <pc:sldMk cId="3781453481" sldId="1208"/>
            <ac:spMk id="71" creationId="{68612BC9-CDE7-495C-BD01-5B173DA8540C}"/>
          </ac:spMkLst>
        </pc:spChg>
        <pc:spChg chg="add del mod">
          <ac:chgData name="park sehun" userId="a5dd5dda71ea150a" providerId="LiveId" clId="{C43683D0-D4D9-4BED-9220-AD1E10ADF921}" dt="2020-04-20T03:10:03.078" v="1947" actId="478"/>
          <ac:spMkLst>
            <pc:docMk/>
            <pc:sldMk cId="3781453481" sldId="1208"/>
            <ac:spMk id="73" creationId="{4EB3A861-4D08-4E17-96D1-0C6EB9B52367}"/>
          </ac:spMkLst>
        </pc:spChg>
        <pc:spChg chg="add del mod">
          <ac:chgData name="park sehun" userId="a5dd5dda71ea150a" providerId="LiveId" clId="{C43683D0-D4D9-4BED-9220-AD1E10ADF921}" dt="2020-04-20T03:14:59.225" v="2130" actId="478"/>
          <ac:spMkLst>
            <pc:docMk/>
            <pc:sldMk cId="3781453481" sldId="1208"/>
            <ac:spMk id="74" creationId="{12B75383-8DB7-4FC3-99B4-E0A00D245BCB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75" creationId="{3AA7D2DD-E7FE-4168-9FE5-C4B7BDCEED78}"/>
          </ac:spMkLst>
        </pc:spChg>
        <pc:spChg chg="del mod">
          <ac:chgData name="park sehun" userId="a5dd5dda71ea150a" providerId="LiveId" clId="{C43683D0-D4D9-4BED-9220-AD1E10ADF921}" dt="2020-04-20T02:41:20.249" v="969" actId="478"/>
          <ac:spMkLst>
            <pc:docMk/>
            <pc:sldMk cId="3781453481" sldId="1208"/>
            <ac:spMk id="76" creationId="{B5EB5AE6-A589-4A54-B05C-856791F34305}"/>
          </ac:spMkLst>
        </pc:spChg>
        <pc:spChg chg="del">
          <ac:chgData name="park sehun" userId="a5dd5dda71ea150a" providerId="LiveId" clId="{C43683D0-D4D9-4BED-9220-AD1E10ADF921}" dt="2020-04-20T02:33:13.501" v="313" actId="478"/>
          <ac:spMkLst>
            <pc:docMk/>
            <pc:sldMk cId="3781453481" sldId="1208"/>
            <ac:spMk id="77" creationId="{A1C9CBBB-442E-4A27-BC56-34EE4B2C71D5}"/>
          </ac:spMkLst>
        </pc:spChg>
        <pc:spChg chg="del mod">
          <ac:chgData name="park sehun" userId="a5dd5dda71ea150a" providerId="LiveId" clId="{C43683D0-D4D9-4BED-9220-AD1E10ADF921}" dt="2020-04-20T02:33:50.454" v="347" actId="478"/>
          <ac:spMkLst>
            <pc:docMk/>
            <pc:sldMk cId="3781453481" sldId="1208"/>
            <ac:spMk id="78" creationId="{0B83E74A-4A4E-4E0C-AD94-7D5E324DE748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79" creationId="{22C8B154-8F81-497D-AD84-961756A86719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0" creationId="{06B45362-0C80-480D-B468-0040D9973F0B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2" creationId="{F25D5700-C340-4457-940B-50F38AFC8208}"/>
          </ac:spMkLst>
        </pc:spChg>
        <pc:spChg chg="add mod">
          <ac:chgData name="park sehun" userId="a5dd5dda71ea150a" providerId="LiveId" clId="{C43683D0-D4D9-4BED-9220-AD1E10ADF921}" dt="2020-04-27T02:26:14.284" v="11676" actId="1037"/>
          <ac:spMkLst>
            <pc:docMk/>
            <pc:sldMk cId="3781453481" sldId="1208"/>
            <ac:spMk id="83" creationId="{24754FE3-F411-46AD-8A43-E9D8E86C67F6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4" creationId="{919870A6-078C-4D82-9BC1-C47E8F5D26A8}"/>
          </ac:spMkLst>
        </pc:spChg>
        <pc:spChg chg="add del mod">
          <ac:chgData name="park sehun" userId="a5dd5dda71ea150a" providerId="LiveId" clId="{C43683D0-D4D9-4BED-9220-AD1E10ADF921}" dt="2020-04-20T03:30:56.951" v="3019" actId="478"/>
          <ac:spMkLst>
            <pc:docMk/>
            <pc:sldMk cId="3781453481" sldId="1208"/>
            <ac:spMk id="85" creationId="{99B885CE-5093-42D7-AE86-707F935B8593}"/>
          </ac:spMkLst>
        </pc:spChg>
        <pc:spChg chg="add mod">
          <ac:chgData name="park sehun" userId="a5dd5dda71ea150a" providerId="LiveId" clId="{C43683D0-D4D9-4BED-9220-AD1E10ADF921}" dt="2020-04-27T02:26:31.492" v="11720" actId="1037"/>
          <ac:spMkLst>
            <pc:docMk/>
            <pc:sldMk cId="3781453481" sldId="1208"/>
            <ac:spMk id="86" creationId="{06BB79E9-CBBA-401A-A08C-B0A6E71E76EB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7" creationId="{5B423BC7-151A-4F32-BB41-A2A610860BA3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8" creationId="{6213DE15-AF20-4D9F-9441-4648F445EAB8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9" creationId="{3EF0D022-18FC-459F-9FA3-AF43E7A039E4}"/>
          </ac:spMkLst>
        </pc:spChg>
        <pc:spChg chg="add del mod">
          <ac:chgData name="park sehun" userId="a5dd5dda71ea150a" providerId="LiveId" clId="{C43683D0-D4D9-4BED-9220-AD1E10ADF921}" dt="2020-04-20T03:06:39.385" v="1677" actId="478"/>
          <ac:spMkLst>
            <pc:docMk/>
            <pc:sldMk cId="3781453481" sldId="1208"/>
            <ac:spMk id="90" creationId="{7F95010F-7679-4A1E-8F63-C873E11C5B52}"/>
          </ac:spMkLst>
        </pc:spChg>
        <pc:spChg chg="add del mod">
          <ac:chgData name="park sehun" userId="a5dd5dda71ea150a" providerId="LiveId" clId="{C43683D0-D4D9-4BED-9220-AD1E10ADF921}" dt="2020-04-20T03:06:39.385" v="1677" actId="478"/>
          <ac:spMkLst>
            <pc:docMk/>
            <pc:sldMk cId="3781453481" sldId="1208"/>
            <ac:spMk id="91" creationId="{D678E3D2-61B6-4A74-804D-49AE0DA70BFB}"/>
          </ac:spMkLst>
        </pc:spChg>
        <pc:spChg chg="add del mod">
          <ac:chgData name="park sehun" userId="a5dd5dda71ea150a" providerId="LiveId" clId="{C43683D0-D4D9-4BED-9220-AD1E10ADF921}" dt="2020-04-20T03:06:39.385" v="1677" actId="478"/>
          <ac:spMkLst>
            <pc:docMk/>
            <pc:sldMk cId="3781453481" sldId="1208"/>
            <ac:spMk id="92" creationId="{B474EDD5-1EB6-4BB5-AED9-FEE40063728B}"/>
          </ac:spMkLst>
        </pc:spChg>
        <pc:spChg chg="add del mod">
          <ac:chgData name="park sehun" userId="a5dd5dda71ea150a" providerId="LiveId" clId="{C43683D0-D4D9-4BED-9220-AD1E10ADF921}" dt="2020-04-20T03:06:39.385" v="1677" actId="478"/>
          <ac:spMkLst>
            <pc:docMk/>
            <pc:sldMk cId="3781453481" sldId="1208"/>
            <ac:spMk id="93" creationId="{28837ACE-4C6A-4118-A623-DCCACEA932D8}"/>
          </ac:spMkLst>
        </pc:spChg>
        <pc:spChg chg="add del mod">
          <ac:chgData name="park sehun" userId="a5dd5dda71ea150a" providerId="LiveId" clId="{C43683D0-D4D9-4BED-9220-AD1E10ADF921}" dt="2020-04-20T03:06:39.385" v="1677" actId="478"/>
          <ac:spMkLst>
            <pc:docMk/>
            <pc:sldMk cId="3781453481" sldId="1208"/>
            <ac:spMk id="94" creationId="{0F423308-7C06-4B35-B2D1-0B62F417F384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95" creationId="{37B6EEFD-0C64-4656-AA9E-C01DD2A77B60}"/>
          </ac:spMkLst>
        </pc:spChg>
        <pc:spChg chg="add mod ord">
          <ac:chgData name="park sehun" userId="a5dd5dda71ea150a" providerId="LiveId" clId="{C43683D0-D4D9-4BED-9220-AD1E10ADF921}" dt="2020-04-27T02:24:07.576" v="11577" actId="20577"/>
          <ac:spMkLst>
            <pc:docMk/>
            <pc:sldMk cId="3781453481" sldId="1208"/>
            <ac:spMk id="96" creationId="{686D61C0-B6B9-46D7-8EEE-41B7E606331B}"/>
          </ac:spMkLst>
        </pc:spChg>
        <pc:spChg chg="add del mod">
          <ac:chgData name="park sehun" userId="a5dd5dda71ea150a" providerId="LiveId" clId="{C43683D0-D4D9-4BED-9220-AD1E10ADF921}" dt="2020-04-20T03:15:01.941" v="2131" actId="478"/>
          <ac:spMkLst>
            <pc:docMk/>
            <pc:sldMk cId="3781453481" sldId="1208"/>
            <ac:spMk id="97" creationId="{1425C0A2-E2D1-4D77-BF25-B19F8A42EC33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00" creationId="{CC456FF7-5269-4B9A-9C72-CBF715D837F0}"/>
          </ac:spMkLst>
        </pc:spChg>
        <pc:spChg chg="add del mod">
          <ac:chgData name="park sehun" userId="a5dd5dda71ea150a" providerId="LiveId" clId="{C43683D0-D4D9-4BED-9220-AD1E10ADF921}" dt="2020-04-20T03:15:01.941" v="2131" actId="478"/>
          <ac:spMkLst>
            <pc:docMk/>
            <pc:sldMk cId="3781453481" sldId="1208"/>
            <ac:spMk id="101" creationId="{39A68612-F27F-47D3-B233-0DDCAED9B9F3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102" creationId="{2414F1BB-4067-46C1-8627-11CF564404A4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05" creationId="{B098883D-6FF2-49A1-86C3-9B767CF77E60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08" creationId="{39FC9577-60CC-4DB6-8657-345425F53F35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09" creationId="{DC912C84-81BF-41B5-8080-259CAFFB42E8}"/>
          </ac:spMkLst>
        </pc:spChg>
        <pc:spChg chg="add del mod">
          <ac:chgData name="park sehun" userId="a5dd5dda71ea150a" providerId="LiveId" clId="{C43683D0-D4D9-4BED-9220-AD1E10ADF921}" dt="2020-04-20T03:15:14.443" v="2159" actId="478"/>
          <ac:spMkLst>
            <pc:docMk/>
            <pc:sldMk cId="3781453481" sldId="1208"/>
            <ac:spMk id="110" creationId="{583F0DE1-97D3-4512-809D-AFDAD39674A2}"/>
          </ac:spMkLst>
        </pc:spChg>
        <pc:spChg chg="add del mod">
          <ac:chgData name="park sehun" userId="a5dd5dda71ea150a" providerId="LiveId" clId="{C43683D0-D4D9-4BED-9220-AD1E10ADF921}" dt="2020-04-20T03:28:49.542" v="3016" actId="478"/>
          <ac:spMkLst>
            <pc:docMk/>
            <pc:sldMk cId="3781453481" sldId="1208"/>
            <ac:spMk id="111" creationId="{FBBE1913-D8D1-4E13-AD02-8BA29FB77101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12" creationId="{2AE071D7-0DAC-4F07-A39B-B2377040E26F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13" creationId="{ED1D169D-8CF8-423E-924B-C5A274A3F9FB}"/>
          </ac:spMkLst>
        </pc:spChg>
        <pc:spChg chg="add del mod">
          <ac:chgData name="park sehun" userId="a5dd5dda71ea150a" providerId="LiveId" clId="{C43683D0-D4D9-4BED-9220-AD1E10ADF921}" dt="2020-04-20T03:28:54.574" v="3018" actId="478"/>
          <ac:spMkLst>
            <pc:docMk/>
            <pc:sldMk cId="3781453481" sldId="1208"/>
            <ac:spMk id="114" creationId="{040462A6-B4A5-43C2-9E46-620BA975D84C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15" creationId="{3CAF58BA-E757-47E2-9ECC-C5363217A9E1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16" creationId="{626F7338-1CB4-4894-A41A-CCF6D1A5F761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19" creationId="{FD056480-4942-4F22-B084-03762EE2E4CF}"/>
          </ac:spMkLst>
        </pc:spChg>
        <pc:spChg chg="add del mod">
          <ac:chgData name="park sehun" userId="a5dd5dda71ea150a" providerId="LiveId" clId="{C43683D0-D4D9-4BED-9220-AD1E10ADF921}" dt="2020-04-20T03:15:21.743" v="2161" actId="478"/>
          <ac:spMkLst>
            <pc:docMk/>
            <pc:sldMk cId="3781453481" sldId="1208"/>
            <ac:spMk id="121" creationId="{1FBF54DA-43E9-4F15-9C2C-CC2A831FC63F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47" creationId="{CAC32801-31A2-447C-A006-0419EAA02BDD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48" creationId="{0B483F55-4953-4879-943E-522F78B7D0AA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49" creationId="{0C76395F-741D-483A-8F7B-13F7010249CA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0" creationId="{5810B8EE-FD31-488E-A361-EFCAAD578ACF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1" creationId="{238344FA-3B30-4200-866D-974FE4AF5091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2" creationId="{7A56C2AE-2EBA-4128-A2CC-A9FCB9DBF5F4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3" creationId="{B8B870BF-737C-492C-B2AD-F49E14D681FA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4" creationId="{A888B4C4-2A2F-4547-A94E-5A50AB2E0463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6" creationId="{8F20887A-3428-42CA-A8F4-8CE1A0D83011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78" creationId="{8B2F67FC-A8D9-48FD-9BBD-F0FA77E900D7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82" creationId="{E2AAC60E-CB80-4149-8666-BB4F173652C7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85" creationId="{63E423CF-70C1-43A8-B63D-5AB4B472DBDB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91" creationId="{F3CFD2CC-9A84-4DE6-BA72-D53042D4EE30}"/>
          </ac:spMkLst>
        </pc:spChg>
        <pc:spChg chg="add mod">
          <ac:chgData name="park sehun" userId="a5dd5dda71ea150a" providerId="LiveId" clId="{C43683D0-D4D9-4BED-9220-AD1E10ADF921}" dt="2020-04-27T02:25:53.037" v="11633" actId="1036"/>
          <ac:spMkLst>
            <pc:docMk/>
            <pc:sldMk cId="3781453481" sldId="1208"/>
            <ac:spMk id="196" creationId="{0F600599-1B34-4668-8517-D60FF77F3CE8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97" creationId="{8CEFDBB4-345D-4FC8-A5C8-6006AA6FEBBA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07" creationId="{E251340F-1B2F-4B69-8E8E-BF963C7341FD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33" creationId="{D4A132BE-5B55-4BF7-BF7E-FFAC890B9712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44" creationId="{61C75766-79A1-40F1-948E-6C67B8232DCF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49" creationId="{71B68858-B5C2-41D2-A069-6C4DB3E61048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0" creationId="{D60886F6-DCD3-45C4-90B1-195566083E7A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1" creationId="{2186DB4D-CB8C-479D-AA87-1A0AE3B35FFB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2" creationId="{3B069E67-C0E8-42F6-A0CD-6FE732A56039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3" creationId="{25E8C0AF-02D6-4ECA-86CD-C42EE456ECDB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4" creationId="{292DB14C-429C-4B87-B413-7A3E449B1EA6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6" creationId="{4D808C78-472E-4288-B527-66EF035A6928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8" creationId="{2C71B874-2146-4540-A061-90D952F4AAA4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60" creationId="{BEEBF01F-9F4F-4CAD-A8BD-69B491985D9A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61" creationId="{6BAFA3EE-F965-4D64-972B-105CBA916EC9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62" creationId="{70F73540-73F0-4074-B566-CF9D08AF6112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72" creationId="{C6C022A4-FAA2-4ED9-B655-FAF8C68297F7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87" creationId="{6E7BA10B-8C38-43F3-B4AB-93F7AAECFAEA}"/>
          </ac:spMkLst>
        </pc:spChg>
        <pc:spChg chg="add mod ord">
          <ac:chgData name="park sehun" userId="a5dd5dda71ea150a" providerId="LiveId" clId="{C43683D0-D4D9-4BED-9220-AD1E10ADF921}" dt="2020-04-27T02:07:32.695" v="11542" actId="167"/>
          <ac:spMkLst>
            <pc:docMk/>
            <pc:sldMk cId="3781453481" sldId="1208"/>
            <ac:spMk id="296" creationId="{1A7B5293-8023-4B09-8A97-477281FCF786}"/>
          </ac:spMkLst>
        </pc:spChg>
        <pc:spChg chg="add mod">
          <ac:chgData name="park sehun" userId="a5dd5dda71ea150a" providerId="LiveId" clId="{C43683D0-D4D9-4BED-9220-AD1E10ADF921}" dt="2020-04-20T05:36:03.559" v="4162" actId="1036"/>
          <ac:spMkLst>
            <pc:docMk/>
            <pc:sldMk cId="3781453481" sldId="1208"/>
            <ac:spMk id="297" creationId="{921533C3-8A98-483E-9B50-F552337036BC}"/>
          </ac:spMkLst>
        </pc:spChg>
        <pc:spChg chg="add mod">
          <ac:chgData name="park sehun" userId="a5dd5dda71ea150a" providerId="LiveId" clId="{C43683D0-D4D9-4BED-9220-AD1E10ADF921}" dt="2020-04-20T05:36:03.559" v="4162" actId="1036"/>
          <ac:spMkLst>
            <pc:docMk/>
            <pc:sldMk cId="3781453481" sldId="1208"/>
            <ac:spMk id="298" creationId="{06BC72D6-5426-406F-9BB3-D75EC799448F}"/>
          </ac:spMkLst>
        </pc:spChg>
        <pc:spChg chg="mod">
          <ac:chgData name="park sehun" userId="a5dd5dda71ea150a" providerId="LiveId" clId="{C43683D0-D4D9-4BED-9220-AD1E10ADF921}" dt="2020-04-20T05:40:28.760" v="4209"/>
          <ac:spMkLst>
            <pc:docMk/>
            <pc:sldMk cId="3781453481" sldId="1208"/>
            <ac:spMk id="62466" creationId="{00000000-0000-0000-0000-000000000000}"/>
          </ac:spMkLst>
        </pc:spChg>
        <pc:graphicFrameChg chg="mod modGraphic">
          <ac:chgData name="park sehun" userId="a5dd5dda71ea150a" providerId="LiveId" clId="{C43683D0-D4D9-4BED-9220-AD1E10ADF921}" dt="2020-04-20T03:20:57.953" v="2582" actId="1036"/>
          <ac:graphicFrameMkLst>
            <pc:docMk/>
            <pc:sldMk cId="3781453481" sldId="1208"/>
            <ac:graphicFrameMk id="2" creationId="{811A7EBA-E1AD-458F-8685-69A517FB66EB}"/>
          </ac:graphicFrameMkLst>
        </pc:graphicFrameChg>
        <pc:graphicFrameChg chg="mod modGraphic">
          <ac:chgData name="park sehun" userId="a5dd5dda71ea150a" providerId="LiveId" clId="{C43683D0-D4D9-4BED-9220-AD1E10ADF921}" dt="2020-04-20T03:19:36.848" v="2451" actId="1035"/>
          <ac:graphicFrameMkLst>
            <pc:docMk/>
            <pc:sldMk cId="3781453481" sldId="1208"/>
            <ac:graphicFrameMk id="36" creationId="{08881BD9-DC01-46DF-9742-A9787B92A60F}"/>
          </ac:graphicFrameMkLst>
        </pc:graphicFrameChg>
        <pc:graphicFrameChg chg="del mod">
          <ac:chgData name="park sehun" userId="a5dd5dda71ea150a" providerId="LiveId" clId="{C43683D0-D4D9-4BED-9220-AD1E10ADF921}" dt="2020-04-20T02:49:39.504" v="1316" actId="478"/>
          <ac:graphicFrameMkLst>
            <pc:docMk/>
            <pc:sldMk cId="3781453481" sldId="1208"/>
            <ac:graphicFrameMk id="37" creationId="{B404B55C-E378-450B-8567-8123BE4AEFCE}"/>
          </ac:graphicFrameMkLst>
        </pc:graphicFrameChg>
        <pc:graphicFrameChg chg="del mod">
          <ac:chgData name="park sehun" userId="a5dd5dda71ea150a" providerId="LiveId" clId="{C43683D0-D4D9-4BED-9220-AD1E10ADF921}" dt="2020-04-20T02:49:49.079" v="1319" actId="478"/>
          <ac:graphicFrameMkLst>
            <pc:docMk/>
            <pc:sldMk cId="3781453481" sldId="1208"/>
            <ac:graphicFrameMk id="38" creationId="{9A7A42EB-7DD7-4A12-A27B-B837556A8330}"/>
          </ac:graphicFrameMkLst>
        </pc:graphicFrameChg>
        <pc:graphicFrameChg chg="add mod modGraphic">
          <ac:chgData name="park sehun" userId="a5dd5dda71ea150a" providerId="LiveId" clId="{C43683D0-D4D9-4BED-9220-AD1E10ADF921}" dt="2020-04-20T03:20:12.156" v="2527" actId="1035"/>
          <ac:graphicFrameMkLst>
            <pc:docMk/>
            <pc:sldMk cId="3781453481" sldId="1208"/>
            <ac:graphicFrameMk id="52" creationId="{6F811F15-16A0-485B-BCFE-7F89A807F64A}"/>
          </ac:graphicFrameMkLst>
        </pc:graphicFrameChg>
        <pc:picChg chg="add mod">
          <ac:chgData name="park sehun" userId="a5dd5dda71ea150a" providerId="LiveId" clId="{C43683D0-D4D9-4BED-9220-AD1E10ADF921}" dt="2020-04-20T05:44:24.208" v="4214" actId="1038"/>
          <ac:picMkLst>
            <pc:docMk/>
            <pc:sldMk cId="3781453481" sldId="1208"/>
            <ac:picMk id="243" creationId="{9545C373-16C9-4734-9DCC-4BD7DDBFFE50}"/>
          </ac:picMkLst>
        </pc:picChg>
        <pc:cxnChg chg="del mod">
          <ac:chgData name="park sehun" userId="a5dd5dda71ea150a" providerId="LiveId" clId="{C43683D0-D4D9-4BED-9220-AD1E10ADF921}" dt="2020-04-20T02:49:54.550" v="1321" actId="478"/>
          <ac:cxnSpMkLst>
            <pc:docMk/>
            <pc:sldMk cId="3781453481" sldId="1208"/>
            <ac:cxnSpMk id="39" creationId="{C851932A-4916-4E8E-ADCE-BBDCE58175C0}"/>
          </ac:cxnSpMkLst>
        </pc:cxnChg>
        <pc:cxnChg chg="del mod">
          <ac:chgData name="park sehun" userId="a5dd5dda71ea150a" providerId="LiveId" clId="{C43683D0-D4D9-4BED-9220-AD1E10ADF921}" dt="2020-04-20T03:18:41.305" v="2419" actId="478"/>
          <ac:cxnSpMkLst>
            <pc:docMk/>
            <pc:sldMk cId="3781453481" sldId="1208"/>
            <ac:cxnSpMk id="46" creationId="{ED63783E-00B0-4DE2-BAA1-7DBBAD23574D}"/>
          </ac:cxnSpMkLst>
        </pc:cxnChg>
        <pc:cxnChg chg="del mod">
          <ac:chgData name="park sehun" userId="a5dd5dda71ea150a" providerId="LiveId" clId="{C43683D0-D4D9-4BED-9220-AD1E10ADF921}" dt="2020-04-20T02:39:09.590" v="768" actId="478"/>
          <ac:cxnSpMkLst>
            <pc:docMk/>
            <pc:sldMk cId="3781453481" sldId="1208"/>
            <ac:cxnSpMk id="48" creationId="{1F0AC650-39C6-425E-9CBF-0F333F010677}"/>
          </ac:cxnSpMkLst>
        </pc:cxnChg>
        <pc:cxnChg chg="add del mod">
          <ac:chgData name="park sehun" userId="a5dd5dda71ea150a" providerId="LiveId" clId="{C43683D0-D4D9-4BED-9220-AD1E10ADF921}" dt="2020-04-20T02:49:51.849" v="1320" actId="478"/>
          <ac:cxnSpMkLst>
            <pc:docMk/>
            <pc:sldMk cId="3781453481" sldId="1208"/>
            <ac:cxnSpMk id="49" creationId="{0C69831C-336A-4A75-89C5-4D740ACA9F74}"/>
          </ac:cxnSpMkLst>
        </pc:cxnChg>
        <pc:cxnChg chg="mod">
          <ac:chgData name="park sehun" userId="a5dd5dda71ea150a" providerId="LiveId" clId="{C43683D0-D4D9-4BED-9220-AD1E10ADF921}" dt="2020-04-20T05:15:03.040" v="3541" actId="1037"/>
          <ac:cxnSpMkLst>
            <pc:docMk/>
            <pc:sldMk cId="3781453481" sldId="1208"/>
            <ac:cxnSpMk id="50" creationId="{AA7171CE-0DE4-411A-87C9-037D611A0DB4}"/>
          </ac:cxnSpMkLst>
        </pc:cxnChg>
        <pc:cxnChg chg="add del mod">
          <ac:chgData name="park sehun" userId="a5dd5dda71ea150a" providerId="LiveId" clId="{C43683D0-D4D9-4BED-9220-AD1E10ADF921}" dt="2020-04-20T02:51:02.809" v="1387" actId="478"/>
          <ac:cxnSpMkLst>
            <pc:docMk/>
            <pc:sldMk cId="3781453481" sldId="1208"/>
            <ac:cxnSpMk id="57" creationId="{C10A3DDC-B8D7-49AB-8B6F-E5602E2EA736}"/>
          </ac:cxnSpMkLst>
        </pc:cxnChg>
        <pc:cxnChg chg="add del mod">
          <ac:chgData name="park sehun" userId="a5dd5dda71ea150a" providerId="LiveId" clId="{C43683D0-D4D9-4BED-9220-AD1E10ADF921}" dt="2020-04-20T03:18:38.421" v="2418" actId="478"/>
          <ac:cxnSpMkLst>
            <pc:docMk/>
            <pc:sldMk cId="3781453481" sldId="1208"/>
            <ac:cxnSpMk id="58" creationId="{2EEFCD3F-D442-47B8-A976-9031F2564BF4}"/>
          </ac:cxnSpMkLst>
        </pc:cxnChg>
        <pc:cxnChg chg="del">
          <ac:chgData name="park sehun" userId="a5dd5dda71ea150a" providerId="LiveId" clId="{C43683D0-D4D9-4BED-9220-AD1E10ADF921}" dt="2020-04-20T02:33:24.697" v="316" actId="478"/>
          <ac:cxnSpMkLst>
            <pc:docMk/>
            <pc:sldMk cId="3781453481" sldId="1208"/>
            <ac:cxnSpMk id="64" creationId="{5270DB07-824E-40A1-BADC-DE6D19836E63}"/>
          </ac:cxnSpMkLst>
        </pc:cxnChg>
        <pc:cxnChg chg="add del mod">
          <ac:chgData name="park sehun" userId="a5dd5dda71ea150a" providerId="LiveId" clId="{C43683D0-D4D9-4BED-9220-AD1E10ADF921}" dt="2020-04-20T03:10:05.094" v="1948" actId="478"/>
          <ac:cxnSpMkLst>
            <pc:docMk/>
            <pc:sldMk cId="3781453481" sldId="1208"/>
            <ac:cxnSpMk id="68" creationId="{AB7317E3-46E2-445D-8FAF-5F5395C57302}"/>
          </ac:cxnSpMkLst>
        </pc:cxnChg>
        <pc:cxnChg chg="add del mod">
          <ac:chgData name="park sehun" userId="a5dd5dda71ea150a" providerId="LiveId" clId="{C43683D0-D4D9-4BED-9220-AD1E10ADF921}" dt="2020-04-20T03:13:32.694" v="2086" actId="478"/>
          <ac:cxnSpMkLst>
            <pc:docMk/>
            <pc:sldMk cId="3781453481" sldId="1208"/>
            <ac:cxnSpMk id="72" creationId="{A5A295E3-1E3E-4FCE-A610-915ADB425CE6}"/>
          </ac:cxnSpMkLst>
        </pc:cxnChg>
        <pc:cxnChg chg="add del mod">
          <ac:chgData name="park sehun" userId="a5dd5dda71ea150a" providerId="LiveId" clId="{C43683D0-D4D9-4BED-9220-AD1E10ADF921}" dt="2020-04-20T03:05:56.943" v="1652" actId="478"/>
          <ac:cxnSpMkLst>
            <pc:docMk/>
            <pc:sldMk cId="3781453481" sldId="1208"/>
            <ac:cxnSpMk id="81" creationId="{97644D7C-19AE-49FC-B51D-C881E0919316}"/>
          </ac:cxnSpMkLst>
        </pc:cxnChg>
        <pc:cxnChg chg="add del mod">
          <ac:chgData name="park sehun" userId="a5dd5dda71ea150a" providerId="LiveId" clId="{C43683D0-D4D9-4BED-9220-AD1E10ADF921}" dt="2020-04-20T03:05:56.943" v="1652" actId="478"/>
          <ac:cxnSpMkLst>
            <pc:docMk/>
            <pc:sldMk cId="3781453481" sldId="1208"/>
            <ac:cxnSpMk id="83" creationId="{3AAF33FE-2ED6-42CD-9929-A54BDEDC0B71}"/>
          </ac:cxnSpMkLst>
        </pc:cxnChg>
        <pc:cxnChg chg="add del mod">
          <ac:chgData name="park sehun" userId="a5dd5dda71ea150a" providerId="LiveId" clId="{C43683D0-D4D9-4BED-9220-AD1E10ADF921}" dt="2020-04-20T03:05:56.943" v="1652" actId="478"/>
          <ac:cxnSpMkLst>
            <pc:docMk/>
            <pc:sldMk cId="3781453481" sldId="1208"/>
            <ac:cxnSpMk id="86" creationId="{412E6D31-6C78-4C48-8D39-6D905A8E0934}"/>
          </ac:cxnSpMkLst>
        </pc:cxnChg>
        <pc:cxnChg chg="add mod">
          <ac:chgData name="park sehun" userId="a5dd5dda71ea150a" providerId="LiveId" clId="{C43683D0-D4D9-4BED-9220-AD1E10ADF921}" dt="2020-04-27T02:23:53.258" v="11566" actId="14100"/>
          <ac:cxnSpMkLst>
            <pc:docMk/>
            <pc:sldMk cId="3781453481" sldId="1208"/>
            <ac:cxnSpMk id="98" creationId="{26ECBB47-1524-4385-9B4D-BB703B9B9E17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99" creationId="{7886D65E-6682-4437-8090-4595BAD82509}"/>
          </ac:cxnSpMkLst>
        </pc:cxnChg>
        <pc:cxnChg chg="add del mod">
          <ac:chgData name="park sehun" userId="a5dd5dda71ea150a" providerId="LiveId" clId="{C43683D0-D4D9-4BED-9220-AD1E10ADF921}" dt="2020-04-20T03:05:56.943" v="1652" actId="478"/>
          <ac:cxnSpMkLst>
            <pc:docMk/>
            <pc:sldMk cId="3781453481" sldId="1208"/>
            <ac:cxnSpMk id="103" creationId="{DD21B2E1-E985-466A-9206-9487065F06D4}"/>
          </ac:cxnSpMkLst>
        </pc:cxnChg>
        <pc:cxnChg chg="add mod ord">
          <ac:chgData name="park sehun" userId="a5dd5dda71ea150a" providerId="LiveId" clId="{C43683D0-D4D9-4BED-9220-AD1E10ADF921}" dt="2020-04-27T02:25:53.037" v="11633" actId="1036"/>
          <ac:cxnSpMkLst>
            <pc:docMk/>
            <pc:sldMk cId="3781453481" sldId="1208"/>
            <ac:cxnSpMk id="104" creationId="{B8A37B7A-307E-4D09-B10D-5EA8EF2163B0}"/>
          </ac:cxnSpMkLst>
        </pc:cxnChg>
        <pc:cxnChg chg="add del mod">
          <ac:chgData name="park sehun" userId="a5dd5dda71ea150a" providerId="LiveId" clId="{C43683D0-D4D9-4BED-9220-AD1E10ADF921}" dt="2020-04-20T03:30:58.933" v="3020" actId="478"/>
          <ac:cxnSpMkLst>
            <pc:docMk/>
            <pc:sldMk cId="3781453481" sldId="1208"/>
            <ac:cxnSpMk id="106" creationId="{C69C10A7-6FBB-4CB6-89C6-20A9FAFA71B8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117" creationId="{212ED298-1FB7-4FDA-94F0-C27DA0BB1F49}"/>
          </ac:cxnSpMkLst>
        </pc:cxnChg>
        <pc:cxnChg chg="add del mod">
          <ac:chgData name="park sehun" userId="a5dd5dda71ea150a" providerId="LiveId" clId="{C43683D0-D4D9-4BED-9220-AD1E10ADF921}" dt="2020-04-20T03:15:24.648" v="2162" actId="478"/>
          <ac:cxnSpMkLst>
            <pc:docMk/>
            <pc:sldMk cId="3781453481" sldId="1208"/>
            <ac:cxnSpMk id="118" creationId="{0D2AE1B5-FABC-4BD3-B92B-472197CFADE4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120" creationId="{4B091FDF-EA11-4AE6-AFE4-055F7719D4EB}"/>
          </ac:cxnSpMkLst>
        </pc:cxnChg>
        <pc:cxnChg chg="add del mod">
          <ac:chgData name="park sehun" userId="a5dd5dda71ea150a" providerId="LiveId" clId="{C43683D0-D4D9-4BED-9220-AD1E10ADF921}" dt="2020-04-20T03:28:52.408" v="3017" actId="478"/>
          <ac:cxnSpMkLst>
            <pc:docMk/>
            <pc:sldMk cId="3781453481" sldId="1208"/>
            <ac:cxnSpMk id="122" creationId="{D85FC46F-A98D-435A-9F17-6375201AF6BB}"/>
          </ac:cxnSpMkLst>
        </pc:cxnChg>
        <pc:cxnChg chg="add del mod">
          <ac:chgData name="park sehun" userId="a5dd5dda71ea150a" providerId="LiveId" clId="{C43683D0-D4D9-4BED-9220-AD1E10ADF921}" dt="2020-04-20T05:14:30.529" v="3499" actId="478"/>
          <ac:cxnSpMkLst>
            <pc:docMk/>
            <pc:sldMk cId="3781453481" sldId="1208"/>
            <ac:cxnSpMk id="155" creationId="{6349BBF5-BA81-49B5-B233-F7551FB14978}"/>
          </ac:cxnSpMkLst>
        </pc:cxnChg>
        <pc:cxnChg chg="add del mod">
          <ac:chgData name="park sehun" userId="a5dd5dda71ea150a" providerId="LiveId" clId="{C43683D0-D4D9-4BED-9220-AD1E10ADF921}" dt="2020-04-20T05:14:30.529" v="3499" actId="478"/>
          <ac:cxnSpMkLst>
            <pc:docMk/>
            <pc:sldMk cId="3781453481" sldId="1208"/>
            <ac:cxnSpMk id="157" creationId="{6B0152B4-DE92-476E-A935-A776E3ACA819}"/>
          </ac:cxnSpMkLst>
        </pc:cxnChg>
        <pc:cxnChg chg="add del mod">
          <ac:chgData name="park sehun" userId="a5dd5dda71ea150a" providerId="LiveId" clId="{C43683D0-D4D9-4BED-9220-AD1E10ADF921}" dt="2020-04-20T05:14:30.529" v="3499" actId="478"/>
          <ac:cxnSpMkLst>
            <pc:docMk/>
            <pc:sldMk cId="3781453481" sldId="1208"/>
            <ac:cxnSpMk id="158" creationId="{145C4FD7-29A2-4ACA-ABB9-D9CED2E7BE49}"/>
          </ac:cxnSpMkLst>
        </pc:cxnChg>
        <pc:cxnChg chg="add del mod">
          <ac:chgData name="park sehun" userId="a5dd5dda71ea150a" providerId="LiveId" clId="{C43683D0-D4D9-4BED-9220-AD1E10ADF921}" dt="2020-04-20T03:20:44.541" v="2533" actId="478"/>
          <ac:cxnSpMkLst>
            <pc:docMk/>
            <pc:sldMk cId="3781453481" sldId="1208"/>
            <ac:cxnSpMk id="162" creationId="{7CE3F499-9F3B-40B3-BAA9-53A05EDAC5BA}"/>
          </ac:cxnSpMkLst>
        </pc:cxnChg>
        <pc:cxnChg chg="add">
          <ac:chgData name="park sehun" userId="a5dd5dda71ea150a" providerId="LiveId" clId="{C43683D0-D4D9-4BED-9220-AD1E10ADF921}" dt="2020-04-20T03:19:17.696" v="2435"/>
          <ac:cxnSpMkLst>
            <pc:docMk/>
            <pc:sldMk cId="3781453481" sldId="1208"/>
            <ac:cxnSpMk id="165" creationId="{7658C0C1-DD6C-492F-9139-CB551BE558ED}"/>
          </ac:cxnSpMkLst>
        </pc:cxnChg>
        <pc:cxnChg chg="add mod">
          <ac:chgData name="park sehun" userId="a5dd5dda71ea150a" providerId="LiveId" clId="{C43683D0-D4D9-4BED-9220-AD1E10ADF921}" dt="2020-04-20T03:20:37.807" v="2532" actId="14100"/>
          <ac:cxnSpMkLst>
            <pc:docMk/>
            <pc:sldMk cId="3781453481" sldId="1208"/>
            <ac:cxnSpMk id="168" creationId="{C57B0319-933B-45EC-BA4C-4A641198DA50}"/>
          </ac:cxnSpMkLst>
        </pc:cxnChg>
        <pc:cxnChg chg="add mod">
          <ac:chgData name="park sehun" userId="a5dd5dda71ea150a" providerId="LiveId" clId="{C43683D0-D4D9-4BED-9220-AD1E10ADF921}" dt="2020-04-20T03:20:53.600" v="2570" actId="1036"/>
          <ac:cxnSpMkLst>
            <pc:docMk/>
            <pc:sldMk cId="3781453481" sldId="1208"/>
            <ac:cxnSpMk id="177" creationId="{F41504FE-66A2-4EDC-9DCF-CE5EB9113CF4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179" creationId="{2003C1DE-AFBB-4800-80D5-866326CABC41}"/>
          </ac:cxnSpMkLst>
        </pc:cxnChg>
        <pc:cxnChg chg="add del mod">
          <ac:chgData name="park sehun" userId="a5dd5dda71ea150a" providerId="LiveId" clId="{C43683D0-D4D9-4BED-9220-AD1E10ADF921}" dt="2020-04-20T03:24:17.272" v="2792"/>
          <ac:cxnSpMkLst>
            <pc:docMk/>
            <pc:sldMk cId="3781453481" sldId="1208"/>
            <ac:cxnSpMk id="181" creationId="{4BE1FDEA-3541-460A-84D0-260724245E7B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186" creationId="{078EB9DE-54B0-4215-8D79-AFC20792A93F}"/>
          </ac:cxnSpMkLst>
        </pc:cxnChg>
        <pc:cxnChg chg="add mod ord">
          <ac:chgData name="park sehun" userId="a5dd5dda71ea150a" providerId="LiveId" clId="{C43683D0-D4D9-4BED-9220-AD1E10ADF921}" dt="2020-04-27T02:26:23.520" v="11678" actId="14100"/>
          <ac:cxnSpMkLst>
            <pc:docMk/>
            <pc:sldMk cId="3781453481" sldId="1208"/>
            <ac:cxnSpMk id="203" creationId="{303B5C7B-ABE3-44E4-AD3D-DE7397C59F30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08" creationId="{E394138D-81D8-4F1E-A327-E47364CD9E74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20" creationId="{28E572D5-5F04-4EE9-9457-4FB5368FD8C3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35" creationId="{9D587F4E-7931-4EB4-82AF-81E6C681B476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55" creationId="{AC37B69E-8012-4C92-84CE-0B2600DFE930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57" creationId="{B4576EF1-57AD-4E61-ACE5-D2A4EAA8AD7E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59" creationId="{99766F95-056E-4E0F-BE65-4C1B30455000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63" creationId="{B79AA4D7-B438-448D-849A-6F1633CC2A7F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64" creationId="{F80E9979-538A-4740-8AD9-8600CE74B93D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73" creationId="{367AA08F-D2CB-4B48-AF93-1A811D06B01C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79" creationId="{79E3868E-3769-4CAF-82E2-A81727FA291D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91" creationId="{B4A388BA-24F0-4FF0-9D85-AE3DD2408B42}"/>
          </ac:cxnSpMkLst>
        </pc:cxnChg>
      </pc:sldChg>
      <pc:sldChg chg="addSp delSp modSp add ord">
        <pc:chgData name="park sehun" userId="a5dd5dda71ea150a" providerId="LiveId" clId="{C43683D0-D4D9-4BED-9220-AD1E10ADF921}" dt="2020-04-20T05:40:22.745" v="4208"/>
        <pc:sldMkLst>
          <pc:docMk/>
          <pc:sldMk cId="4159965400" sldId="1209"/>
        </pc:sldMkLst>
        <pc:spChg chg="mod">
          <ac:chgData name="park sehun" userId="a5dd5dda71ea150a" providerId="LiveId" clId="{C43683D0-D4D9-4BED-9220-AD1E10ADF921}" dt="2020-04-20T05:33:18.316" v="4019" actId="1037"/>
          <ac:spMkLst>
            <pc:docMk/>
            <pc:sldMk cId="4159965400" sldId="1209"/>
            <ac:spMk id="42" creationId="{B1C9A060-973F-44B0-87E2-38BF88A3FD4E}"/>
          </ac:spMkLst>
        </pc:spChg>
        <pc:spChg chg="mod">
          <ac:chgData name="park sehun" userId="a5dd5dda71ea150a" providerId="LiveId" clId="{C43683D0-D4D9-4BED-9220-AD1E10ADF921}" dt="2020-04-20T02:54:45.226" v="1565"/>
          <ac:spMkLst>
            <pc:docMk/>
            <pc:sldMk cId="4159965400" sldId="1209"/>
            <ac:spMk id="54" creationId="{C29D6112-022A-4BE0-B087-9B0A74023A45}"/>
          </ac:spMkLst>
        </pc:spChg>
        <pc:spChg chg="mod">
          <ac:chgData name="park sehun" userId="a5dd5dda71ea150a" providerId="LiveId" clId="{C43683D0-D4D9-4BED-9220-AD1E10ADF921}" dt="2020-04-20T05:40:22.745" v="4208"/>
          <ac:spMkLst>
            <pc:docMk/>
            <pc:sldMk cId="4159965400" sldId="1209"/>
            <ac:spMk id="62466" creationId="{00000000-0000-0000-0000-000000000000}"/>
          </ac:spMkLst>
        </pc:spChg>
        <pc:graphicFrameChg chg="add mod">
          <ac:chgData name="park sehun" userId="a5dd5dda71ea150a" providerId="LiveId" clId="{C43683D0-D4D9-4BED-9220-AD1E10ADF921}" dt="2020-04-20T05:33:18.316" v="4019" actId="1037"/>
          <ac:graphicFrameMkLst>
            <pc:docMk/>
            <pc:sldMk cId="4159965400" sldId="1209"/>
            <ac:graphicFrameMk id="30" creationId="{DBF1DB92-50D9-45BF-9879-7BE559572975}"/>
          </ac:graphicFrameMkLst>
        </pc:graphicFrameChg>
        <pc:graphicFrameChg chg="mod">
          <ac:chgData name="park sehun" userId="a5dd5dda71ea150a" providerId="LiveId" clId="{C43683D0-D4D9-4BED-9220-AD1E10ADF921}" dt="2020-04-20T05:33:30.053" v="4025" actId="1038"/>
          <ac:graphicFrameMkLst>
            <pc:docMk/>
            <pc:sldMk cId="4159965400" sldId="1209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C43683D0-D4D9-4BED-9220-AD1E10ADF921}" dt="2020-04-20T02:49:36.446" v="1315" actId="478"/>
          <ac:graphicFrameMkLst>
            <pc:docMk/>
            <pc:sldMk cId="4159965400" sldId="1209"/>
            <ac:graphicFrameMk id="37" creationId="{B404B55C-E378-450B-8567-8123BE4AEFCE}"/>
          </ac:graphicFrameMkLst>
        </pc:graphicFrameChg>
        <pc:graphicFrameChg chg="modGraphic">
          <ac:chgData name="park sehun" userId="a5dd5dda71ea150a" providerId="LiveId" clId="{C43683D0-D4D9-4BED-9220-AD1E10ADF921}" dt="2020-04-20T02:55:14.325" v="1572" actId="20577"/>
          <ac:graphicFrameMkLst>
            <pc:docMk/>
            <pc:sldMk cId="4159965400" sldId="1209"/>
            <ac:graphicFrameMk id="52" creationId="{6F811F15-16A0-485B-BCFE-7F89A807F64A}"/>
          </ac:graphicFrameMkLst>
        </pc:graphicFrameChg>
        <pc:cxnChg chg="mod">
          <ac:chgData name="park sehun" userId="a5dd5dda71ea150a" providerId="LiveId" clId="{C43683D0-D4D9-4BED-9220-AD1E10ADF921}" dt="2020-04-20T05:33:22.277" v="4020" actId="14100"/>
          <ac:cxnSpMkLst>
            <pc:docMk/>
            <pc:sldMk cId="4159965400" sldId="1209"/>
            <ac:cxnSpMk id="39" creationId="{C851932A-4916-4E8E-ADCE-BBDCE58175C0}"/>
          </ac:cxnSpMkLst>
        </pc:cxnChg>
        <pc:cxnChg chg="mod">
          <ac:chgData name="park sehun" userId="a5dd5dda71ea150a" providerId="LiveId" clId="{C43683D0-D4D9-4BED-9220-AD1E10ADF921}" dt="2020-04-20T05:33:30.053" v="4025" actId="1038"/>
          <ac:cxnSpMkLst>
            <pc:docMk/>
            <pc:sldMk cId="4159965400" sldId="1209"/>
            <ac:cxnSpMk id="46" creationId="{ED63783E-00B0-4DE2-BAA1-7DBBAD23574D}"/>
          </ac:cxnSpMkLst>
        </pc:cxnChg>
        <pc:cxnChg chg="mod">
          <ac:chgData name="park sehun" userId="a5dd5dda71ea150a" providerId="LiveId" clId="{C43683D0-D4D9-4BED-9220-AD1E10ADF921}" dt="2020-04-20T05:33:30.053" v="4025" actId="1038"/>
          <ac:cxnSpMkLst>
            <pc:docMk/>
            <pc:sldMk cId="4159965400" sldId="1209"/>
            <ac:cxnSpMk id="57" creationId="{C10A3DDC-B8D7-49AB-8B6F-E5602E2EA736}"/>
          </ac:cxnSpMkLst>
        </pc:cxnChg>
      </pc:sldChg>
      <pc:sldChg chg="add del">
        <pc:chgData name="park sehun" userId="a5dd5dda71ea150a" providerId="LiveId" clId="{C43683D0-D4D9-4BED-9220-AD1E10ADF921}" dt="2020-04-20T05:36:27.417" v="4206" actId="47"/>
        <pc:sldMkLst>
          <pc:docMk/>
          <pc:sldMk cId="168730994" sldId="1210"/>
        </pc:sldMkLst>
      </pc:sldChg>
      <pc:sldChg chg="modSp add del">
        <pc:chgData name="park sehun" userId="a5dd5dda71ea150a" providerId="LiveId" clId="{C43683D0-D4D9-4BED-9220-AD1E10ADF921}" dt="2020-04-20T06:04:56.662" v="5445" actId="47"/>
        <pc:sldMkLst>
          <pc:docMk/>
          <pc:sldMk cId="1580370531" sldId="1210"/>
        </pc:sldMkLst>
        <pc:spChg chg="mod">
          <ac:chgData name="park sehun" userId="a5dd5dda71ea150a" providerId="LiveId" clId="{C43683D0-D4D9-4BED-9220-AD1E10ADF921}" dt="2020-04-20T05:42:15.592" v="4211"/>
          <ac:spMkLst>
            <pc:docMk/>
            <pc:sldMk cId="1580370531" sldId="1210"/>
            <ac:spMk id="62466" creationId="{00000000-0000-0000-0000-000000000000}"/>
          </ac:spMkLst>
        </pc:spChg>
      </pc:sldChg>
      <pc:sldChg chg="addSp delSp modSp add delAnim modNotesTx">
        <pc:chgData name="park sehun" userId="a5dd5dda71ea150a" providerId="LiveId" clId="{C43683D0-D4D9-4BED-9220-AD1E10ADF921}" dt="2020-04-20T06:04:36.269" v="5444" actId="6549"/>
        <pc:sldMkLst>
          <pc:docMk/>
          <pc:sldMk cId="4281092093" sldId="1211"/>
        </pc:sldMkLst>
        <pc:spChg chg="mod">
          <ac:chgData name="park sehun" userId="a5dd5dda71ea150a" providerId="LiveId" clId="{C43683D0-D4D9-4BED-9220-AD1E10ADF921}" dt="2020-04-20T05:50:23.864" v="4512" actId="20577"/>
          <ac:spMkLst>
            <pc:docMk/>
            <pc:sldMk cId="4281092093" sldId="1211"/>
            <ac:spMk id="4" creationId="{9DA76C4A-1B38-4C07-A24B-3F7114B667CD}"/>
          </ac:spMkLst>
        </pc:spChg>
        <pc:spChg chg="del mod">
          <ac:chgData name="park sehun" userId="a5dd5dda71ea150a" providerId="LiveId" clId="{C43683D0-D4D9-4BED-9220-AD1E10ADF921}" dt="2020-04-20T06:04:05.668" v="5443" actId="478"/>
          <ac:spMkLst>
            <pc:docMk/>
            <pc:sldMk cId="4281092093" sldId="1211"/>
            <ac:spMk id="10" creationId="{F9AEA2BA-799E-470C-87A7-61505A44881D}"/>
          </ac:spMkLst>
        </pc:spChg>
        <pc:spChg chg="del">
          <ac:chgData name="park sehun" userId="a5dd5dda71ea150a" providerId="LiveId" clId="{C43683D0-D4D9-4BED-9220-AD1E10ADF921}" dt="2020-04-20T05:55:46.188" v="4725" actId="478"/>
          <ac:spMkLst>
            <pc:docMk/>
            <pc:sldMk cId="4281092093" sldId="1211"/>
            <ac:spMk id="29" creationId="{B905D88A-DEF2-4395-816E-0E8DB9210F39}"/>
          </ac:spMkLst>
        </pc:spChg>
        <pc:spChg chg="del">
          <ac:chgData name="park sehun" userId="a5dd5dda71ea150a" providerId="LiveId" clId="{C43683D0-D4D9-4BED-9220-AD1E10ADF921}" dt="2020-04-20T05:55:46.188" v="4725" actId="478"/>
          <ac:spMkLst>
            <pc:docMk/>
            <pc:sldMk cId="4281092093" sldId="1211"/>
            <ac:spMk id="32" creationId="{7B2A9D1B-6100-4E94-BE12-672593546DCC}"/>
          </ac:spMkLst>
        </pc:spChg>
        <pc:spChg chg="del mod">
          <ac:chgData name="park sehun" userId="a5dd5dda71ea150a" providerId="LiveId" clId="{C43683D0-D4D9-4BED-9220-AD1E10ADF921}" dt="2020-04-20T06:04:05.668" v="5443" actId="478"/>
          <ac:spMkLst>
            <pc:docMk/>
            <pc:sldMk cId="4281092093" sldId="1211"/>
            <ac:spMk id="40" creationId="{067DF4BC-D816-476B-B6CF-496EC5944DAE}"/>
          </ac:spMkLst>
        </pc:spChg>
        <pc:spChg chg="del mod">
          <ac:chgData name="park sehun" userId="a5dd5dda71ea150a" providerId="LiveId" clId="{C43683D0-D4D9-4BED-9220-AD1E10ADF921}" dt="2020-04-20T06:04:05.668" v="5443" actId="478"/>
          <ac:spMkLst>
            <pc:docMk/>
            <pc:sldMk cId="4281092093" sldId="1211"/>
            <ac:spMk id="41" creationId="{C92C3A17-9069-46C5-BD77-77274CF61402}"/>
          </ac:spMkLst>
        </pc:spChg>
        <pc:spChg chg="mod">
          <ac:chgData name="park sehun" userId="a5dd5dda71ea150a" providerId="LiveId" clId="{C43683D0-D4D9-4BED-9220-AD1E10ADF921}" dt="2020-04-20T05:59:04.483" v="4937" actId="1076"/>
          <ac:spMkLst>
            <pc:docMk/>
            <pc:sldMk cId="4281092093" sldId="1211"/>
            <ac:spMk id="42" creationId="{B1C9A060-973F-44B0-87E2-38BF88A3FD4E}"/>
          </ac:spMkLst>
        </pc:spChg>
        <pc:spChg chg="mod">
          <ac:chgData name="park sehun" userId="a5dd5dda71ea150a" providerId="LiveId" clId="{C43683D0-D4D9-4BED-9220-AD1E10ADF921}" dt="2020-04-20T05:59:59.973" v="5158" actId="1038"/>
          <ac:spMkLst>
            <pc:docMk/>
            <pc:sldMk cId="4281092093" sldId="1211"/>
            <ac:spMk id="43" creationId="{8EF3060A-A8CF-4439-A760-418616147283}"/>
          </ac:spMkLst>
        </pc:spChg>
        <pc:spChg chg="del">
          <ac:chgData name="park sehun" userId="a5dd5dda71ea150a" providerId="LiveId" clId="{C43683D0-D4D9-4BED-9220-AD1E10ADF921}" dt="2020-04-20T05:55:46.188" v="4725" actId="478"/>
          <ac:spMkLst>
            <pc:docMk/>
            <pc:sldMk cId="4281092093" sldId="1211"/>
            <ac:spMk id="44" creationId="{390CF0EA-5978-4C4F-A088-2D4C70EBC793}"/>
          </ac:spMkLst>
        </pc:spChg>
        <pc:spChg chg="mod">
          <ac:chgData name="park sehun" userId="a5dd5dda71ea150a" providerId="LiveId" clId="{C43683D0-D4D9-4BED-9220-AD1E10ADF921}" dt="2020-04-20T06:02:23.181" v="5232" actId="1036"/>
          <ac:spMkLst>
            <pc:docMk/>
            <pc:sldMk cId="4281092093" sldId="1211"/>
            <ac:spMk id="45" creationId="{A1B408C6-843F-4A9F-BBA4-416D9B02B161}"/>
          </ac:spMkLst>
        </pc:spChg>
        <pc:spChg chg="del">
          <ac:chgData name="park sehun" userId="a5dd5dda71ea150a" providerId="LiveId" clId="{C43683D0-D4D9-4BED-9220-AD1E10ADF921}" dt="2020-04-20T05:55:46.188" v="4725" actId="478"/>
          <ac:spMkLst>
            <pc:docMk/>
            <pc:sldMk cId="4281092093" sldId="1211"/>
            <ac:spMk id="47" creationId="{B2711BC8-8BBB-464D-923D-5476D78556CA}"/>
          </ac:spMkLst>
        </pc:spChg>
        <pc:spChg chg="mod">
          <ac:chgData name="park sehun" userId="a5dd5dda71ea150a" providerId="LiveId" clId="{C43683D0-D4D9-4BED-9220-AD1E10ADF921}" dt="2020-04-20T05:51:14.884" v="4548" actId="20577"/>
          <ac:spMkLst>
            <pc:docMk/>
            <pc:sldMk cId="4281092093" sldId="1211"/>
            <ac:spMk id="51" creationId="{6E497FE8-ACB2-4270-AE46-10B163AEEAD0}"/>
          </ac:spMkLst>
        </pc:spChg>
        <pc:spChg chg="add mod">
          <ac:chgData name="park sehun" userId="a5dd5dda71ea150a" providerId="LiveId" clId="{C43683D0-D4D9-4BED-9220-AD1E10ADF921}" dt="2020-04-20T05:55:05.445" v="4703" actId="1076"/>
          <ac:spMkLst>
            <pc:docMk/>
            <pc:sldMk cId="4281092093" sldId="1211"/>
            <ac:spMk id="52" creationId="{03516CA8-42D3-4B71-89F7-4FA963E8AC46}"/>
          </ac:spMkLst>
        </pc:spChg>
        <pc:spChg chg="mod">
          <ac:chgData name="park sehun" userId="a5dd5dda71ea150a" providerId="LiveId" clId="{C43683D0-D4D9-4BED-9220-AD1E10ADF921}" dt="2020-04-20T06:00:26.802" v="5169" actId="20577"/>
          <ac:spMkLst>
            <pc:docMk/>
            <pc:sldMk cId="4281092093" sldId="1211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20T05:47:12.790" v="4453" actId="20577"/>
          <ac:spMkLst>
            <pc:docMk/>
            <pc:sldMk cId="4281092093" sldId="1211"/>
            <ac:spMk id="54" creationId="{C29D6112-022A-4BE0-B087-9B0A74023A45}"/>
          </ac:spMkLst>
        </pc:spChg>
        <pc:spChg chg="del">
          <ac:chgData name="park sehun" userId="a5dd5dda71ea150a" providerId="LiveId" clId="{C43683D0-D4D9-4BED-9220-AD1E10ADF921}" dt="2020-04-20T05:47:43.575" v="4457" actId="478"/>
          <ac:spMkLst>
            <pc:docMk/>
            <pc:sldMk cId="4281092093" sldId="1211"/>
            <ac:spMk id="55" creationId="{03A165D2-3D2D-4C51-844B-512A16A883D0}"/>
          </ac:spMkLst>
        </pc:spChg>
        <pc:spChg chg="del">
          <ac:chgData name="park sehun" userId="a5dd5dda71ea150a" providerId="LiveId" clId="{C43683D0-D4D9-4BED-9220-AD1E10ADF921}" dt="2020-04-20T05:52:54.965" v="4591" actId="478"/>
          <ac:spMkLst>
            <pc:docMk/>
            <pc:sldMk cId="4281092093" sldId="1211"/>
            <ac:spMk id="56" creationId="{BB41BF06-9C33-4E67-B580-716DF1A1550F}"/>
          </ac:spMkLst>
        </pc:spChg>
        <pc:spChg chg="del">
          <ac:chgData name="park sehun" userId="a5dd5dda71ea150a" providerId="LiveId" clId="{C43683D0-D4D9-4BED-9220-AD1E10ADF921}" dt="2020-04-20T05:47:39.494" v="4455" actId="478"/>
          <ac:spMkLst>
            <pc:docMk/>
            <pc:sldMk cId="4281092093" sldId="1211"/>
            <ac:spMk id="61" creationId="{564B67B8-3547-4D76-B4AD-EBE3D12F0D39}"/>
          </ac:spMkLst>
        </pc:spChg>
        <pc:spChg chg="del mod">
          <ac:chgData name="park sehun" userId="a5dd5dda71ea150a" providerId="LiveId" clId="{C43683D0-D4D9-4BED-9220-AD1E10ADF921}" dt="2020-04-20T05:52:52.229" v="4590" actId="478"/>
          <ac:spMkLst>
            <pc:docMk/>
            <pc:sldMk cId="4281092093" sldId="1211"/>
            <ac:spMk id="63" creationId="{8CF57F6D-10C1-4AB8-AFA1-02FA3FA793E8}"/>
          </ac:spMkLst>
        </pc:spChg>
        <pc:spChg chg="add mod">
          <ac:chgData name="park sehun" userId="a5dd5dda71ea150a" providerId="LiveId" clId="{C43683D0-D4D9-4BED-9220-AD1E10ADF921}" dt="2020-04-20T05:56:17.380" v="4771" actId="1037"/>
          <ac:spMkLst>
            <pc:docMk/>
            <pc:sldMk cId="4281092093" sldId="1211"/>
            <ac:spMk id="67" creationId="{0D9D1E2A-D0A2-4FE7-B197-2EFFBA5D1A09}"/>
          </ac:spMkLst>
        </pc:spChg>
        <pc:spChg chg="add mod">
          <ac:chgData name="park sehun" userId="a5dd5dda71ea150a" providerId="LiveId" clId="{C43683D0-D4D9-4BED-9220-AD1E10ADF921}" dt="2020-04-20T05:59:18.068" v="4988" actId="1036"/>
          <ac:spMkLst>
            <pc:docMk/>
            <pc:sldMk cId="4281092093" sldId="1211"/>
            <ac:spMk id="70" creationId="{B387CF70-D830-47D8-9D87-B17252F27E48}"/>
          </ac:spMkLst>
        </pc:spChg>
        <pc:spChg chg="del">
          <ac:chgData name="park sehun" userId="a5dd5dda71ea150a" providerId="LiveId" clId="{C43683D0-D4D9-4BED-9220-AD1E10ADF921}" dt="2020-04-20T05:47:41.634" v="4456" actId="478"/>
          <ac:spMkLst>
            <pc:docMk/>
            <pc:sldMk cId="4281092093" sldId="1211"/>
            <ac:spMk id="71" creationId="{68612BC9-CDE7-495C-BD01-5B173DA8540C}"/>
          </ac:spMkLst>
        </pc:spChg>
        <pc:spChg chg="add mod">
          <ac:chgData name="park sehun" userId="a5dd5dda71ea150a" providerId="LiveId" clId="{C43683D0-D4D9-4BED-9220-AD1E10ADF921}" dt="2020-04-20T05:59:21.815" v="5014" actId="1035"/>
          <ac:spMkLst>
            <pc:docMk/>
            <pc:sldMk cId="4281092093" sldId="1211"/>
            <ac:spMk id="72" creationId="{1093BFF0-5363-4B76-9605-BAAD5018D494}"/>
          </ac:spMkLst>
        </pc:spChg>
        <pc:spChg chg="add mod">
          <ac:chgData name="park sehun" userId="a5dd5dda71ea150a" providerId="LiveId" clId="{C43683D0-D4D9-4BED-9220-AD1E10ADF921}" dt="2020-04-20T05:59:30.278" v="5039" actId="20577"/>
          <ac:spMkLst>
            <pc:docMk/>
            <pc:sldMk cId="4281092093" sldId="1211"/>
            <ac:spMk id="73" creationId="{1883C4F8-BD04-48C9-BDE5-DD2070F21DAF}"/>
          </ac:spMkLst>
        </pc:spChg>
        <pc:spChg chg="add mod">
          <ac:chgData name="park sehun" userId="a5dd5dda71ea150a" providerId="LiveId" clId="{C43683D0-D4D9-4BED-9220-AD1E10ADF921}" dt="2020-04-20T06:03:23.013" v="5406" actId="1036"/>
          <ac:spMkLst>
            <pc:docMk/>
            <pc:sldMk cId="4281092093" sldId="1211"/>
            <ac:spMk id="74" creationId="{E5F8E690-ACEC-4227-B405-693F7AC18798}"/>
          </ac:spMkLst>
        </pc:spChg>
        <pc:spChg chg="add mod">
          <ac:chgData name="park sehun" userId="a5dd5dda71ea150a" providerId="LiveId" clId="{C43683D0-D4D9-4BED-9220-AD1E10ADF921}" dt="2020-04-20T06:02:33.563" v="5252" actId="20577"/>
          <ac:spMkLst>
            <pc:docMk/>
            <pc:sldMk cId="4281092093" sldId="1211"/>
            <ac:spMk id="75" creationId="{7AC08CE9-1913-4899-8E4C-B4028663D46C}"/>
          </ac:spMkLst>
        </pc:spChg>
        <pc:spChg chg="del mod">
          <ac:chgData name="park sehun" userId="a5dd5dda71ea150a" providerId="LiveId" clId="{C43683D0-D4D9-4BED-9220-AD1E10ADF921}" dt="2020-04-20T05:53:04.210" v="4595" actId="478"/>
          <ac:spMkLst>
            <pc:docMk/>
            <pc:sldMk cId="4281092093" sldId="1211"/>
            <ac:spMk id="76" creationId="{B5EB5AE6-A589-4A54-B05C-856791F34305}"/>
          </ac:spMkLst>
        </pc:spChg>
        <pc:spChg chg="del">
          <ac:chgData name="park sehun" userId="a5dd5dda71ea150a" providerId="LiveId" clId="{C43683D0-D4D9-4BED-9220-AD1E10ADF921}" dt="2020-04-20T05:47:37.662" v="4454" actId="478"/>
          <ac:spMkLst>
            <pc:docMk/>
            <pc:sldMk cId="4281092093" sldId="1211"/>
            <ac:spMk id="77" creationId="{A1C9CBBB-442E-4A27-BC56-34EE4B2C71D5}"/>
          </ac:spMkLst>
        </pc:spChg>
        <pc:spChg chg="del">
          <ac:chgData name="park sehun" userId="a5dd5dda71ea150a" providerId="LiveId" clId="{C43683D0-D4D9-4BED-9220-AD1E10ADF921}" dt="2020-04-20T05:52:57.704" v="4592" actId="478"/>
          <ac:spMkLst>
            <pc:docMk/>
            <pc:sldMk cId="4281092093" sldId="1211"/>
            <ac:spMk id="78" creationId="{0B83E74A-4A4E-4E0C-AD94-7D5E324DE748}"/>
          </ac:spMkLst>
        </pc:spChg>
        <pc:spChg chg="add mod">
          <ac:chgData name="park sehun" userId="a5dd5dda71ea150a" providerId="LiveId" clId="{C43683D0-D4D9-4BED-9220-AD1E10ADF921}" dt="2020-04-20T06:03:32.708" v="5415" actId="1038"/>
          <ac:spMkLst>
            <pc:docMk/>
            <pc:sldMk cId="4281092093" sldId="1211"/>
            <ac:spMk id="79" creationId="{B405020A-BE9D-48A5-8B2E-F7B7DD0360D7}"/>
          </ac:spMkLst>
        </pc:spChg>
        <pc:spChg chg="add mod">
          <ac:chgData name="park sehun" userId="a5dd5dda71ea150a" providerId="LiveId" clId="{C43683D0-D4D9-4BED-9220-AD1E10ADF921}" dt="2020-04-20T06:03:26.677" v="5408" actId="1036"/>
          <ac:spMkLst>
            <pc:docMk/>
            <pc:sldMk cId="4281092093" sldId="1211"/>
            <ac:spMk id="80" creationId="{37B3D2FC-7048-40B8-A426-85ED31E64E52}"/>
          </ac:spMkLst>
        </pc:spChg>
        <pc:spChg chg="add mod">
          <ac:chgData name="park sehun" userId="a5dd5dda71ea150a" providerId="LiveId" clId="{C43683D0-D4D9-4BED-9220-AD1E10ADF921}" dt="2020-04-20T06:03:37.509" v="5417" actId="1035"/>
          <ac:spMkLst>
            <pc:docMk/>
            <pc:sldMk cId="4281092093" sldId="1211"/>
            <ac:spMk id="81" creationId="{14F1C483-95D8-4DCE-BC95-98459742FD6F}"/>
          </ac:spMkLst>
        </pc:spChg>
        <pc:spChg chg="add mod">
          <ac:chgData name="park sehun" userId="a5dd5dda71ea150a" providerId="LiveId" clId="{C43683D0-D4D9-4BED-9220-AD1E10ADF921}" dt="2020-04-20T06:04:00.020" v="5442" actId="20577"/>
          <ac:spMkLst>
            <pc:docMk/>
            <pc:sldMk cId="4281092093" sldId="1211"/>
            <ac:spMk id="82" creationId="{DEE3959A-E83D-42DF-95F0-CEA425AAEF65}"/>
          </ac:spMkLst>
        </pc:spChg>
        <pc:spChg chg="mod">
          <ac:chgData name="park sehun" userId="a5dd5dda71ea150a" providerId="LiveId" clId="{C43683D0-D4D9-4BED-9220-AD1E10ADF921}" dt="2020-04-20T05:43:50.560" v="4213"/>
          <ac:spMkLst>
            <pc:docMk/>
            <pc:sldMk cId="4281092093" sldId="1211"/>
            <ac:spMk id="62466" creationId="{00000000-0000-0000-0000-000000000000}"/>
          </ac:spMkLst>
        </pc:spChg>
        <pc:graphicFrameChg chg="mod modGraphic">
          <ac:chgData name="park sehun" userId="a5dd5dda71ea150a" providerId="LiveId" clId="{C43683D0-D4D9-4BED-9220-AD1E10ADF921}" dt="2020-04-20T05:53:14.460" v="4607" actId="1036"/>
          <ac:graphicFrameMkLst>
            <pc:docMk/>
            <pc:sldMk cId="4281092093" sldId="1211"/>
            <ac:graphicFrameMk id="2" creationId="{811A7EBA-E1AD-458F-8685-69A517FB66EB}"/>
          </ac:graphicFrameMkLst>
        </pc:graphicFrameChg>
        <pc:graphicFrameChg chg="add del mod">
          <ac:chgData name="park sehun" userId="a5dd5dda71ea150a" providerId="LiveId" clId="{C43683D0-D4D9-4BED-9220-AD1E10ADF921}" dt="2020-04-20T05:55:46.188" v="4725" actId="478"/>
          <ac:graphicFrameMkLst>
            <pc:docMk/>
            <pc:sldMk cId="4281092093" sldId="1211"/>
            <ac:graphicFrameMk id="36" creationId="{08881BD9-DC01-46DF-9742-A9787B92A60F}"/>
          </ac:graphicFrameMkLst>
        </pc:graphicFrameChg>
        <pc:graphicFrameChg chg="mod modGraphic">
          <ac:chgData name="park sehun" userId="a5dd5dda71ea150a" providerId="LiveId" clId="{C43683D0-D4D9-4BED-9220-AD1E10ADF921}" dt="2020-04-20T05:54:18.068" v="4674" actId="1035"/>
          <ac:graphicFrameMkLst>
            <pc:docMk/>
            <pc:sldMk cId="4281092093" sldId="1211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C43683D0-D4D9-4BED-9220-AD1E10ADF921}" dt="2020-04-20T05:54:09.324" v="4658" actId="478"/>
          <ac:graphicFrameMkLst>
            <pc:docMk/>
            <pc:sldMk cId="4281092093" sldId="1211"/>
            <ac:graphicFrameMk id="38" creationId="{9A7A42EB-7DD7-4A12-A27B-B837556A8330}"/>
          </ac:graphicFrameMkLst>
        </pc:graphicFrameChg>
        <pc:graphicFrameChg chg="add mod modGraphic">
          <ac:chgData name="park sehun" userId="a5dd5dda71ea150a" providerId="LiveId" clId="{C43683D0-D4D9-4BED-9220-AD1E10ADF921}" dt="2020-04-20T05:55:30.963" v="4724" actId="20577"/>
          <ac:graphicFrameMkLst>
            <pc:docMk/>
            <pc:sldMk cId="4281092093" sldId="1211"/>
            <ac:graphicFrameMk id="49" creationId="{322D74D3-1E39-4F43-830A-BFEC933AE1FE}"/>
          </ac:graphicFrameMkLst>
        </pc:graphicFrameChg>
        <pc:graphicFrameChg chg="add mod">
          <ac:chgData name="park sehun" userId="a5dd5dda71ea150a" providerId="LiveId" clId="{C43683D0-D4D9-4BED-9220-AD1E10ADF921}" dt="2020-04-20T05:56:17.380" v="4771" actId="1037"/>
          <ac:graphicFrameMkLst>
            <pc:docMk/>
            <pc:sldMk cId="4281092093" sldId="1211"/>
            <ac:graphicFrameMk id="58" creationId="{F317B2E5-6EAD-49B1-837E-888D29D51389}"/>
          </ac:graphicFrameMkLst>
        </pc:graphicFrameChg>
        <pc:graphicFrameChg chg="add mod">
          <ac:chgData name="park sehun" userId="a5dd5dda71ea150a" providerId="LiveId" clId="{C43683D0-D4D9-4BED-9220-AD1E10ADF921}" dt="2020-04-20T05:56:17.380" v="4771" actId="1037"/>
          <ac:graphicFrameMkLst>
            <pc:docMk/>
            <pc:sldMk cId="4281092093" sldId="1211"/>
            <ac:graphicFrameMk id="59" creationId="{B1857691-C5F7-445E-A759-5BB7A01E7DE1}"/>
          </ac:graphicFrameMkLst>
        </pc:graphicFrameChg>
        <pc:graphicFrameChg chg="add mod">
          <ac:chgData name="park sehun" userId="a5dd5dda71ea150a" providerId="LiveId" clId="{C43683D0-D4D9-4BED-9220-AD1E10ADF921}" dt="2020-04-20T05:56:17.380" v="4771" actId="1037"/>
          <ac:graphicFrameMkLst>
            <pc:docMk/>
            <pc:sldMk cId="4281092093" sldId="1211"/>
            <ac:graphicFrameMk id="62" creationId="{A0C4B59B-9259-4FFF-91D0-5B7500DE551D}"/>
          </ac:graphicFrameMkLst>
        </pc:graphicFrameChg>
        <pc:cxnChg chg="mod">
          <ac:chgData name="park sehun" userId="a5dd5dda71ea150a" providerId="LiveId" clId="{C43683D0-D4D9-4BED-9220-AD1E10ADF921}" dt="2020-04-20T05:55:05.445" v="4703" actId="1076"/>
          <ac:cxnSpMkLst>
            <pc:docMk/>
            <pc:sldMk cId="4281092093" sldId="1211"/>
            <ac:cxnSpMk id="39" creationId="{C851932A-4916-4E8E-ADCE-BBDCE58175C0}"/>
          </ac:cxnSpMkLst>
        </pc:cxnChg>
        <pc:cxnChg chg="del mod">
          <ac:chgData name="park sehun" userId="a5dd5dda71ea150a" providerId="LiveId" clId="{C43683D0-D4D9-4BED-9220-AD1E10ADF921}" dt="2020-04-20T05:55:46.188" v="4725" actId="478"/>
          <ac:cxnSpMkLst>
            <pc:docMk/>
            <pc:sldMk cId="4281092093" sldId="1211"/>
            <ac:cxnSpMk id="46" creationId="{ED63783E-00B0-4DE2-BAA1-7DBBAD23574D}"/>
          </ac:cxnSpMkLst>
        </pc:cxnChg>
        <pc:cxnChg chg="del">
          <ac:chgData name="park sehun" userId="a5dd5dda71ea150a" providerId="LiveId" clId="{C43683D0-D4D9-4BED-9220-AD1E10ADF921}" dt="2020-04-20T05:55:46.188" v="4725" actId="478"/>
          <ac:cxnSpMkLst>
            <pc:docMk/>
            <pc:sldMk cId="4281092093" sldId="1211"/>
            <ac:cxnSpMk id="48" creationId="{1F0AC650-39C6-425E-9CBF-0F333F010677}"/>
          </ac:cxnSpMkLst>
        </pc:cxnChg>
        <pc:cxnChg chg="add mod">
          <ac:chgData name="park sehun" userId="a5dd5dda71ea150a" providerId="LiveId" clId="{C43683D0-D4D9-4BED-9220-AD1E10ADF921}" dt="2020-04-20T05:55:26.540" v="4719" actId="1036"/>
          <ac:cxnSpMkLst>
            <pc:docMk/>
            <pc:sldMk cId="4281092093" sldId="1211"/>
            <ac:cxnSpMk id="57" creationId="{B000BEB6-A138-4AE8-839D-52FB73914601}"/>
          </ac:cxnSpMkLst>
        </pc:cxnChg>
        <pc:cxnChg chg="add mod">
          <ac:chgData name="park sehun" userId="a5dd5dda71ea150a" providerId="LiveId" clId="{C43683D0-D4D9-4BED-9220-AD1E10ADF921}" dt="2020-04-20T05:56:17.380" v="4771" actId="1037"/>
          <ac:cxnSpMkLst>
            <pc:docMk/>
            <pc:sldMk cId="4281092093" sldId="1211"/>
            <ac:cxnSpMk id="60" creationId="{349CCEEA-C45E-41A2-9B24-A9336CC0A39C}"/>
          </ac:cxnSpMkLst>
        </pc:cxnChg>
        <pc:cxnChg chg="add mod">
          <ac:chgData name="park sehun" userId="a5dd5dda71ea150a" providerId="LiveId" clId="{C43683D0-D4D9-4BED-9220-AD1E10ADF921}" dt="2020-04-20T05:56:17.380" v="4771" actId="1037"/>
          <ac:cxnSpMkLst>
            <pc:docMk/>
            <pc:sldMk cId="4281092093" sldId="1211"/>
            <ac:cxnSpMk id="68" creationId="{933AE329-BB7C-4770-8AA2-9ACE76B90A61}"/>
          </ac:cxnSpMkLst>
        </pc:cxnChg>
        <pc:cxnChg chg="add mod">
          <ac:chgData name="park sehun" userId="a5dd5dda71ea150a" providerId="LiveId" clId="{C43683D0-D4D9-4BED-9220-AD1E10ADF921}" dt="2020-04-20T05:56:17.380" v="4771" actId="1037"/>
          <ac:cxnSpMkLst>
            <pc:docMk/>
            <pc:sldMk cId="4281092093" sldId="1211"/>
            <ac:cxnSpMk id="69" creationId="{25D10368-56B5-47FA-9332-EA42D2760BEA}"/>
          </ac:cxnSpMkLst>
        </pc:cxnChg>
      </pc:sldChg>
      <pc:sldChg chg="addSp delSp modSp add modAnim">
        <pc:chgData name="park sehun" userId="a5dd5dda71ea150a" providerId="LiveId" clId="{C43683D0-D4D9-4BED-9220-AD1E10ADF921}" dt="2020-04-20T07:02:39.575" v="6280" actId="478"/>
        <pc:sldMkLst>
          <pc:docMk/>
          <pc:sldMk cId="3595305684" sldId="1212"/>
        </pc:sldMkLst>
        <pc:spChg chg="add mod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3" creationId="{91CAE03D-76B5-4BB3-AFEA-A0E051BF4A95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4" creationId="{9DA76C4A-1B38-4C07-A24B-3F7114B667CD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29" creationId="{B905D88A-DEF2-4395-816E-0E8DB9210F39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44" creationId="{390CF0EA-5978-4C4F-A088-2D4C70EBC793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47" creationId="{B2711BC8-8BBB-464D-923D-5476D78556CA}"/>
          </ac:spMkLst>
        </pc:spChg>
        <pc:spChg chg="mod">
          <ac:chgData name="park sehun" userId="a5dd5dda71ea150a" providerId="LiveId" clId="{C43683D0-D4D9-4BED-9220-AD1E10ADF921}" dt="2020-04-20T07:02:26.733" v="6279"/>
          <ac:spMkLst>
            <pc:docMk/>
            <pc:sldMk cId="3595305684" sldId="1212"/>
            <ac:spMk id="54" creationId="{C29D6112-022A-4BE0-B087-9B0A74023A45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61" creationId="{564B67B8-3547-4D76-B4AD-EBE3D12F0D39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67" creationId="{E0764F22-D0C3-4645-90C2-1F683D54B16B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71" creationId="{68612BC9-CDE7-495C-BD01-5B173DA8540C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77" creationId="{A1C9CBBB-442E-4A27-BC56-34EE4B2C71D5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79" creationId="{A951E3B4-AD16-48AC-955D-E4A7EBE0EAD8}"/>
          </ac:spMkLst>
        </pc:spChg>
        <pc:spChg chg="mod">
          <ac:chgData name="park sehun" userId="a5dd5dda71ea150a" providerId="LiveId" clId="{C43683D0-D4D9-4BED-9220-AD1E10ADF921}" dt="2020-04-20T07:02:17.307" v="6267" actId="6549"/>
          <ac:spMkLst>
            <pc:docMk/>
            <pc:sldMk cId="3595305684" sldId="1212"/>
            <ac:spMk id="62466" creationId="{00000000-0000-0000-0000-000000000000}"/>
          </ac:spMkLst>
        </pc:sp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42" creationId="{B38F4016-3A99-4D13-A24F-D2CE37D0F7CF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43" creationId="{425057D4-8B04-45BF-848C-E099E6C4F679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45" creationId="{D42FCB12-D95D-4637-AEFB-A5B46FFFE69E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49" creationId="{7D6C96EB-DF84-403B-8082-150F2D6B09E6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52" creationId="{AA3823FD-3347-4382-8970-CB5BB1CBF4C3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57" creationId="{FE446AD7-D469-498B-A0BC-714AE4F3A239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58" creationId="{F967257F-3565-478C-9674-5339408F3497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68" creationId="{6009DEB4-06BB-4D4C-B5A2-BC6924AEC812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69" creationId="{04BC5D41-31C6-49D6-9270-3C3A6E74A819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70" creationId="{362FCB37-2BC2-46E0-ABB8-8DFFA973F466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72" creationId="{5440D69C-441C-4618-BB44-0AA8626259F6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80" creationId="{0AFC8000-C27F-4D54-B01C-4EF5AEBE818F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81" creationId="{5369E0A6-C624-4A29-8BE0-169F30F525B8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82" creationId="{47E92242-4430-49C4-8D29-0A5244A65937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83" creationId="{7667D68B-90C5-46B4-B3C6-AB3605E4B218}"/>
          </ac:graphicFrameMkLst>
        </pc:graphicFrame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12" creationId="{B8AA127B-AD8A-42FE-824A-2F28744C5A72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59" creationId="{65D8F20C-26B9-4A3C-B31E-D491E42800BA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60" creationId="{87CF2606-D3D7-4684-A78C-BF2C8365B1E8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62" creationId="{16ABFDED-741C-40AE-81EE-8A14ACF41FB8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73" creationId="{9A30E74A-F850-49D1-B1D5-E541933E6D16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74" creationId="{99956735-793C-4DC4-97B1-A91B98698BC5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75" creationId="{24008AEB-51C2-4C6E-B644-50D3B568CF5D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84" creationId="{DDC63F22-04D0-480A-962A-4F0B490306F6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85" creationId="{FADA253E-6EFD-463B-A75B-7C3D9E56C7A5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86" creationId="{4C24C48F-48EA-46D3-B2EB-84F57560054B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87" creationId="{DF47BA7A-5D49-4766-80E6-8C0E2040B184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88" creationId="{097B7E9B-ACE1-48EB-AA3D-37AA74F1163E}"/>
          </ac:cxnSpMkLst>
        </pc:cxnChg>
      </pc:sldChg>
      <pc:sldChg chg="modSp add">
        <pc:chgData name="park sehun" userId="a5dd5dda71ea150a" providerId="LiveId" clId="{C43683D0-D4D9-4BED-9220-AD1E10ADF921}" dt="2020-04-20T07:03:08.543" v="6282"/>
        <pc:sldMkLst>
          <pc:docMk/>
          <pc:sldMk cId="1466102245" sldId="1213"/>
        </pc:sldMkLst>
        <pc:spChg chg="mod">
          <ac:chgData name="park sehun" userId="a5dd5dda71ea150a" providerId="LiveId" clId="{C43683D0-D4D9-4BED-9220-AD1E10ADF921}" dt="2020-04-20T07:03:08.543" v="6282"/>
          <ac:spMkLst>
            <pc:docMk/>
            <pc:sldMk cId="1466102245" sldId="1213"/>
            <ac:spMk id="62466" creationId="{00000000-0000-0000-0000-000000000000}"/>
          </ac:spMkLst>
        </pc:spChg>
      </pc:sldChg>
      <pc:sldChg chg="modSp add del">
        <pc:chgData name="park sehun" userId="a5dd5dda71ea150a" providerId="LiveId" clId="{C43683D0-D4D9-4BED-9220-AD1E10ADF921}" dt="2020-04-27T02:07:39.249" v="11548" actId="47"/>
        <pc:sldMkLst>
          <pc:docMk/>
          <pc:sldMk cId="3101088972" sldId="1214"/>
        </pc:sldMkLst>
        <pc:spChg chg="mod">
          <ac:chgData name="park sehun" userId="a5dd5dda71ea150a" providerId="LiveId" clId="{C43683D0-D4D9-4BED-9220-AD1E10ADF921}" dt="2020-04-20T07:04:22.911" v="6285" actId="6549"/>
          <ac:spMkLst>
            <pc:docMk/>
            <pc:sldMk cId="3101088972" sldId="1214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24T06:55:00.696" v="11535" actId="6549"/>
          <ac:spMkLst>
            <pc:docMk/>
            <pc:sldMk cId="3101088972" sldId="1214"/>
            <ac:spMk id="54" creationId="{C29D6112-022A-4BE0-B087-9B0A74023A45}"/>
          </ac:spMkLst>
        </pc:spChg>
        <pc:spChg chg="mod">
          <ac:chgData name="park sehun" userId="a5dd5dda71ea150a" providerId="LiveId" clId="{C43683D0-D4D9-4BED-9220-AD1E10ADF921}" dt="2020-04-20T07:04:18.170" v="6284"/>
          <ac:spMkLst>
            <pc:docMk/>
            <pc:sldMk cId="3101088972" sldId="1214"/>
            <ac:spMk id="62466" creationId="{00000000-0000-0000-0000-000000000000}"/>
          </ac:spMkLst>
        </pc:spChg>
      </pc:sldChg>
      <pc:sldChg chg="modSp add del">
        <pc:chgData name="park sehun" userId="a5dd5dda71ea150a" providerId="LiveId" clId="{C43683D0-D4D9-4BED-9220-AD1E10ADF921}" dt="2020-04-23T05:44:07.882" v="7968" actId="47"/>
        <pc:sldMkLst>
          <pc:docMk/>
          <pc:sldMk cId="3526425381" sldId="1215"/>
        </pc:sldMkLst>
        <pc:spChg chg="mod">
          <ac:chgData name="park sehun" userId="a5dd5dda71ea150a" providerId="LiveId" clId="{C43683D0-D4D9-4BED-9220-AD1E10ADF921}" dt="2020-04-23T05:42:37.479" v="7967" actId="20577"/>
          <ac:spMkLst>
            <pc:docMk/>
            <pc:sldMk cId="3526425381" sldId="1215"/>
            <ac:spMk id="54" creationId="{C29D6112-022A-4BE0-B087-9B0A74023A45}"/>
          </ac:spMkLst>
        </pc:spChg>
      </pc:sldChg>
      <pc:sldChg chg="addSp delSp modSp add">
        <pc:chgData name="park sehun" userId="a5dd5dda71ea150a" providerId="LiveId" clId="{C43683D0-D4D9-4BED-9220-AD1E10ADF921}" dt="2020-04-23T05:55:46.536" v="8698" actId="6549"/>
        <pc:sldMkLst>
          <pc:docMk/>
          <pc:sldMk cId="3942243655" sldId="1215"/>
        </pc:sldMkLst>
        <pc:spChg chg="mod">
          <ac:chgData name="park sehun" userId="a5dd5dda71ea150a" providerId="LiveId" clId="{C43683D0-D4D9-4BED-9220-AD1E10ADF921}" dt="2020-04-23T05:48:47.002" v="8096" actId="255"/>
          <ac:spMkLst>
            <pc:docMk/>
            <pc:sldMk cId="3942243655" sldId="1215"/>
            <ac:spMk id="4" creationId="{9DA76C4A-1B38-4C07-A24B-3F7114B667CD}"/>
          </ac:spMkLst>
        </pc:spChg>
        <pc:spChg chg="mod">
          <ac:chgData name="park sehun" userId="a5dd5dda71ea150a" providerId="LiveId" clId="{C43683D0-D4D9-4BED-9220-AD1E10ADF921}" dt="2020-04-23T05:49:00.299" v="8118" actId="1038"/>
          <ac:spMkLst>
            <pc:docMk/>
            <pc:sldMk cId="3942243655" sldId="1215"/>
            <ac:spMk id="27" creationId="{F4A11494-B244-45B1-BB14-C8660C6B2A0A}"/>
          </ac:spMkLst>
        </pc:spChg>
        <pc:spChg chg="mod">
          <ac:chgData name="park sehun" userId="a5dd5dda71ea150a" providerId="LiveId" clId="{C43683D0-D4D9-4BED-9220-AD1E10ADF921}" dt="2020-04-23T05:49:00.299" v="8118" actId="1038"/>
          <ac:spMkLst>
            <pc:docMk/>
            <pc:sldMk cId="3942243655" sldId="1215"/>
            <ac:spMk id="38" creationId="{5CE80584-6102-4791-8519-9674361324DF}"/>
          </ac:spMkLst>
        </pc:spChg>
        <pc:spChg chg="add mod">
          <ac:chgData name="park sehun" userId="a5dd5dda71ea150a" providerId="LiveId" clId="{C43683D0-D4D9-4BED-9220-AD1E10ADF921}" dt="2020-04-23T05:49:27.446" v="8219" actId="1038"/>
          <ac:spMkLst>
            <pc:docMk/>
            <pc:sldMk cId="3942243655" sldId="1215"/>
            <ac:spMk id="41" creationId="{5A8193FB-C156-4BE3-83B7-263C5BC4C2CF}"/>
          </ac:spMkLst>
        </pc:spChg>
        <pc:spChg chg="add mod">
          <ac:chgData name="park sehun" userId="a5dd5dda71ea150a" providerId="LiveId" clId="{C43683D0-D4D9-4BED-9220-AD1E10ADF921}" dt="2020-04-23T05:52:52.092" v="8416" actId="20577"/>
          <ac:spMkLst>
            <pc:docMk/>
            <pc:sldMk cId="3942243655" sldId="1215"/>
            <ac:spMk id="42" creationId="{7548568A-A020-4F83-B412-9F4A6B1DD6BC}"/>
          </ac:spMkLst>
        </pc:spChg>
        <pc:spChg chg="mod">
          <ac:chgData name="park sehun" userId="a5dd5dda71ea150a" providerId="LiveId" clId="{C43683D0-D4D9-4BED-9220-AD1E10ADF921}" dt="2020-04-23T05:55:46.536" v="8698" actId="6549"/>
          <ac:spMkLst>
            <pc:docMk/>
            <pc:sldMk cId="3942243655" sldId="1215"/>
            <ac:spMk id="54" creationId="{C29D6112-022A-4BE0-B087-9B0A74023A45}"/>
          </ac:spMkLst>
        </pc:spChg>
        <pc:spChg chg="mod">
          <ac:chgData name="park sehun" userId="a5dd5dda71ea150a" providerId="LiveId" clId="{C43683D0-D4D9-4BED-9220-AD1E10ADF921}" dt="2020-04-23T05:49:00.299" v="8118" actId="1038"/>
          <ac:spMkLst>
            <pc:docMk/>
            <pc:sldMk cId="3942243655" sldId="1215"/>
            <ac:spMk id="56" creationId="{BBD94C56-1AB2-4634-A417-DB8456950166}"/>
          </ac:spMkLst>
        </pc:spChg>
        <pc:spChg chg="mod">
          <ac:chgData name="park sehun" userId="a5dd5dda71ea150a" providerId="LiveId" clId="{C43683D0-D4D9-4BED-9220-AD1E10ADF921}" dt="2020-04-23T05:48:54.468" v="8108" actId="1037"/>
          <ac:spMkLst>
            <pc:docMk/>
            <pc:sldMk cId="3942243655" sldId="1215"/>
            <ac:spMk id="65" creationId="{53F129E3-6D7B-48BB-9761-A6DEE22347C5}"/>
          </ac:spMkLst>
        </pc:spChg>
        <pc:spChg chg="mod">
          <ac:chgData name="park sehun" userId="a5dd5dda71ea150a" providerId="LiveId" clId="{C43683D0-D4D9-4BED-9220-AD1E10ADF921}" dt="2020-04-23T05:49:07.195" v="8144" actId="1038"/>
          <ac:spMkLst>
            <pc:docMk/>
            <pc:sldMk cId="3942243655" sldId="1215"/>
            <ac:spMk id="66" creationId="{186D568E-3C76-4B43-8ACD-7EFA2134FAAA}"/>
          </ac:spMkLst>
        </pc:spChg>
        <pc:spChg chg="mod">
          <ac:chgData name="park sehun" userId="a5dd5dda71ea150a" providerId="LiveId" clId="{C43683D0-D4D9-4BED-9220-AD1E10ADF921}" dt="2020-04-23T05:49:00.299" v="8118" actId="1038"/>
          <ac:spMkLst>
            <pc:docMk/>
            <pc:sldMk cId="3942243655" sldId="1215"/>
            <ac:spMk id="67" creationId="{39346690-3BEF-44A0-8418-84CF2E4A1C15}"/>
          </ac:spMkLst>
        </pc:spChg>
        <pc:spChg chg="mod">
          <ac:chgData name="park sehun" userId="a5dd5dda71ea150a" providerId="LiveId" clId="{C43683D0-D4D9-4BED-9220-AD1E10ADF921}" dt="2020-04-23T05:44:26.385" v="7970"/>
          <ac:spMkLst>
            <pc:docMk/>
            <pc:sldMk cId="3942243655" sldId="1215"/>
            <ac:spMk id="62466" creationId="{00000000-0000-0000-0000-000000000000}"/>
          </ac:spMkLst>
        </pc:sp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2" creationId="{811A7EBA-E1AD-458F-8685-69A517FB66EB}"/>
          </ac:graphicFrameMkLst>
        </pc:graphicFrame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25" creationId="{C0C9126C-331F-45FC-9F71-90CD554395D2}"/>
          </ac:graphicFrameMkLst>
        </pc:graphicFrame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36" creationId="{E9D3725D-62E1-4F87-9B5F-393DE2602C4D}"/>
          </ac:graphicFrameMkLst>
        </pc:graphicFrame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39" creationId="{A62F05A6-AD69-45C6-B6A2-4C6E055825D9}"/>
          </ac:graphicFrameMkLst>
        </pc:graphicFrameChg>
        <pc:graphicFrameChg chg="del">
          <ac:chgData name="park sehun" userId="a5dd5dda71ea150a" providerId="LiveId" clId="{C43683D0-D4D9-4BED-9220-AD1E10ADF921}" dt="2020-04-23T05:48:38.275" v="8094" actId="478"/>
          <ac:graphicFrameMkLst>
            <pc:docMk/>
            <pc:sldMk cId="3942243655" sldId="1215"/>
            <ac:graphicFrameMk id="45" creationId="{4F7618DE-36EE-4765-8BE9-DF6922922D4D}"/>
          </ac:graphicFrameMkLst>
        </pc:graphicFrameChg>
        <pc:graphicFrameChg chg="del">
          <ac:chgData name="park sehun" userId="a5dd5dda71ea150a" providerId="LiveId" clId="{C43683D0-D4D9-4BED-9220-AD1E10ADF921}" dt="2020-04-23T05:47:30.037" v="7998" actId="478"/>
          <ac:graphicFrameMkLst>
            <pc:docMk/>
            <pc:sldMk cId="3942243655" sldId="1215"/>
            <ac:graphicFrameMk id="48" creationId="{87178D6C-577A-479D-BEE8-1A6E381AA27D}"/>
          </ac:graphicFrameMkLst>
        </pc:graphicFrameChg>
        <pc:graphicFrameChg chg="del">
          <ac:chgData name="park sehun" userId="a5dd5dda71ea150a" providerId="LiveId" clId="{C43683D0-D4D9-4BED-9220-AD1E10ADF921}" dt="2020-04-23T05:47:30.037" v="7998" actId="478"/>
          <ac:graphicFrameMkLst>
            <pc:docMk/>
            <pc:sldMk cId="3942243655" sldId="1215"/>
            <ac:graphicFrameMk id="51" creationId="{9F71E50D-78E1-483D-8077-44726D149E8E}"/>
          </ac:graphicFrameMkLst>
        </pc:graphicFrame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57" creationId="{E1213A3D-C31D-4080-B17C-41127E37F211}"/>
          </ac:graphicFrameMkLst>
        </pc:graphicFrame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58" creationId="{CBCCB4A7-8D86-4B0B-8949-A768A9CD6E8C}"/>
          </ac:graphicFrameMkLst>
        </pc:graphicFrameChg>
        <pc:graphicFrameChg chg="del">
          <ac:chgData name="park sehun" userId="a5dd5dda71ea150a" providerId="LiveId" clId="{C43683D0-D4D9-4BED-9220-AD1E10ADF921}" dt="2020-04-23T05:47:30.037" v="7998" actId="478"/>
          <ac:graphicFrameMkLst>
            <pc:docMk/>
            <pc:sldMk cId="3942243655" sldId="1215"/>
            <ac:graphicFrameMk id="59" creationId="{252F9E7E-1DEB-4E86-ACD6-F96FE451999F}"/>
          </ac:graphicFrameMkLst>
        </pc:graphicFrameChg>
        <pc:graphicFrameChg chg="del">
          <ac:chgData name="park sehun" userId="a5dd5dda71ea150a" providerId="LiveId" clId="{C43683D0-D4D9-4BED-9220-AD1E10ADF921}" dt="2020-04-23T05:47:30.037" v="7998" actId="478"/>
          <ac:graphicFrameMkLst>
            <pc:docMk/>
            <pc:sldMk cId="3942243655" sldId="1215"/>
            <ac:graphicFrameMk id="70" creationId="{EF79CE71-FB9D-4706-886A-72D9A4661C7D}"/>
          </ac:graphicFrameMkLst>
        </pc:graphicFrameChg>
        <pc:cxnChg chg="mod">
          <ac:chgData name="park sehun" userId="a5dd5dda71ea150a" providerId="LiveId" clId="{C43683D0-D4D9-4BED-9220-AD1E10ADF921}" dt="2020-04-23T05:49:00.299" v="8118" actId="1038"/>
          <ac:cxnSpMkLst>
            <pc:docMk/>
            <pc:sldMk cId="3942243655" sldId="1215"/>
            <ac:cxnSpMk id="26" creationId="{24A1FD71-0A62-4C6B-B42B-C9BD7AEE4BD7}"/>
          </ac:cxnSpMkLst>
        </pc:cxnChg>
        <pc:cxnChg chg="mod">
          <ac:chgData name="park sehun" userId="a5dd5dda71ea150a" providerId="LiveId" clId="{C43683D0-D4D9-4BED-9220-AD1E10ADF921}" dt="2020-04-23T05:49:00.299" v="8118" actId="1038"/>
          <ac:cxnSpMkLst>
            <pc:docMk/>
            <pc:sldMk cId="3942243655" sldId="1215"/>
            <ac:cxnSpMk id="37" creationId="{CC32A748-25A8-4893-BE2C-14AE3E88D9F8}"/>
          </ac:cxnSpMkLst>
        </pc:cxnChg>
        <pc:cxnChg chg="add mod">
          <ac:chgData name="park sehun" userId="a5dd5dda71ea150a" providerId="LiveId" clId="{C43683D0-D4D9-4BED-9220-AD1E10ADF921}" dt="2020-04-23T05:49:14.708" v="8216" actId="1037"/>
          <ac:cxnSpMkLst>
            <pc:docMk/>
            <pc:sldMk cId="3942243655" sldId="1215"/>
            <ac:cxnSpMk id="40" creationId="{153BC309-4858-4CF9-B64C-E36F123F857C}"/>
          </ac:cxnSpMkLst>
        </pc:cxnChg>
        <pc:cxnChg chg="del mod">
          <ac:chgData name="park sehun" userId="a5dd5dda71ea150a" providerId="LiveId" clId="{C43683D0-D4D9-4BED-9220-AD1E10ADF921}" dt="2020-04-23T05:48:38.275" v="8094" actId="478"/>
          <ac:cxnSpMkLst>
            <pc:docMk/>
            <pc:sldMk cId="3942243655" sldId="1215"/>
            <ac:cxnSpMk id="49" creationId="{265931F9-8747-424F-9F40-FDAC67124494}"/>
          </ac:cxnSpMkLst>
        </pc:cxnChg>
        <pc:cxnChg chg="del mod">
          <ac:chgData name="park sehun" userId="a5dd5dda71ea150a" providerId="LiveId" clId="{C43683D0-D4D9-4BED-9220-AD1E10ADF921}" dt="2020-04-23T05:48:40.442" v="8095" actId="478"/>
          <ac:cxnSpMkLst>
            <pc:docMk/>
            <pc:sldMk cId="3942243655" sldId="1215"/>
            <ac:cxnSpMk id="50" creationId="{00EDB15A-4C26-4C3B-BAB5-A91CA44BF3BF}"/>
          </ac:cxnSpMkLst>
        </pc:cxnChg>
        <pc:cxnChg chg="mod">
          <ac:chgData name="park sehun" userId="a5dd5dda71ea150a" providerId="LiveId" clId="{C43683D0-D4D9-4BED-9220-AD1E10ADF921}" dt="2020-04-23T05:49:00.299" v="8118" actId="1038"/>
          <ac:cxnSpMkLst>
            <pc:docMk/>
            <pc:sldMk cId="3942243655" sldId="1215"/>
            <ac:cxnSpMk id="52" creationId="{E43F0DF3-A70C-44BC-A835-09782FF6B9EB}"/>
          </ac:cxnSpMkLst>
        </pc:cxnChg>
        <pc:cxnChg chg="del">
          <ac:chgData name="park sehun" userId="a5dd5dda71ea150a" providerId="LiveId" clId="{C43683D0-D4D9-4BED-9220-AD1E10ADF921}" dt="2020-04-23T05:47:36.067" v="7999" actId="478"/>
          <ac:cxnSpMkLst>
            <pc:docMk/>
            <pc:sldMk cId="3942243655" sldId="1215"/>
            <ac:cxnSpMk id="60" creationId="{12995058-9B82-4184-A709-3D8D807FA9F2}"/>
          </ac:cxnSpMkLst>
        </pc:cxnChg>
        <pc:cxnChg chg="mod">
          <ac:chgData name="park sehun" userId="a5dd5dda71ea150a" providerId="LiveId" clId="{C43683D0-D4D9-4BED-9220-AD1E10ADF921}" dt="2020-04-23T05:49:00.299" v="8118" actId="1038"/>
          <ac:cxnSpMkLst>
            <pc:docMk/>
            <pc:sldMk cId="3942243655" sldId="1215"/>
            <ac:cxnSpMk id="62" creationId="{F06CA079-FB4D-41F8-AFD9-603361352D9B}"/>
          </ac:cxnSpMkLst>
        </pc:cxnChg>
        <pc:cxnChg chg="mod">
          <ac:chgData name="park sehun" userId="a5dd5dda71ea150a" providerId="LiveId" clId="{C43683D0-D4D9-4BED-9220-AD1E10ADF921}" dt="2020-04-23T05:48:51.059" v="8103" actId="1037"/>
          <ac:cxnSpMkLst>
            <pc:docMk/>
            <pc:sldMk cId="3942243655" sldId="1215"/>
            <ac:cxnSpMk id="64" creationId="{5270DB07-824E-40A1-BADC-DE6D19836E63}"/>
          </ac:cxnSpMkLst>
        </pc:cxnChg>
        <pc:cxnChg chg="mod">
          <ac:chgData name="park sehun" userId="a5dd5dda71ea150a" providerId="LiveId" clId="{C43683D0-D4D9-4BED-9220-AD1E10ADF921}" dt="2020-04-23T05:49:00.299" v="8118" actId="1038"/>
          <ac:cxnSpMkLst>
            <pc:docMk/>
            <pc:sldMk cId="3942243655" sldId="1215"/>
            <ac:cxnSpMk id="68" creationId="{7EE31A25-B7FA-4E02-99C8-E17C0E91BBAE}"/>
          </ac:cxnSpMkLst>
        </pc:cxnChg>
        <pc:cxnChg chg="del mod">
          <ac:chgData name="park sehun" userId="a5dd5dda71ea150a" providerId="LiveId" clId="{C43683D0-D4D9-4BED-9220-AD1E10ADF921}" dt="2020-04-23T05:47:30.037" v="7998" actId="478"/>
          <ac:cxnSpMkLst>
            <pc:docMk/>
            <pc:sldMk cId="3942243655" sldId="1215"/>
            <ac:cxnSpMk id="69" creationId="{C42DB1DD-01F2-472F-B8AF-17274DD3F768}"/>
          </ac:cxnSpMkLst>
        </pc:cxnChg>
        <pc:cxnChg chg="del mod">
          <ac:chgData name="park sehun" userId="a5dd5dda71ea150a" providerId="LiveId" clId="{C43683D0-D4D9-4BED-9220-AD1E10ADF921}" dt="2020-04-23T05:47:30.037" v="7998" actId="478"/>
          <ac:cxnSpMkLst>
            <pc:docMk/>
            <pc:sldMk cId="3942243655" sldId="1215"/>
            <ac:cxnSpMk id="73" creationId="{A4D76930-B9FA-44C5-A609-47D22872E438}"/>
          </ac:cxnSpMkLst>
        </pc:cxnChg>
        <pc:cxnChg chg="del mod">
          <ac:chgData name="park sehun" userId="a5dd5dda71ea150a" providerId="LiveId" clId="{C43683D0-D4D9-4BED-9220-AD1E10ADF921}" dt="2020-04-23T05:47:30.037" v="7998" actId="478"/>
          <ac:cxnSpMkLst>
            <pc:docMk/>
            <pc:sldMk cId="3942243655" sldId="1215"/>
            <ac:cxnSpMk id="74" creationId="{E07261D1-3AB1-45A0-9E3D-1B9E56B3C841}"/>
          </ac:cxnSpMkLst>
        </pc:cxnChg>
      </pc:sldChg>
      <pc:sldChg chg="addSp delSp modSp add">
        <pc:chgData name="park sehun" userId="a5dd5dda71ea150a" providerId="LiveId" clId="{C43683D0-D4D9-4BED-9220-AD1E10ADF921}" dt="2020-04-24T06:54:12.625" v="11534" actId="1038"/>
        <pc:sldMkLst>
          <pc:docMk/>
          <pc:sldMk cId="2432967560" sldId="1216"/>
        </pc:sldMkLst>
        <pc:spChg chg="mod">
          <ac:chgData name="park sehun" userId="a5dd5dda71ea150a" providerId="LiveId" clId="{C43683D0-D4D9-4BED-9220-AD1E10ADF921}" dt="2020-04-24T06:15:38.288" v="9377" actId="1038"/>
          <ac:spMkLst>
            <pc:docMk/>
            <pc:sldMk cId="2432967560" sldId="1216"/>
            <ac:spMk id="10" creationId="{F9AEA2BA-799E-470C-87A7-61505A44881D}"/>
          </ac:spMkLst>
        </pc:spChg>
        <pc:spChg chg="del">
          <ac:chgData name="park sehun" userId="a5dd5dda71ea150a" providerId="LiveId" clId="{C43683D0-D4D9-4BED-9220-AD1E10ADF921}" dt="2020-04-24T06:12:44.153" v="9218" actId="478"/>
          <ac:spMkLst>
            <pc:docMk/>
            <pc:sldMk cId="2432967560" sldId="1216"/>
            <ac:spMk id="15" creationId="{D74D9933-032F-4482-9CA5-2301BD627F5B}"/>
          </ac:spMkLst>
        </pc:spChg>
        <pc:spChg chg="del">
          <ac:chgData name="park sehun" userId="a5dd5dda71ea150a" providerId="LiveId" clId="{C43683D0-D4D9-4BED-9220-AD1E10ADF921}" dt="2020-04-24T06:12:41.304" v="9217" actId="478"/>
          <ac:spMkLst>
            <pc:docMk/>
            <pc:sldMk cId="2432967560" sldId="1216"/>
            <ac:spMk id="29" creationId="{B905D88A-DEF2-4395-816E-0E8DB9210F39}"/>
          </ac:spMkLst>
        </pc:spChg>
        <pc:spChg chg="add mod">
          <ac:chgData name="park sehun" userId="a5dd5dda71ea150a" providerId="LiveId" clId="{C43683D0-D4D9-4BED-9220-AD1E10ADF921}" dt="2020-04-24T06:40:13.008" v="10600" actId="1036"/>
          <ac:spMkLst>
            <pc:docMk/>
            <pc:sldMk cId="2432967560" sldId="1216"/>
            <ac:spMk id="29" creationId="{E1035D1F-06C6-480A-ACE2-2292D618F9A5}"/>
          </ac:spMkLst>
        </pc:spChg>
        <pc:spChg chg="add mod">
          <ac:chgData name="park sehun" userId="a5dd5dda71ea150a" providerId="LiveId" clId="{C43683D0-D4D9-4BED-9220-AD1E10ADF921}" dt="2020-04-24T06:41:18.584" v="10678" actId="1038"/>
          <ac:spMkLst>
            <pc:docMk/>
            <pc:sldMk cId="2432967560" sldId="1216"/>
            <ac:spMk id="30" creationId="{5B7D200B-0A31-4869-B0F4-4AE2BD16B730}"/>
          </ac:spMkLst>
        </pc:spChg>
        <pc:spChg chg="add mod">
          <ac:chgData name="park sehun" userId="a5dd5dda71ea150a" providerId="LiveId" clId="{C43683D0-D4D9-4BED-9220-AD1E10ADF921}" dt="2020-04-24T06:48:01.144" v="11146" actId="1037"/>
          <ac:spMkLst>
            <pc:docMk/>
            <pc:sldMk cId="2432967560" sldId="1216"/>
            <ac:spMk id="31" creationId="{A4073C1E-65C4-4601-9E8A-4F6B5EEE3500}"/>
          </ac:spMkLst>
        </pc:spChg>
        <pc:spChg chg="del">
          <ac:chgData name="park sehun" userId="a5dd5dda71ea150a" providerId="LiveId" clId="{C43683D0-D4D9-4BED-9220-AD1E10ADF921}" dt="2020-04-24T06:12:41.304" v="9217" actId="478"/>
          <ac:spMkLst>
            <pc:docMk/>
            <pc:sldMk cId="2432967560" sldId="1216"/>
            <ac:spMk id="32" creationId="{7B2A9D1B-6100-4E94-BE12-672593546DCC}"/>
          </ac:spMkLst>
        </pc:spChg>
        <pc:spChg chg="add mod">
          <ac:chgData name="park sehun" userId="a5dd5dda71ea150a" providerId="LiveId" clId="{C43683D0-D4D9-4BED-9220-AD1E10ADF921}" dt="2020-04-24T06:48:01.144" v="11146" actId="1037"/>
          <ac:spMkLst>
            <pc:docMk/>
            <pc:sldMk cId="2432967560" sldId="1216"/>
            <ac:spMk id="33" creationId="{568E98BC-0FBC-4D8A-9955-F9F0AE315866}"/>
          </ac:spMkLst>
        </pc:spChg>
        <pc:spChg chg="add mod">
          <ac:chgData name="park sehun" userId="a5dd5dda71ea150a" providerId="LiveId" clId="{C43683D0-D4D9-4BED-9220-AD1E10ADF921}" dt="2020-04-24T06:48:42.316" v="11228" actId="14100"/>
          <ac:spMkLst>
            <pc:docMk/>
            <pc:sldMk cId="2432967560" sldId="1216"/>
            <ac:spMk id="34" creationId="{70C1EDEC-F7DA-4F57-8496-234FF45F0782}"/>
          </ac:spMkLst>
        </pc:spChg>
        <pc:spChg chg="add mod">
          <ac:chgData name="park sehun" userId="a5dd5dda71ea150a" providerId="LiveId" clId="{C43683D0-D4D9-4BED-9220-AD1E10ADF921}" dt="2020-04-24T06:48:01.144" v="11146" actId="1037"/>
          <ac:spMkLst>
            <pc:docMk/>
            <pc:sldMk cId="2432967560" sldId="1216"/>
            <ac:spMk id="35" creationId="{4E8A9DDB-ADAD-46D8-B776-959FB415430C}"/>
          </ac:spMkLst>
        </pc:spChg>
        <pc:spChg chg="mod">
          <ac:chgData name="park sehun" userId="a5dd5dda71ea150a" providerId="LiveId" clId="{C43683D0-D4D9-4BED-9220-AD1E10ADF921}" dt="2020-04-24T06:29:56.044" v="10041" actId="1076"/>
          <ac:spMkLst>
            <pc:docMk/>
            <pc:sldMk cId="2432967560" sldId="1216"/>
            <ac:spMk id="40" creationId="{067DF4BC-D816-476B-B6CF-496EC5944DAE}"/>
          </ac:spMkLst>
        </pc:spChg>
        <pc:spChg chg="mod">
          <ac:chgData name="park sehun" userId="a5dd5dda71ea150a" providerId="LiveId" clId="{C43683D0-D4D9-4BED-9220-AD1E10ADF921}" dt="2020-04-24T06:44:37.032" v="10884" actId="1037"/>
          <ac:spMkLst>
            <pc:docMk/>
            <pc:sldMk cId="2432967560" sldId="1216"/>
            <ac:spMk id="41" creationId="{C92C3A17-9069-46C5-BD77-77274CF61402}"/>
          </ac:spMkLst>
        </pc:spChg>
        <pc:spChg chg="del">
          <ac:chgData name="park sehun" userId="a5dd5dda71ea150a" providerId="LiveId" clId="{C43683D0-D4D9-4BED-9220-AD1E10ADF921}" dt="2020-04-24T06:12:48.528" v="9219" actId="478"/>
          <ac:spMkLst>
            <pc:docMk/>
            <pc:sldMk cId="2432967560" sldId="1216"/>
            <ac:spMk id="42" creationId="{B1C9A060-973F-44B0-87E2-38BF88A3FD4E}"/>
          </ac:spMkLst>
        </pc:spChg>
        <pc:spChg chg="del">
          <ac:chgData name="park sehun" userId="a5dd5dda71ea150a" providerId="LiveId" clId="{C43683D0-D4D9-4BED-9220-AD1E10ADF921}" dt="2020-04-24T06:12:48.528" v="9219" actId="478"/>
          <ac:spMkLst>
            <pc:docMk/>
            <pc:sldMk cId="2432967560" sldId="1216"/>
            <ac:spMk id="43" creationId="{8EF3060A-A8CF-4439-A760-418616147283}"/>
          </ac:spMkLst>
        </pc:spChg>
        <pc:spChg chg="add mod">
          <ac:chgData name="park sehun" userId="a5dd5dda71ea150a" providerId="LiveId" clId="{C43683D0-D4D9-4BED-9220-AD1E10ADF921}" dt="2020-04-24T06:44:26.327" v="10820" actId="20577"/>
          <ac:spMkLst>
            <pc:docMk/>
            <pc:sldMk cId="2432967560" sldId="1216"/>
            <ac:spMk id="43" creationId="{98CD6578-6EBB-45F2-B040-63C5F43711BF}"/>
          </ac:spMkLst>
        </pc:spChg>
        <pc:spChg chg="del">
          <ac:chgData name="park sehun" userId="a5dd5dda71ea150a" providerId="LiveId" clId="{C43683D0-D4D9-4BED-9220-AD1E10ADF921}" dt="2020-04-24T06:12:41.304" v="9217" actId="478"/>
          <ac:spMkLst>
            <pc:docMk/>
            <pc:sldMk cId="2432967560" sldId="1216"/>
            <ac:spMk id="44" creationId="{390CF0EA-5978-4C4F-A088-2D4C70EBC793}"/>
          </ac:spMkLst>
        </pc:spChg>
        <pc:spChg chg="add mod">
          <ac:chgData name="park sehun" userId="a5dd5dda71ea150a" providerId="LiveId" clId="{C43683D0-D4D9-4BED-9220-AD1E10ADF921}" dt="2020-04-24T06:45:30.425" v="10967" actId="20577"/>
          <ac:spMkLst>
            <pc:docMk/>
            <pc:sldMk cId="2432967560" sldId="1216"/>
            <ac:spMk id="44" creationId="{C955176B-ED41-4680-868B-E92ACB1660EE}"/>
          </ac:spMkLst>
        </pc:spChg>
        <pc:spChg chg="add mod">
          <ac:chgData name="park sehun" userId="a5dd5dda71ea150a" providerId="LiveId" clId="{C43683D0-D4D9-4BED-9220-AD1E10ADF921}" dt="2020-04-24T06:45:10.010" v="10942" actId="1038"/>
          <ac:spMkLst>
            <pc:docMk/>
            <pc:sldMk cId="2432967560" sldId="1216"/>
            <ac:spMk id="45" creationId="{1B8A56DE-AADB-4F39-ABE4-DE3DC700BCD7}"/>
          </ac:spMkLst>
        </pc:spChg>
        <pc:spChg chg="del">
          <ac:chgData name="park sehun" userId="a5dd5dda71ea150a" providerId="LiveId" clId="{C43683D0-D4D9-4BED-9220-AD1E10ADF921}" dt="2020-04-24T06:12:41.304" v="9217" actId="478"/>
          <ac:spMkLst>
            <pc:docMk/>
            <pc:sldMk cId="2432967560" sldId="1216"/>
            <ac:spMk id="45" creationId="{A1B408C6-843F-4A9F-BBA4-416D9B02B161}"/>
          </ac:spMkLst>
        </pc:spChg>
        <pc:spChg chg="add mod">
          <ac:chgData name="park sehun" userId="a5dd5dda71ea150a" providerId="LiveId" clId="{C43683D0-D4D9-4BED-9220-AD1E10ADF921}" dt="2020-04-24T06:46:30.007" v="10998" actId="20577"/>
          <ac:spMkLst>
            <pc:docMk/>
            <pc:sldMk cId="2432967560" sldId="1216"/>
            <ac:spMk id="46" creationId="{F140CA78-C691-40EB-9467-092A5477F510}"/>
          </ac:spMkLst>
        </pc:spChg>
        <pc:spChg chg="del">
          <ac:chgData name="park sehun" userId="a5dd5dda71ea150a" providerId="LiveId" clId="{C43683D0-D4D9-4BED-9220-AD1E10ADF921}" dt="2020-04-24T06:12:41.304" v="9217" actId="478"/>
          <ac:spMkLst>
            <pc:docMk/>
            <pc:sldMk cId="2432967560" sldId="1216"/>
            <ac:spMk id="47" creationId="{B2711BC8-8BBB-464D-923D-5476D78556CA}"/>
          </ac:spMkLst>
        </pc:spChg>
        <pc:spChg chg="add mod">
          <ac:chgData name="park sehun" userId="a5dd5dda71ea150a" providerId="LiveId" clId="{C43683D0-D4D9-4BED-9220-AD1E10ADF921}" dt="2020-04-24T06:46:39.888" v="11042" actId="1036"/>
          <ac:spMkLst>
            <pc:docMk/>
            <pc:sldMk cId="2432967560" sldId="1216"/>
            <ac:spMk id="47" creationId="{BFFBFA13-9D4B-4B6C-9DAE-EC47A6D0A4A0}"/>
          </ac:spMkLst>
        </pc:spChg>
        <pc:spChg chg="add mod">
          <ac:chgData name="park sehun" userId="a5dd5dda71ea150a" providerId="LiveId" clId="{C43683D0-D4D9-4BED-9220-AD1E10ADF921}" dt="2020-04-24T06:47:34.824" v="11128" actId="1037"/>
          <ac:spMkLst>
            <pc:docMk/>
            <pc:sldMk cId="2432967560" sldId="1216"/>
            <ac:spMk id="49" creationId="{C40AC2DC-943F-4E7D-A4C4-293B0A8D5551}"/>
          </ac:spMkLst>
        </pc:spChg>
        <pc:spChg chg="mod">
          <ac:chgData name="park sehun" userId="a5dd5dda71ea150a" providerId="LiveId" clId="{C43683D0-D4D9-4BED-9220-AD1E10ADF921}" dt="2020-04-24T06:06:58.168" v="8995" actId="1036"/>
          <ac:spMkLst>
            <pc:docMk/>
            <pc:sldMk cId="2432967560" sldId="1216"/>
            <ac:spMk id="51" creationId="{6E497FE8-ACB2-4270-AE46-10B163AEEAD0}"/>
          </ac:spMkLst>
        </pc:spChg>
        <pc:spChg chg="mod">
          <ac:chgData name="park sehun" userId="a5dd5dda71ea150a" providerId="LiveId" clId="{C43683D0-D4D9-4BED-9220-AD1E10ADF921}" dt="2020-04-24T06:42:15.408" v="10766" actId="20577"/>
          <ac:spMkLst>
            <pc:docMk/>
            <pc:sldMk cId="2432967560" sldId="1216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24T06:23:40.107" v="9788" actId="20577"/>
          <ac:spMkLst>
            <pc:docMk/>
            <pc:sldMk cId="2432967560" sldId="1216"/>
            <ac:spMk id="54" creationId="{C29D6112-022A-4BE0-B087-9B0A74023A45}"/>
          </ac:spMkLst>
        </pc:spChg>
        <pc:spChg chg="add mod">
          <ac:chgData name="park sehun" userId="a5dd5dda71ea150a" providerId="LiveId" clId="{C43683D0-D4D9-4BED-9220-AD1E10ADF921}" dt="2020-04-24T06:50:29.001" v="11317" actId="1036"/>
          <ac:spMkLst>
            <pc:docMk/>
            <pc:sldMk cId="2432967560" sldId="1216"/>
            <ac:spMk id="57" creationId="{96EF3CC6-A26B-4737-9854-609D11C92B95}"/>
          </ac:spMkLst>
        </pc:spChg>
        <pc:spChg chg="add mod">
          <ac:chgData name="park sehun" userId="a5dd5dda71ea150a" providerId="LiveId" clId="{C43683D0-D4D9-4BED-9220-AD1E10ADF921}" dt="2020-04-24T06:51:27.766" v="11358" actId="14100"/>
          <ac:spMkLst>
            <pc:docMk/>
            <pc:sldMk cId="2432967560" sldId="1216"/>
            <ac:spMk id="58" creationId="{6CFD5F8C-C28A-4788-84CF-A509AA568308}"/>
          </ac:spMkLst>
        </pc:spChg>
        <pc:spChg chg="add mod">
          <ac:chgData name="park sehun" userId="a5dd5dda71ea150a" providerId="LiveId" clId="{C43683D0-D4D9-4BED-9220-AD1E10ADF921}" dt="2020-04-24T06:30:07.104" v="10112" actId="1036"/>
          <ac:spMkLst>
            <pc:docMk/>
            <pc:sldMk cId="2432967560" sldId="1216"/>
            <ac:spMk id="62" creationId="{21EFE2C6-EE61-4AD8-90BF-A946A21F4D69}"/>
          </ac:spMkLst>
        </pc:spChg>
        <pc:spChg chg="add mod">
          <ac:chgData name="park sehun" userId="a5dd5dda71ea150a" providerId="LiveId" clId="{C43683D0-D4D9-4BED-9220-AD1E10ADF921}" dt="2020-04-24T06:33:49.188" v="10262" actId="1076"/>
          <ac:spMkLst>
            <pc:docMk/>
            <pc:sldMk cId="2432967560" sldId="1216"/>
            <ac:spMk id="64" creationId="{448C13B5-BE28-4E49-AD4A-13CD3C2E1F52}"/>
          </ac:spMkLst>
        </pc:spChg>
        <pc:spChg chg="add mod">
          <ac:chgData name="park sehun" userId="a5dd5dda71ea150a" providerId="LiveId" clId="{C43683D0-D4D9-4BED-9220-AD1E10ADF921}" dt="2020-04-24T06:53:41.880" v="11466" actId="1035"/>
          <ac:spMkLst>
            <pc:docMk/>
            <pc:sldMk cId="2432967560" sldId="1216"/>
            <ac:spMk id="65" creationId="{DBC7F70F-4F70-49CF-A256-96291F95FD4D}"/>
          </ac:spMkLst>
        </pc:spChg>
        <pc:spChg chg="mod">
          <ac:chgData name="park sehun" userId="a5dd5dda71ea150a" providerId="LiveId" clId="{C43683D0-D4D9-4BED-9220-AD1E10ADF921}" dt="2020-04-24T06:48:18.409" v="11154" actId="1037"/>
          <ac:spMkLst>
            <pc:docMk/>
            <pc:sldMk cId="2432967560" sldId="1216"/>
            <ac:spMk id="66" creationId="{186D568E-3C76-4B43-8ACD-7EFA2134FAAA}"/>
          </ac:spMkLst>
        </pc:spChg>
        <pc:spChg chg="add mod">
          <ac:chgData name="park sehun" userId="a5dd5dda71ea150a" providerId="LiveId" clId="{C43683D0-D4D9-4BED-9220-AD1E10ADF921}" dt="2020-04-24T06:54:12.625" v="11534" actId="1038"/>
          <ac:spMkLst>
            <pc:docMk/>
            <pc:sldMk cId="2432967560" sldId="1216"/>
            <ac:spMk id="67" creationId="{88A467CD-06CA-4E28-91A1-8195BA409E25}"/>
          </ac:spMkLst>
        </pc:spChg>
        <pc:spChg chg="mod">
          <ac:chgData name="park sehun" userId="a5dd5dda71ea150a" providerId="LiveId" clId="{C43683D0-D4D9-4BED-9220-AD1E10ADF921}" dt="2020-04-24T06:05:01.927" v="8816" actId="20577"/>
          <ac:spMkLst>
            <pc:docMk/>
            <pc:sldMk cId="2432967560" sldId="1216"/>
            <ac:spMk id="62466" creationId="{00000000-0000-0000-0000-000000000000}"/>
          </ac:spMkLst>
        </pc:spChg>
        <pc:graphicFrameChg chg="mod modGraphic">
          <ac:chgData name="park sehun" userId="a5dd5dda71ea150a" providerId="LiveId" clId="{C43683D0-D4D9-4BED-9220-AD1E10ADF921}" dt="2020-04-24T06:34:46.839" v="10311" actId="20577"/>
          <ac:graphicFrameMkLst>
            <pc:docMk/>
            <pc:sldMk cId="2432967560" sldId="1216"/>
            <ac:graphicFrameMk id="2" creationId="{811A7EBA-E1AD-458F-8685-69A517FB66EB}"/>
          </ac:graphicFrameMkLst>
        </pc:graphicFrameChg>
        <pc:graphicFrameChg chg="add mod modGraphic">
          <ac:chgData name="park sehun" userId="a5dd5dda71ea150a" providerId="LiveId" clId="{C43683D0-D4D9-4BED-9220-AD1E10ADF921}" dt="2020-04-24T06:38:42.073" v="10434" actId="1035"/>
          <ac:graphicFrameMkLst>
            <pc:docMk/>
            <pc:sldMk cId="2432967560" sldId="1216"/>
            <ac:graphicFrameMk id="26" creationId="{B8CBC2B5-E364-44B9-9D74-6950695C61B7}"/>
          </ac:graphicFrameMkLst>
        </pc:graphicFrameChg>
        <pc:graphicFrameChg chg="del">
          <ac:chgData name="park sehun" userId="a5dd5dda71ea150a" providerId="LiveId" clId="{C43683D0-D4D9-4BED-9220-AD1E10ADF921}" dt="2020-04-24T06:12:48.528" v="9219" actId="478"/>
          <ac:graphicFrameMkLst>
            <pc:docMk/>
            <pc:sldMk cId="2432967560" sldId="1216"/>
            <ac:graphicFrameMk id="30" creationId="{DBF1DB92-50D9-45BF-9879-7BE559572975}"/>
          </ac:graphicFrameMkLst>
        </pc:graphicFrameChg>
        <pc:graphicFrameChg chg="del">
          <ac:chgData name="park sehun" userId="a5dd5dda71ea150a" providerId="LiveId" clId="{C43683D0-D4D9-4BED-9220-AD1E10ADF921}" dt="2020-04-24T06:12:41.304" v="9217" actId="478"/>
          <ac:graphicFrameMkLst>
            <pc:docMk/>
            <pc:sldMk cId="2432967560" sldId="1216"/>
            <ac:graphicFrameMk id="36" creationId="{08881BD9-DC01-46DF-9742-A9787B92A60F}"/>
          </ac:graphicFrameMkLst>
        </pc:graphicFrameChg>
        <pc:graphicFrameChg chg="add del mod modGraphic">
          <ac:chgData name="park sehun" userId="a5dd5dda71ea150a" providerId="LiveId" clId="{C43683D0-D4D9-4BED-9220-AD1E10ADF921}" dt="2020-04-24T06:19:54.091" v="9577"/>
          <ac:graphicFrameMkLst>
            <pc:docMk/>
            <pc:sldMk cId="2432967560" sldId="1216"/>
            <ac:graphicFrameMk id="37" creationId="{44A0896A-7FBC-4382-AA36-B7F0C0869613}"/>
          </ac:graphicFrameMkLst>
        </pc:graphicFrameChg>
        <pc:graphicFrameChg chg="del">
          <ac:chgData name="park sehun" userId="a5dd5dda71ea150a" providerId="LiveId" clId="{C43683D0-D4D9-4BED-9220-AD1E10ADF921}" dt="2020-04-24T06:12:48.528" v="9219" actId="478"/>
          <ac:graphicFrameMkLst>
            <pc:docMk/>
            <pc:sldMk cId="2432967560" sldId="1216"/>
            <ac:graphicFrameMk id="38" creationId="{9A7A42EB-7DD7-4A12-A27B-B837556A8330}"/>
          </ac:graphicFrameMkLst>
        </pc:graphicFrameChg>
        <pc:graphicFrameChg chg="add mod modGraphic">
          <ac:chgData name="park sehun" userId="a5dd5dda71ea150a" providerId="LiveId" clId="{C43683D0-D4D9-4BED-9220-AD1E10ADF921}" dt="2020-04-24T06:31:58.490" v="10179" actId="1035"/>
          <ac:graphicFrameMkLst>
            <pc:docMk/>
            <pc:sldMk cId="2432967560" sldId="1216"/>
            <ac:graphicFrameMk id="48" creationId="{AB06FFBB-403E-4958-8CD8-8D42FB7DDCB3}"/>
          </ac:graphicFrameMkLst>
        </pc:graphicFrameChg>
        <pc:graphicFrameChg chg="del">
          <ac:chgData name="park sehun" userId="a5dd5dda71ea150a" providerId="LiveId" clId="{C43683D0-D4D9-4BED-9220-AD1E10ADF921}" dt="2020-04-24T06:12:41.304" v="9217" actId="478"/>
          <ac:graphicFrameMkLst>
            <pc:docMk/>
            <pc:sldMk cId="2432967560" sldId="1216"/>
            <ac:graphicFrameMk id="52" creationId="{6F811F15-16A0-485B-BCFE-7F89A807F64A}"/>
          </ac:graphicFrameMkLst>
        </pc:graphicFrameChg>
        <pc:graphicFrameChg chg="add mod modGraphic">
          <ac:chgData name="park sehun" userId="a5dd5dda71ea150a" providerId="LiveId" clId="{C43683D0-D4D9-4BED-9220-AD1E10ADF921}" dt="2020-04-24T06:37:54.894" v="10387" actId="14100"/>
          <ac:graphicFrameMkLst>
            <pc:docMk/>
            <pc:sldMk cId="2432967560" sldId="1216"/>
            <ac:graphicFrameMk id="55" creationId="{7D709E48-6EBA-44DA-AAAF-09F50926E59D}"/>
          </ac:graphicFrameMkLst>
        </pc:graphicFrameChg>
        <pc:graphicFrameChg chg="add mod modGraphic">
          <ac:chgData name="park sehun" userId="a5dd5dda71ea150a" providerId="LiveId" clId="{C43683D0-D4D9-4BED-9220-AD1E10ADF921}" dt="2020-04-24T06:42:00.457" v="10758" actId="1036"/>
          <ac:graphicFrameMkLst>
            <pc:docMk/>
            <pc:sldMk cId="2432967560" sldId="1216"/>
            <ac:graphicFrameMk id="56" creationId="{346A2C9E-15AE-4844-A8B8-72CD137A7898}"/>
          </ac:graphicFrameMkLst>
        </pc:graphicFrameChg>
        <pc:graphicFrameChg chg="add mod modGraphic">
          <ac:chgData name="park sehun" userId="a5dd5dda71ea150a" providerId="LiveId" clId="{C43683D0-D4D9-4BED-9220-AD1E10ADF921}" dt="2020-04-24T06:31:36.440" v="10167" actId="1036"/>
          <ac:graphicFrameMkLst>
            <pc:docMk/>
            <pc:sldMk cId="2432967560" sldId="1216"/>
            <ac:graphicFrameMk id="59" creationId="{4ADE41DE-E7CF-4AAE-B331-33234E49BC5B}"/>
          </ac:graphicFrameMkLst>
        </pc:graphicFrameChg>
        <pc:picChg chg="add mod">
          <ac:chgData name="park sehun" userId="a5dd5dda71ea150a" providerId="LiveId" clId="{C43683D0-D4D9-4BED-9220-AD1E10ADF921}" dt="2020-04-24T06:42:04.864" v="10764" actId="1037"/>
          <ac:picMkLst>
            <pc:docMk/>
            <pc:sldMk cId="2432967560" sldId="1216"/>
            <ac:picMk id="42" creationId="{A92D90D5-D51A-4039-9CF8-FADFD02EDC0A}"/>
          </ac:picMkLst>
        </pc:picChg>
        <pc:picChg chg="add mod">
          <ac:chgData name="park sehun" userId="a5dd5dda71ea150a" providerId="LiveId" clId="{C43683D0-D4D9-4BED-9220-AD1E10ADF921}" dt="2020-04-24T06:29:49.062" v="10040" actId="1076"/>
          <ac:picMkLst>
            <pc:docMk/>
            <pc:sldMk cId="2432967560" sldId="1216"/>
            <ac:picMk id="61" creationId="{ED81E28F-892A-4463-A27A-369BD13472CE}"/>
          </ac:picMkLst>
        </pc:picChg>
        <pc:cxnChg chg="mod">
          <ac:chgData name="park sehun" userId="a5dd5dda71ea150a" providerId="LiveId" clId="{C43683D0-D4D9-4BED-9220-AD1E10ADF921}" dt="2020-04-24T06:07:01.320" v="8998" actId="1035"/>
          <ac:cxnSpMkLst>
            <pc:docMk/>
            <pc:sldMk cId="2432967560" sldId="1216"/>
            <ac:cxnSpMk id="16" creationId="{6F9B0103-0B6F-464E-A331-2D9AE93B5EC2}"/>
          </ac:cxnSpMkLst>
        </pc:cxnChg>
        <pc:cxnChg chg="add mod">
          <ac:chgData name="park sehun" userId="a5dd5dda71ea150a" providerId="LiveId" clId="{C43683D0-D4D9-4BED-9220-AD1E10ADF921}" dt="2020-04-24T06:40:18.909" v="10601" actId="14100"/>
          <ac:cxnSpMkLst>
            <pc:docMk/>
            <pc:sldMk cId="2432967560" sldId="1216"/>
            <ac:cxnSpMk id="32" creationId="{24C84605-EF05-48D1-A6B2-143FF0EAB0F6}"/>
          </ac:cxnSpMkLst>
        </pc:cxnChg>
        <pc:cxnChg chg="add mod">
          <ac:chgData name="park sehun" userId="a5dd5dda71ea150a" providerId="LiveId" clId="{C43683D0-D4D9-4BED-9220-AD1E10ADF921}" dt="2020-04-24T06:42:00.457" v="10758" actId="1036"/>
          <ac:cxnSpMkLst>
            <pc:docMk/>
            <pc:sldMk cId="2432967560" sldId="1216"/>
            <ac:cxnSpMk id="36" creationId="{F44CD8B0-830B-47DD-A7C6-8881BFF17885}"/>
          </ac:cxnSpMkLst>
        </pc:cxnChg>
        <pc:cxnChg chg="add mod">
          <ac:chgData name="park sehun" userId="a5dd5dda71ea150a" providerId="LiveId" clId="{C43683D0-D4D9-4BED-9220-AD1E10ADF921}" dt="2020-04-24T06:42:00.457" v="10758" actId="1036"/>
          <ac:cxnSpMkLst>
            <pc:docMk/>
            <pc:sldMk cId="2432967560" sldId="1216"/>
            <ac:cxnSpMk id="37" creationId="{449EB1C4-45E4-435E-97D4-2D3884C5A484}"/>
          </ac:cxnSpMkLst>
        </pc:cxnChg>
        <pc:cxnChg chg="del mod">
          <ac:chgData name="park sehun" userId="a5dd5dda71ea150a" providerId="LiveId" clId="{C43683D0-D4D9-4BED-9220-AD1E10ADF921}" dt="2020-04-24T06:12:52.991" v="9221" actId="478"/>
          <ac:cxnSpMkLst>
            <pc:docMk/>
            <pc:sldMk cId="2432967560" sldId="1216"/>
            <ac:cxnSpMk id="39" creationId="{C851932A-4916-4E8E-ADCE-BBDCE58175C0}"/>
          </ac:cxnSpMkLst>
        </pc:cxnChg>
        <pc:cxnChg chg="del">
          <ac:chgData name="park sehun" userId="a5dd5dda71ea150a" providerId="LiveId" clId="{C43683D0-D4D9-4BED-9220-AD1E10ADF921}" dt="2020-04-24T06:12:41.304" v="9217" actId="478"/>
          <ac:cxnSpMkLst>
            <pc:docMk/>
            <pc:sldMk cId="2432967560" sldId="1216"/>
            <ac:cxnSpMk id="46" creationId="{ED63783E-00B0-4DE2-BAA1-7DBBAD23574D}"/>
          </ac:cxnSpMkLst>
        </pc:cxnChg>
        <pc:cxnChg chg="del mod">
          <ac:chgData name="park sehun" userId="a5dd5dda71ea150a" providerId="LiveId" clId="{C43683D0-D4D9-4BED-9220-AD1E10ADF921}" dt="2020-04-24T06:12:50.711" v="9220" actId="478"/>
          <ac:cxnSpMkLst>
            <pc:docMk/>
            <pc:sldMk cId="2432967560" sldId="1216"/>
            <ac:cxnSpMk id="49" creationId="{0C69831C-336A-4A75-89C5-4D740ACA9F74}"/>
          </ac:cxnSpMkLst>
        </pc:cxnChg>
        <pc:cxnChg chg="mod">
          <ac:chgData name="park sehun" userId="a5dd5dda71ea150a" providerId="LiveId" clId="{C43683D0-D4D9-4BED-9220-AD1E10ADF921}" dt="2020-04-24T06:46:46.519" v="11047" actId="1037"/>
          <ac:cxnSpMkLst>
            <pc:docMk/>
            <pc:sldMk cId="2432967560" sldId="1216"/>
            <ac:cxnSpMk id="50" creationId="{AA7171CE-0DE4-411A-87C9-037D611A0DB4}"/>
          </ac:cxnSpMkLst>
        </pc:cxnChg>
        <pc:cxnChg chg="add mod">
          <ac:chgData name="park sehun" userId="a5dd5dda71ea150a" providerId="LiveId" clId="{C43683D0-D4D9-4BED-9220-AD1E10ADF921}" dt="2020-04-24T06:47:34.824" v="11128" actId="1037"/>
          <ac:cxnSpMkLst>
            <pc:docMk/>
            <pc:sldMk cId="2432967560" sldId="1216"/>
            <ac:cxnSpMk id="52" creationId="{42C8BC88-D76B-439E-91EB-941BF7C7ADD9}"/>
          </ac:cxnSpMkLst>
        </pc:cxnChg>
        <pc:cxnChg chg="del">
          <ac:chgData name="park sehun" userId="a5dd5dda71ea150a" providerId="LiveId" clId="{C43683D0-D4D9-4BED-9220-AD1E10ADF921}" dt="2020-04-24T06:12:41.304" v="9217" actId="478"/>
          <ac:cxnSpMkLst>
            <pc:docMk/>
            <pc:sldMk cId="2432967560" sldId="1216"/>
            <ac:cxnSpMk id="57" creationId="{C10A3DDC-B8D7-49AB-8B6F-E5602E2EA736}"/>
          </ac:cxnSpMkLst>
        </pc:cxnChg>
        <pc:cxnChg chg="add del mod">
          <ac:chgData name="park sehun" userId="a5dd5dda71ea150a" providerId="LiveId" clId="{C43683D0-D4D9-4BED-9220-AD1E10ADF921}" dt="2020-04-24T06:30:49.687" v="10117" actId="478"/>
          <ac:cxnSpMkLst>
            <pc:docMk/>
            <pc:sldMk cId="2432967560" sldId="1216"/>
            <ac:cxnSpMk id="58" creationId="{E5D16819-2E7C-48A5-B147-090C10A24FE6}"/>
          </ac:cxnSpMkLst>
        </pc:cxnChg>
        <pc:cxnChg chg="add mod">
          <ac:chgData name="park sehun" userId="a5dd5dda71ea150a" providerId="LiveId" clId="{C43683D0-D4D9-4BED-9220-AD1E10ADF921}" dt="2020-04-24T06:29:32.352" v="10038" actId="1037"/>
          <ac:cxnSpMkLst>
            <pc:docMk/>
            <pc:sldMk cId="2432967560" sldId="1216"/>
            <ac:cxnSpMk id="60" creationId="{152A6CBB-E5A8-4A8C-B5B6-A30031F9E380}"/>
          </ac:cxnSpMkLst>
        </pc:cxnChg>
        <pc:cxnChg chg="add mod">
          <ac:chgData name="park sehun" userId="a5dd5dda71ea150a" providerId="LiveId" clId="{C43683D0-D4D9-4BED-9220-AD1E10ADF921}" dt="2020-04-24T06:37:54.894" v="10387" actId="14100"/>
          <ac:cxnSpMkLst>
            <pc:docMk/>
            <pc:sldMk cId="2432967560" sldId="1216"/>
            <ac:cxnSpMk id="63" creationId="{B450CDA2-96C2-408E-AA72-BE428EF33160}"/>
          </ac:cxnSpMkLst>
        </pc:cxnChg>
      </pc:sldChg>
    </pc:docChg>
  </pc:docChgLst>
  <pc:docChgLst>
    <pc:chgData name="박세훈" userId="4366e275-7636-4ff4-83e8-8f60f30c3325" providerId="ADAL" clId="{609C31FC-AB7E-4EDE-99A7-416C956B3F4E}"/>
    <pc:docChg chg="modSld">
      <pc:chgData name="박세훈" userId="4366e275-7636-4ff4-83e8-8f60f30c3325" providerId="ADAL" clId="{609C31FC-AB7E-4EDE-99A7-416C956B3F4E}" dt="2019-08-01T02:28:55.842" v="239" actId="20577"/>
      <pc:docMkLst>
        <pc:docMk/>
      </pc:docMkLst>
      <pc:sldChg chg="modSp">
        <pc:chgData name="박세훈" userId="4366e275-7636-4ff4-83e8-8f60f30c3325" providerId="ADAL" clId="{609C31FC-AB7E-4EDE-99A7-416C956B3F4E}" dt="2019-07-31T06:20:17.583" v="15" actId="20577"/>
        <pc:sldMkLst>
          <pc:docMk/>
          <pc:sldMk cId="3764106884" sldId="1152"/>
        </pc:sldMkLst>
        <pc:graphicFrameChg chg="modGraphic">
          <ac:chgData name="박세훈" userId="4366e275-7636-4ff4-83e8-8f60f30c3325" providerId="ADAL" clId="{609C31FC-AB7E-4EDE-99A7-416C956B3F4E}" dt="2019-07-31T06:20:10.584" v="11" actId="20577"/>
          <ac:graphicFrameMkLst>
            <pc:docMk/>
            <pc:sldMk cId="3764106884" sldId="1152"/>
            <ac:graphicFrameMk id="19" creationId="{C2454F01-45DE-4066-B8BA-EA9E3D7BEE9D}"/>
          </ac:graphicFrameMkLst>
        </pc:graphicFrameChg>
        <pc:graphicFrameChg chg="modGraphic">
          <ac:chgData name="박세훈" userId="4366e275-7636-4ff4-83e8-8f60f30c3325" providerId="ADAL" clId="{609C31FC-AB7E-4EDE-99A7-416C956B3F4E}" dt="2019-07-31T06:20:17.583" v="15" actId="20577"/>
          <ac:graphicFrameMkLst>
            <pc:docMk/>
            <pc:sldMk cId="3764106884" sldId="1152"/>
            <ac:graphicFrameMk id="40" creationId="{11D23256-2AE9-4714-AE81-12DBF2360B9B}"/>
          </ac:graphicFrameMkLst>
        </pc:graphicFrameChg>
      </pc:sldChg>
      <pc:sldChg chg="modSp">
        <pc:chgData name="박세훈" userId="4366e275-7636-4ff4-83e8-8f60f30c3325" providerId="ADAL" clId="{609C31FC-AB7E-4EDE-99A7-416C956B3F4E}" dt="2019-07-31T06:23:43.268" v="51" actId="20577"/>
        <pc:sldMkLst>
          <pc:docMk/>
          <pc:sldMk cId="4285173849" sldId="1154"/>
        </pc:sldMkLst>
        <pc:spChg chg="mod">
          <ac:chgData name="박세훈" userId="4366e275-7636-4ff4-83e8-8f60f30c3325" providerId="ADAL" clId="{609C31FC-AB7E-4EDE-99A7-416C956B3F4E}" dt="2019-07-31T06:23:43.268" v="51" actId="20577"/>
          <ac:spMkLst>
            <pc:docMk/>
            <pc:sldMk cId="4285173849" sldId="1154"/>
            <ac:spMk id="54" creationId="{C29D6112-022A-4BE0-B087-9B0A74023A45}"/>
          </ac:spMkLst>
        </pc:spChg>
      </pc:sldChg>
      <pc:sldChg chg="addSp modSp modAnim">
        <pc:chgData name="박세훈" userId="4366e275-7636-4ff4-83e8-8f60f30c3325" providerId="ADAL" clId="{609C31FC-AB7E-4EDE-99A7-416C956B3F4E}" dt="2019-07-31T06:26:17.054" v="108"/>
        <pc:sldMkLst>
          <pc:docMk/>
          <pc:sldMk cId="1777842941" sldId="1156"/>
        </pc:sldMkLst>
        <pc:spChg chg="add mod">
          <ac:chgData name="박세훈" userId="4366e275-7636-4ff4-83e8-8f60f30c3325" providerId="ADAL" clId="{609C31FC-AB7E-4EDE-99A7-416C956B3F4E}" dt="2019-07-31T06:25:19.311" v="80" actId="1036"/>
          <ac:spMkLst>
            <pc:docMk/>
            <pc:sldMk cId="1777842941" sldId="1156"/>
            <ac:spMk id="17" creationId="{8CCA23C8-C5ED-4785-AA8D-296CEBB9B3E8}"/>
          </ac:spMkLst>
        </pc:spChg>
        <pc:spChg chg="mod">
          <ac:chgData name="박세훈" userId="4366e275-7636-4ff4-83e8-8f60f30c3325" providerId="ADAL" clId="{609C31FC-AB7E-4EDE-99A7-416C956B3F4E}" dt="2019-07-31T06:25:28.504" v="82" actId="14100"/>
          <ac:spMkLst>
            <pc:docMk/>
            <pc:sldMk cId="1777842941" sldId="1156"/>
            <ac:spMk id="18" creationId="{A08DE07F-65AF-4B40-B2E6-90FC79383F38}"/>
          </ac:spMkLst>
        </pc:spChg>
        <pc:spChg chg="add mod">
          <ac:chgData name="박세훈" userId="4366e275-7636-4ff4-83e8-8f60f30c3325" providerId="ADAL" clId="{609C31FC-AB7E-4EDE-99A7-416C956B3F4E}" dt="2019-07-31T06:25:36.832" v="102" actId="1036"/>
          <ac:spMkLst>
            <pc:docMk/>
            <pc:sldMk cId="1777842941" sldId="1156"/>
            <ac:spMk id="21" creationId="{B121259A-A5B8-4563-8DC5-07161BFC1B7C}"/>
          </ac:spMkLst>
        </pc:spChg>
      </pc:sldChg>
      <pc:sldChg chg="addSp modSp modAnim">
        <pc:chgData name="박세훈" userId="4366e275-7636-4ff4-83e8-8f60f30c3325" providerId="ADAL" clId="{609C31FC-AB7E-4EDE-99A7-416C956B3F4E}" dt="2019-07-31T06:29:01.990" v="154"/>
        <pc:sldMkLst>
          <pc:docMk/>
          <pc:sldMk cId="2271035624" sldId="1157"/>
        </pc:sldMkLst>
        <pc:spChg chg="add mod">
          <ac:chgData name="박세훈" userId="4366e275-7636-4ff4-83e8-8f60f30c3325" providerId="ADAL" clId="{609C31FC-AB7E-4EDE-99A7-416C956B3F4E}" dt="2019-07-31T06:28:39.584" v="151" actId="1038"/>
          <ac:spMkLst>
            <pc:docMk/>
            <pc:sldMk cId="2271035624" sldId="1157"/>
            <ac:spMk id="18" creationId="{EA28FB49-DD12-4A8B-8B00-94611820E88F}"/>
          </ac:spMkLst>
        </pc:spChg>
        <pc:spChg chg="mod">
          <ac:chgData name="박세훈" userId="4366e275-7636-4ff4-83e8-8f60f30c3325" providerId="ADAL" clId="{609C31FC-AB7E-4EDE-99A7-416C956B3F4E}" dt="2019-07-31T06:28:18.771" v="117" actId="1036"/>
          <ac:spMkLst>
            <pc:docMk/>
            <pc:sldMk cId="2271035624" sldId="1157"/>
            <ac:spMk id="19" creationId="{B19E5790-A90B-426B-B180-CB93927403AD}"/>
          </ac:spMkLst>
        </pc:spChg>
      </pc:sldChg>
      <pc:sldChg chg="modSp">
        <pc:chgData name="박세훈" userId="4366e275-7636-4ff4-83e8-8f60f30c3325" providerId="ADAL" clId="{609C31FC-AB7E-4EDE-99A7-416C956B3F4E}" dt="2019-07-31T06:29:46.259" v="156" actId="20577"/>
        <pc:sldMkLst>
          <pc:docMk/>
          <pc:sldMk cId="3679666517" sldId="1158"/>
        </pc:sldMkLst>
        <pc:spChg chg="mod">
          <ac:chgData name="박세훈" userId="4366e275-7636-4ff4-83e8-8f60f30c3325" providerId="ADAL" clId="{609C31FC-AB7E-4EDE-99A7-416C956B3F4E}" dt="2019-07-31T06:29:46.259" v="156" actId="20577"/>
          <ac:spMkLst>
            <pc:docMk/>
            <pc:sldMk cId="3679666517" sldId="1158"/>
            <ac:spMk id="44" creationId="{727562B9-8878-4278-9562-A47A4B642F76}"/>
          </ac:spMkLst>
        </pc:spChg>
      </pc:sldChg>
      <pc:sldChg chg="addSp modSp">
        <pc:chgData name="박세훈" userId="4366e275-7636-4ff4-83e8-8f60f30c3325" providerId="ADAL" clId="{609C31FC-AB7E-4EDE-99A7-416C956B3F4E}" dt="2019-08-01T01:50:27.758" v="218" actId="20577"/>
        <pc:sldMkLst>
          <pc:docMk/>
          <pc:sldMk cId="983703584" sldId="1164"/>
        </pc:sldMkLst>
        <pc:spChg chg="mod">
          <ac:chgData name="박세훈" userId="4366e275-7636-4ff4-83e8-8f60f30c3325" providerId="ADAL" clId="{609C31FC-AB7E-4EDE-99A7-416C956B3F4E}" dt="2019-08-01T01:40:30.890" v="176" actId="20577"/>
          <ac:spMkLst>
            <pc:docMk/>
            <pc:sldMk cId="983703584" sldId="1164"/>
            <ac:spMk id="20" creationId="{3ADE5AFA-996E-4B85-A427-672BE783970C}"/>
          </ac:spMkLst>
        </pc:spChg>
        <pc:spChg chg="add mod">
          <ac:chgData name="박세훈" userId="4366e275-7636-4ff4-83e8-8f60f30c3325" providerId="ADAL" clId="{609C31FC-AB7E-4EDE-99A7-416C956B3F4E}" dt="2019-08-01T01:50:27.758" v="218" actId="20577"/>
          <ac:spMkLst>
            <pc:docMk/>
            <pc:sldMk cId="983703584" sldId="1164"/>
            <ac:spMk id="41" creationId="{4CCC8F21-7681-43E7-80B1-8FC8F12F30F5}"/>
          </ac:spMkLst>
        </pc:spChg>
      </pc:sldChg>
      <pc:sldChg chg="modSp">
        <pc:chgData name="박세훈" userId="4366e275-7636-4ff4-83e8-8f60f30c3325" providerId="ADAL" clId="{609C31FC-AB7E-4EDE-99A7-416C956B3F4E}" dt="2019-08-01T02:05:19.524" v="222" actId="20577"/>
        <pc:sldMkLst>
          <pc:docMk/>
          <pc:sldMk cId="3201306767" sldId="1166"/>
        </pc:sldMkLst>
        <pc:spChg chg="mod">
          <ac:chgData name="박세훈" userId="4366e275-7636-4ff4-83e8-8f60f30c3325" providerId="ADAL" clId="{609C31FC-AB7E-4EDE-99A7-416C956B3F4E}" dt="2019-08-01T02:05:19.524" v="222" actId="20577"/>
          <ac:spMkLst>
            <pc:docMk/>
            <pc:sldMk cId="3201306767" sldId="1166"/>
            <ac:spMk id="43" creationId="{468E54AA-C01B-43DD-B3F9-09022E6ED58E}"/>
          </ac:spMkLst>
        </pc:spChg>
      </pc:sldChg>
      <pc:sldChg chg="modSp">
        <pc:chgData name="박세훈" userId="4366e275-7636-4ff4-83e8-8f60f30c3325" providerId="ADAL" clId="{609C31FC-AB7E-4EDE-99A7-416C956B3F4E}" dt="2019-08-01T02:28:55.842" v="239" actId="20577"/>
        <pc:sldMkLst>
          <pc:docMk/>
          <pc:sldMk cId="741583921" sldId="1167"/>
        </pc:sldMkLst>
        <pc:spChg chg="mod">
          <ac:chgData name="박세훈" userId="4366e275-7636-4ff4-83e8-8f60f30c3325" providerId="ADAL" clId="{609C31FC-AB7E-4EDE-99A7-416C956B3F4E}" dt="2019-08-01T02:28:55.842" v="239" actId="20577"/>
          <ac:spMkLst>
            <pc:docMk/>
            <pc:sldMk cId="741583921" sldId="1167"/>
            <ac:spMk id="16" creationId="{6251FF9E-CA67-4418-9E0F-826287B63E88}"/>
          </ac:spMkLst>
        </pc:spChg>
      </pc:sldChg>
    </pc:docChg>
  </pc:docChgLst>
  <pc:docChgLst>
    <pc:chgData name="park sehun" userId="a5dd5dda71ea150a" providerId="LiveId" clId="{AB32E646-6EF5-4D32-AE23-7180A52203C7}"/>
    <pc:docChg chg="undo custSel addSld delSld modSld modMainMaster">
      <pc:chgData name="park sehun" userId="a5dd5dda71ea150a" providerId="LiveId" clId="{AB32E646-6EF5-4D32-AE23-7180A52203C7}" dt="2020-11-23T04:52:19.089" v="9909" actId="20577"/>
      <pc:docMkLst>
        <pc:docMk/>
      </pc:docMkLst>
      <pc:sldChg chg="modSp mod">
        <pc:chgData name="park sehun" userId="a5dd5dda71ea150a" providerId="LiveId" clId="{AB32E646-6EF5-4D32-AE23-7180A52203C7}" dt="2020-11-18T02:31:01.084" v="29" actId="20577"/>
        <pc:sldMkLst>
          <pc:docMk/>
          <pc:sldMk cId="0" sldId="487"/>
        </pc:sldMkLst>
        <pc:spChg chg="mod">
          <ac:chgData name="park sehun" userId="a5dd5dda71ea150a" providerId="LiveId" clId="{AB32E646-6EF5-4D32-AE23-7180A52203C7}" dt="2020-11-18T02:31:01.084" v="29" actId="20577"/>
          <ac:spMkLst>
            <pc:docMk/>
            <pc:sldMk cId="0" sldId="487"/>
            <ac:spMk id="7" creationId="{00000000-0000-0000-0000-000000000000}"/>
          </ac:spMkLst>
        </pc:spChg>
        <pc:spChg chg="mod">
          <ac:chgData name="park sehun" userId="a5dd5dda71ea150a" providerId="LiveId" clId="{AB32E646-6EF5-4D32-AE23-7180A52203C7}" dt="2020-11-18T02:28:16.060" v="5" actId="20577"/>
          <ac:spMkLst>
            <pc:docMk/>
            <pc:sldMk cId="0" sldId="487"/>
            <ac:spMk id="8" creationId="{00000000-0000-0000-0000-000000000000}"/>
          </ac:spMkLst>
        </pc:spChg>
      </pc:sldChg>
      <pc:sldChg chg="del">
        <pc:chgData name="park sehun" userId="a5dd5dda71ea150a" providerId="LiveId" clId="{AB32E646-6EF5-4D32-AE23-7180A52203C7}" dt="2020-11-18T06:42:25.939" v="30" actId="47"/>
        <pc:sldMkLst>
          <pc:docMk/>
          <pc:sldMk cId="2315492388" sldId="1111"/>
        </pc:sldMkLst>
      </pc:sldChg>
      <pc:sldChg chg="addSp delSp modSp mod modNotesTx">
        <pc:chgData name="park sehun" userId="a5dd5dda71ea150a" providerId="LiveId" clId="{AB32E646-6EF5-4D32-AE23-7180A52203C7}" dt="2020-11-18T23:21:21.099" v="1135" actId="6549"/>
        <pc:sldMkLst>
          <pc:docMk/>
          <pc:sldMk cId="3177499770" sldId="1173"/>
        </pc:sldMkLst>
        <pc:spChg chg="add del">
          <ac:chgData name="park sehun" userId="a5dd5dda71ea150a" providerId="LiveId" clId="{AB32E646-6EF5-4D32-AE23-7180A52203C7}" dt="2020-11-18T06:58:19.529" v="107"/>
          <ac:spMkLst>
            <pc:docMk/>
            <pc:sldMk cId="3177499770" sldId="1173"/>
            <ac:spMk id="2" creationId="{18835C4E-16E5-4973-BA37-AE000F103B4F}"/>
          </ac:spMkLst>
        </pc:spChg>
        <pc:spChg chg="add del">
          <ac:chgData name="park sehun" userId="a5dd5dda71ea150a" providerId="LiveId" clId="{AB32E646-6EF5-4D32-AE23-7180A52203C7}" dt="2020-11-18T06:58:26.229" v="109"/>
          <ac:spMkLst>
            <pc:docMk/>
            <pc:sldMk cId="3177499770" sldId="1173"/>
            <ac:spMk id="3" creationId="{A72A53BD-7713-4648-B028-1AF9DAF3ECC9}"/>
          </ac:spMkLst>
        </pc:spChg>
        <pc:spChg chg="mod">
          <ac:chgData name="park sehun" userId="a5dd5dda71ea150a" providerId="LiveId" clId="{AB32E646-6EF5-4D32-AE23-7180A52203C7}" dt="2020-11-18T07:00:29.573" v="173" actId="20577"/>
          <ac:spMkLst>
            <pc:docMk/>
            <pc:sldMk cId="3177499770" sldId="1173"/>
            <ac:spMk id="4" creationId="{9DA76C4A-1B38-4C07-A24B-3F7114B667CD}"/>
          </ac:spMkLst>
        </pc:spChg>
        <pc:spChg chg="add mod">
          <ac:chgData name="park sehun" userId="a5dd5dda71ea150a" providerId="LiveId" clId="{AB32E646-6EF5-4D32-AE23-7180A52203C7}" dt="2020-11-18T07:32:32.505" v="562" actId="20577"/>
          <ac:spMkLst>
            <pc:docMk/>
            <pc:sldMk cId="3177499770" sldId="1173"/>
            <ac:spMk id="6" creationId="{379C8D09-03C4-4F97-9D50-D8469787BCB6}"/>
          </ac:spMkLst>
        </pc:spChg>
        <pc:spChg chg="add mod">
          <ac:chgData name="park sehun" userId="a5dd5dda71ea150a" providerId="LiveId" clId="{AB32E646-6EF5-4D32-AE23-7180A52203C7}" dt="2020-11-18T07:19:29.394" v="389" actId="1035"/>
          <ac:spMkLst>
            <pc:docMk/>
            <pc:sldMk cId="3177499770" sldId="1173"/>
            <ac:spMk id="8" creationId="{2D91623B-55A2-4A65-923A-04278861E7DD}"/>
          </ac:spMkLst>
        </pc:spChg>
        <pc:spChg chg="add mod">
          <ac:chgData name="park sehun" userId="a5dd5dda71ea150a" providerId="LiveId" clId="{AB32E646-6EF5-4D32-AE23-7180A52203C7}" dt="2020-11-18T07:19:29.394" v="389" actId="1035"/>
          <ac:spMkLst>
            <pc:docMk/>
            <pc:sldMk cId="3177499770" sldId="1173"/>
            <ac:spMk id="11" creationId="{0A2C9E16-32D6-4AA0-AD94-9885A7971B1D}"/>
          </ac:spMkLst>
        </pc:spChg>
        <pc:spChg chg="add mod">
          <ac:chgData name="park sehun" userId="a5dd5dda71ea150a" providerId="LiveId" clId="{AB32E646-6EF5-4D32-AE23-7180A52203C7}" dt="2020-11-18T07:19:29.394" v="389" actId="1035"/>
          <ac:spMkLst>
            <pc:docMk/>
            <pc:sldMk cId="3177499770" sldId="1173"/>
            <ac:spMk id="14" creationId="{B8122E45-E26B-4681-B586-D94B93F9FBE3}"/>
          </ac:spMkLst>
        </pc:spChg>
        <pc:spChg chg="add del mod">
          <ac:chgData name="park sehun" userId="a5dd5dda71ea150a" providerId="LiveId" clId="{AB32E646-6EF5-4D32-AE23-7180A52203C7}" dt="2020-11-18T07:46:33.809" v="942" actId="478"/>
          <ac:spMkLst>
            <pc:docMk/>
            <pc:sldMk cId="3177499770" sldId="1173"/>
            <ac:spMk id="15" creationId="{E118F07D-A686-40DE-9AEE-688064B31D55}"/>
          </ac:spMkLst>
        </pc:spChg>
        <pc:spChg chg="del">
          <ac:chgData name="park sehun" userId="a5dd5dda71ea150a" providerId="LiveId" clId="{AB32E646-6EF5-4D32-AE23-7180A52203C7}" dt="2020-11-18T06:59:23.365" v="121" actId="478"/>
          <ac:spMkLst>
            <pc:docMk/>
            <pc:sldMk cId="3177499770" sldId="1173"/>
            <ac:spMk id="22" creationId="{C83CC86E-0173-4950-92D4-B8A74DB91D55}"/>
          </ac:spMkLst>
        </pc:spChg>
        <pc:spChg chg="del">
          <ac:chgData name="park sehun" userId="a5dd5dda71ea150a" providerId="LiveId" clId="{AB32E646-6EF5-4D32-AE23-7180A52203C7}" dt="2020-11-18T06:59:23.365" v="121" actId="478"/>
          <ac:spMkLst>
            <pc:docMk/>
            <pc:sldMk cId="3177499770" sldId="1173"/>
            <ac:spMk id="23" creationId="{DD77A692-D4AB-46E1-AE91-8DA6AABA9E29}"/>
          </ac:spMkLst>
        </pc:spChg>
        <pc:spChg chg="del">
          <ac:chgData name="park sehun" userId="a5dd5dda71ea150a" providerId="LiveId" clId="{AB32E646-6EF5-4D32-AE23-7180A52203C7}" dt="2020-11-18T06:59:23.365" v="121" actId="478"/>
          <ac:spMkLst>
            <pc:docMk/>
            <pc:sldMk cId="3177499770" sldId="1173"/>
            <ac:spMk id="24" creationId="{34E37DDC-E7CE-444A-9445-686DDA6436EC}"/>
          </ac:spMkLst>
        </pc:spChg>
        <pc:spChg chg="mod">
          <ac:chgData name="park sehun" userId="a5dd5dda71ea150a" providerId="LiveId" clId="{AB32E646-6EF5-4D32-AE23-7180A52203C7}" dt="2020-11-18T07:00:44.005" v="175" actId="14100"/>
          <ac:spMkLst>
            <pc:docMk/>
            <pc:sldMk cId="3177499770" sldId="1173"/>
            <ac:spMk id="30" creationId="{479256D7-2A73-403B-B540-B2C0094C1976}"/>
          </ac:spMkLst>
        </pc:spChg>
        <pc:spChg chg="del mod">
          <ac:chgData name="park sehun" userId="a5dd5dda71ea150a" providerId="LiveId" clId="{AB32E646-6EF5-4D32-AE23-7180A52203C7}" dt="2020-11-18T07:00:55.709" v="178" actId="478"/>
          <ac:spMkLst>
            <pc:docMk/>
            <pc:sldMk cId="3177499770" sldId="1173"/>
            <ac:spMk id="35" creationId="{B4DC6303-7D8C-456A-A18C-BAE6EF58A092}"/>
          </ac:spMkLst>
        </pc:spChg>
        <pc:spChg chg="mod">
          <ac:chgData name="park sehun" userId="a5dd5dda71ea150a" providerId="LiveId" clId="{AB32E646-6EF5-4D32-AE23-7180A52203C7}" dt="2020-11-18T07:00:53.295" v="177" actId="14100"/>
          <ac:spMkLst>
            <pc:docMk/>
            <pc:sldMk cId="3177499770" sldId="1173"/>
            <ac:spMk id="36" creationId="{99609107-BBDE-4288-88B4-A5BB7D107BB4}"/>
          </ac:spMkLst>
        </pc:spChg>
        <pc:spChg chg="del">
          <ac:chgData name="park sehun" userId="a5dd5dda71ea150a" providerId="LiveId" clId="{AB32E646-6EF5-4D32-AE23-7180A52203C7}" dt="2020-11-18T06:59:23.365" v="121" actId="478"/>
          <ac:spMkLst>
            <pc:docMk/>
            <pc:sldMk cId="3177499770" sldId="1173"/>
            <ac:spMk id="41" creationId="{5D62D432-F1D3-417F-B793-EBD364B6E7F7}"/>
          </ac:spMkLst>
        </pc:spChg>
        <pc:spChg chg="mod">
          <ac:chgData name="park sehun" userId="a5dd5dda71ea150a" providerId="LiveId" clId="{AB32E646-6EF5-4D32-AE23-7180A52203C7}" dt="2020-11-18T23:21:21.099" v="1135" actId="6549"/>
          <ac:spMkLst>
            <pc:docMk/>
            <pc:sldMk cId="3177499770" sldId="1173"/>
            <ac:spMk id="54" creationId="{C29D6112-022A-4BE0-B087-9B0A74023A45}"/>
          </ac:spMkLst>
        </pc:spChg>
        <pc:spChg chg="mod">
          <ac:chgData name="park sehun" userId="a5dd5dda71ea150a" providerId="LiveId" clId="{AB32E646-6EF5-4D32-AE23-7180A52203C7}" dt="2020-11-18T06:58:46.548" v="115" actId="20577"/>
          <ac:spMkLst>
            <pc:docMk/>
            <pc:sldMk cId="3177499770" sldId="1173"/>
            <ac:spMk id="65" creationId="{53F129E3-6D7B-48BB-9761-A6DEE22347C5}"/>
          </ac:spMkLst>
        </pc:spChg>
        <pc:spChg chg="mod">
          <ac:chgData name="park sehun" userId="a5dd5dda71ea150a" providerId="LiveId" clId="{AB32E646-6EF5-4D32-AE23-7180A52203C7}" dt="2020-11-18T07:19:36.932" v="395" actId="20577"/>
          <ac:spMkLst>
            <pc:docMk/>
            <pc:sldMk cId="3177499770" sldId="1173"/>
            <ac:spMk id="66" creationId="{186D568E-3C76-4B43-8ACD-7EFA2134FAAA}"/>
          </ac:spMkLst>
        </pc:spChg>
        <pc:spChg chg="mod">
          <ac:chgData name="park sehun" userId="a5dd5dda71ea150a" providerId="LiveId" clId="{AB32E646-6EF5-4D32-AE23-7180A52203C7}" dt="2020-11-18T06:42:47.877" v="48" actId="20577"/>
          <ac:spMkLst>
            <pc:docMk/>
            <pc:sldMk cId="3177499770" sldId="1173"/>
            <ac:spMk id="62466" creationId="{00000000-0000-0000-0000-000000000000}"/>
          </ac:spMkLst>
        </pc:spChg>
        <pc:graphicFrameChg chg="add mod modGraphic">
          <ac:chgData name="park sehun" userId="a5dd5dda71ea150a" providerId="LiveId" clId="{AB32E646-6EF5-4D32-AE23-7180A52203C7}" dt="2020-11-18T07:19:40.380" v="396" actId="14734"/>
          <ac:graphicFrameMkLst>
            <pc:docMk/>
            <pc:sldMk cId="3177499770" sldId="1173"/>
            <ac:graphicFrameMk id="5" creationId="{167BD068-7AF6-4D2C-B90A-7AAD265F8A0E}"/>
          </ac:graphicFrameMkLst>
        </pc:graphicFrameChg>
        <pc:graphicFrameChg chg="add mod">
          <ac:chgData name="park sehun" userId="a5dd5dda71ea150a" providerId="LiveId" clId="{AB32E646-6EF5-4D32-AE23-7180A52203C7}" dt="2020-11-18T07:19:29.394" v="389" actId="1035"/>
          <ac:graphicFrameMkLst>
            <pc:docMk/>
            <pc:sldMk cId="3177499770" sldId="1173"/>
            <ac:graphicFrameMk id="7" creationId="{26D75B4D-A1DA-4C74-8A2E-D8702C1ACA0F}"/>
          </ac:graphicFrameMkLst>
        </pc:graphicFrameChg>
        <pc:graphicFrameChg chg="add mod">
          <ac:chgData name="park sehun" userId="a5dd5dda71ea150a" providerId="LiveId" clId="{AB32E646-6EF5-4D32-AE23-7180A52203C7}" dt="2020-11-18T07:19:29.394" v="389" actId="1035"/>
          <ac:graphicFrameMkLst>
            <pc:docMk/>
            <pc:sldMk cId="3177499770" sldId="1173"/>
            <ac:graphicFrameMk id="10" creationId="{B80D858C-F0E7-4E4B-9645-7908CE13379B}"/>
          </ac:graphicFrameMkLst>
        </pc:graphicFrameChg>
        <pc:graphicFrameChg chg="add mod modGraphic">
          <ac:chgData name="park sehun" userId="a5dd5dda71ea150a" providerId="LiveId" clId="{AB32E646-6EF5-4D32-AE23-7180A52203C7}" dt="2020-11-18T07:19:29.394" v="389" actId="1035"/>
          <ac:graphicFrameMkLst>
            <pc:docMk/>
            <pc:sldMk cId="3177499770" sldId="1173"/>
            <ac:graphicFrameMk id="13" creationId="{45F1DF90-51A6-4298-A0D7-2D8D2CB79F32}"/>
          </ac:graphicFrameMkLst>
        </pc:graphicFrameChg>
        <pc:graphicFrameChg chg="del">
          <ac:chgData name="park sehun" userId="a5dd5dda71ea150a" providerId="LiveId" clId="{AB32E646-6EF5-4D32-AE23-7180A52203C7}" dt="2020-11-18T06:59:23.365" v="121" actId="478"/>
          <ac:graphicFrameMkLst>
            <pc:docMk/>
            <pc:sldMk cId="3177499770" sldId="1173"/>
            <ac:graphicFrameMk id="26" creationId="{59729F81-55FF-4FB5-A251-F9BFED96304F}"/>
          </ac:graphicFrameMkLst>
        </pc:graphicFrameChg>
        <pc:graphicFrameChg chg="del">
          <ac:chgData name="park sehun" userId="a5dd5dda71ea150a" providerId="LiveId" clId="{AB32E646-6EF5-4D32-AE23-7180A52203C7}" dt="2020-11-18T06:59:23.365" v="121" actId="478"/>
          <ac:graphicFrameMkLst>
            <pc:docMk/>
            <pc:sldMk cId="3177499770" sldId="1173"/>
            <ac:graphicFrameMk id="27" creationId="{792D8461-A693-44F8-8216-4A15CA8FDD70}"/>
          </ac:graphicFrameMkLst>
        </pc:graphicFrameChg>
        <pc:graphicFrameChg chg="del">
          <ac:chgData name="park sehun" userId="a5dd5dda71ea150a" providerId="LiveId" clId="{AB32E646-6EF5-4D32-AE23-7180A52203C7}" dt="2020-11-18T06:59:23.365" v="121" actId="478"/>
          <ac:graphicFrameMkLst>
            <pc:docMk/>
            <pc:sldMk cId="3177499770" sldId="1173"/>
            <ac:graphicFrameMk id="31" creationId="{B2D8D481-5A70-47BC-8AE9-EF87C9FB6629}"/>
          </ac:graphicFrameMkLst>
        </pc:graphicFrameChg>
        <pc:graphicFrameChg chg="del">
          <ac:chgData name="park sehun" userId="a5dd5dda71ea150a" providerId="LiveId" clId="{AB32E646-6EF5-4D32-AE23-7180A52203C7}" dt="2020-11-18T06:59:23.365" v="121" actId="478"/>
          <ac:graphicFrameMkLst>
            <pc:docMk/>
            <pc:sldMk cId="3177499770" sldId="1173"/>
            <ac:graphicFrameMk id="38" creationId="{97683696-278D-4121-8A19-41B4351FCD2B}"/>
          </ac:graphicFrameMkLst>
        </pc:graphicFrameChg>
        <pc:graphicFrameChg chg="del">
          <ac:chgData name="park sehun" userId="a5dd5dda71ea150a" providerId="LiveId" clId="{AB32E646-6EF5-4D32-AE23-7180A52203C7}" dt="2020-11-18T06:59:23.365" v="121" actId="478"/>
          <ac:graphicFrameMkLst>
            <pc:docMk/>
            <pc:sldMk cId="3177499770" sldId="1173"/>
            <ac:graphicFrameMk id="40" creationId="{C508EC03-A307-4533-9EF3-1F88C5DAEE23}"/>
          </ac:graphicFrameMkLst>
        </pc:graphicFrameChg>
        <pc:graphicFrameChg chg="del">
          <ac:chgData name="park sehun" userId="a5dd5dda71ea150a" providerId="LiveId" clId="{AB32E646-6EF5-4D32-AE23-7180A52203C7}" dt="2020-11-18T06:59:23.365" v="121" actId="478"/>
          <ac:graphicFrameMkLst>
            <pc:docMk/>
            <pc:sldMk cId="3177499770" sldId="1173"/>
            <ac:graphicFrameMk id="43" creationId="{26D7176C-82C6-4913-B4FD-8B23D6547C54}"/>
          </ac:graphicFrameMkLst>
        </pc:graphicFrameChg>
        <pc:picChg chg="add mod">
          <ac:chgData name="park sehun" userId="a5dd5dda71ea150a" providerId="LiveId" clId="{AB32E646-6EF5-4D32-AE23-7180A52203C7}" dt="2020-11-18T07:19:29.394" v="389" actId="1035"/>
          <ac:picMkLst>
            <pc:docMk/>
            <pc:sldMk cId="3177499770" sldId="1173"/>
            <ac:picMk id="9" creationId="{9B4442B0-F8C1-4F04-AEEA-1C7B74A6279D}"/>
          </ac:picMkLst>
        </pc:picChg>
        <pc:picChg chg="add mod">
          <ac:chgData name="park sehun" userId="a5dd5dda71ea150a" providerId="LiveId" clId="{AB32E646-6EF5-4D32-AE23-7180A52203C7}" dt="2020-11-18T07:19:29.394" v="389" actId="1035"/>
          <ac:picMkLst>
            <pc:docMk/>
            <pc:sldMk cId="3177499770" sldId="1173"/>
            <ac:picMk id="12" creationId="{B2FD85BD-6926-4056-B122-949BA4D8DE29}"/>
          </ac:picMkLst>
        </pc:picChg>
        <pc:cxnChg chg="del">
          <ac:chgData name="park sehun" userId="a5dd5dda71ea150a" providerId="LiveId" clId="{AB32E646-6EF5-4D32-AE23-7180A52203C7}" dt="2020-11-18T06:59:23.365" v="121" actId="478"/>
          <ac:cxnSpMkLst>
            <pc:docMk/>
            <pc:sldMk cId="3177499770" sldId="1173"/>
            <ac:cxnSpMk id="55" creationId="{86D7916D-65EE-4C89-BB24-EB18BB7BD71B}"/>
          </ac:cxnSpMkLst>
        </pc:cxnChg>
        <pc:cxnChg chg="mod">
          <ac:chgData name="park sehun" userId="a5dd5dda71ea150a" providerId="LiveId" clId="{AB32E646-6EF5-4D32-AE23-7180A52203C7}" dt="2020-11-18T07:01:01.748" v="181" actId="1038"/>
          <ac:cxnSpMkLst>
            <pc:docMk/>
            <pc:sldMk cId="3177499770" sldId="1173"/>
            <ac:cxnSpMk id="64" creationId="{5270DB07-824E-40A1-BADC-DE6D19836E63}"/>
          </ac:cxnSpMkLst>
        </pc:cxnChg>
      </pc:sldChg>
      <pc:sldChg chg="addSp delSp modSp del">
        <pc:chgData name="park sehun" userId="a5dd5dda71ea150a" providerId="LiveId" clId="{AB32E646-6EF5-4D32-AE23-7180A52203C7}" dt="2020-11-20T01:08:39.380" v="7726" actId="47"/>
        <pc:sldMkLst>
          <pc:docMk/>
          <pc:sldMk cId="2106983602" sldId="1177"/>
        </pc:sldMkLst>
        <pc:spChg chg="add mod">
          <ac:chgData name="park sehun" userId="a5dd5dda71ea150a" providerId="LiveId" clId="{AB32E646-6EF5-4D32-AE23-7180A52203C7}" dt="2020-11-19T06:07:17.067" v="7162" actId="478"/>
          <ac:spMkLst>
            <pc:docMk/>
            <pc:sldMk cId="2106983602" sldId="1177"/>
            <ac:spMk id="2" creationId="{3CA5FD4B-7A6F-4C1F-8BAB-3946A554C964}"/>
          </ac:spMkLst>
        </pc:spChg>
        <pc:spChg chg="add mod">
          <ac:chgData name="park sehun" userId="a5dd5dda71ea150a" providerId="LiveId" clId="{AB32E646-6EF5-4D32-AE23-7180A52203C7}" dt="2020-11-19T06:07:17.067" v="7162" actId="478"/>
          <ac:spMkLst>
            <pc:docMk/>
            <pc:sldMk cId="2106983602" sldId="1177"/>
            <ac:spMk id="3" creationId="{84EF6279-C9E6-4404-AD0F-CC4C79FD1AD8}"/>
          </ac:spMkLst>
        </pc:spChg>
        <pc:spChg chg="del">
          <ac:chgData name="park sehun" userId="a5dd5dda71ea150a" providerId="LiveId" clId="{AB32E646-6EF5-4D32-AE23-7180A52203C7}" dt="2020-11-19T06:07:17.067" v="7162" actId="478"/>
          <ac:spMkLst>
            <pc:docMk/>
            <pc:sldMk cId="2106983602" sldId="1177"/>
            <ac:spMk id="4" creationId="{9DA76C4A-1B38-4C07-A24B-3F7114B667CD}"/>
          </ac:spMkLst>
        </pc:spChg>
        <pc:spChg chg="del">
          <ac:chgData name="park sehun" userId="a5dd5dda71ea150a" providerId="LiveId" clId="{AB32E646-6EF5-4D32-AE23-7180A52203C7}" dt="2020-11-19T06:07:17.067" v="7162" actId="478"/>
          <ac:spMkLst>
            <pc:docMk/>
            <pc:sldMk cId="2106983602" sldId="1177"/>
            <ac:spMk id="22" creationId="{C8B5BBBF-1A80-4003-935E-4178FB666AAD}"/>
          </ac:spMkLst>
        </pc:spChg>
        <pc:spChg chg="del">
          <ac:chgData name="park sehun" userId="a5dd5dda71ea150a" providerId="LiveId" clId="{AB32E646-6EF5-4D32-AE23-7180A52203C7}" dt="2020-11-19T06:07:17.067" v="7162" actId="478"/>
          <ac:spMkLst>
            <pc:docMk/>
            <pc:sldMk cId="2106983602" sldId="1177"/>
            <ac:spMk id="25" creationId="{80A6D30A-885D-4181-B117-08D493E7B5F1}"/>
          </ac:spMkLst>
        </pc:spChg>
        <pc:spChg chg="del">
          <ac:chgData name="park sehun" userId="a5dd5dda71ea150a" providerId="LiveId" clId="{AB32E646-6EF5-4D32-AE23-7180A52203C7}" dt="2020-11-19T06:07:17.067" v="7162" actId="478"/>
          <ac:spMkLst>
            <pc:docMk/>
            <pc:sldMk cId="2106983602" sldId="1177"/>
            <ac:spMk id="29" creationId="{0A9E7369-FBCB-4330-84AD-D1AABC77C327}"/>
          </ac:spMkLst>
        </pc:spChg>
        <pc:spChg chg="del">
          <ac:chgData name="park sehun" userId="a5dd5dda71ea150a" providerId="LiveId" clId="{AB32E646-6EF5-4D32-AE23-7180A52203C7}" dt="2020-11-19T06:07:17.067" v="7162" actId="478"/>
          <ac:spMkLst>
            <pc:docMk/>
            <pc:sldMk cId="2106983602" sldId="1177"/>
            <ac:spMk id="36" creationId="{99609107-BBDE-4288-88B4-A5BB7D107BB4}"/>
          </ac:spMkLst>
        </pc:spChg>
        <pc:spChg chg="del">
          <ac:chgData name="park sehun" userId="a5dd5dda71ea150a" providerId="LiveId" clId="{AB32E646-6EF5-4D32-AE23-7180A52203C7}" dt="2020-11-19T06:07:17.067" v="7162" actId="478"/>
          <ac:spMkLst>
            <pc:docMk/>
            <pc:sldMk cId="2106983602" sldId="1177"/>
            <ac:spMk id="54" creationId="{C29D6112-022A-4BE0-B087-9B0A74023A45}"/>
          </ac:spMkLst>
        </pc:spChg>
        <pc:spChg chg="del">
          <ac:chgData name="park sehun" userId="a5dd5dda71ea150a" providerId="LiveId" clId="{AB32E646-6EF5-4D32-AE23-7180A52203C7}" dt="2020-11-19T06:07:17.067" v="7162" actId="478"/>
          <ac:spMkLst>
            <pc:docMk/>
            <pc:sldMk cId="2106983602" sldId="1177"/>
            <ac:spMk id="65" creationId="{53F129E3-6D7B-48BB-9761-A6DEE22347C5}"/>
          </ac:spMkLst>
        </pc:spChg>
        <pc:spChg chg="del">
          <ac:chgData name="park sehun" userId="a5dd5dda71ea150a" providerId="LiveId" clId="{AB32E646-6EF5-4D32-AE23-7180A52203C7}" dt="2020-11-19T06:07:17.067" v="7162" actId="478"/>
          <ac:spMkLst>
            <pc:docMk/>
            <pc:sldMk cId="2106983602" sldId="1177"/>
            <ac:spMk id="66" creationId="{186D568E-3C76-4B43-8ACD-7EFA2134FAAA}"/>
          </ac:spMkLst>
        </pc:spChg>
        <pc:spChg chg="del">
          <ac:chgData name="park sehun" userId="a5dd5dda71ea150a" providerId="LiveId" clId="{AB32E646-6EF5-4D32-AE23-7180A52203C7}" dt="2020-11-19T06:07:17.067" v="7162" actId="478"/>
          <ac:spMkLst>
            <pc:docMk/>
            <pc:sldMk cId="2106983602" sldId="1177"/>
            <ac:spMk id="62466" creationId="{00000000-0000-0000-0000-000000000000}"/>
          </ac:spMkLst>
        </pc:spChg>
        <pc:graphicFrameChg chg="del">
          <ac:chgData name="park sehun" userId="a5dd5dda71ea150a" providerId="LiveId" clId="{AB32E646-6EF5-4D32-AE23-7180A52203C7}" dt="2020-11-19T06:07:17.067" v="7162" actId="478"/>
          <ac:graphicFrameMkLst>
            <pc:docMk/>
            <pc:sldMk cId="2106983602" sldId="1177"/>
            <ac:graphicFrameMk id="23" creationId="{67C3C40B-3699-40CF-85D9-A67A223759D1}"/>
          </ac:graphicFrameMkLst>
        </pc:graphicFrameChg>
        <pc:graphicFrameChg chg="del">
          <ac:chgData name="park sehun" userId="a5dd5dda71ea150a" providerId="LiveId" clId="{AB32E646-6EF5-4D32-AE23-7180A52203C7}" dt="2020-11-19T06:07:17.067" v="7162" actId="478"/>
          <ac:graphicFrameMkLst>
            <pc:docMk/>
            <pc:sldMk cId="2106983602" sldId="1177"/>
            <ac:graphicFrameMk id="24" creationId="{16342B58-B5D1-43C9-9E73-7A88014F213F}"/>
          </ac:graphicFrameMkLst>
        </pc:graphicFrameChg>
        <pc:graphicFrameChg chg="del">
          <ac:chgData name="park sehun" userId="a5dd5dda71ea150a" providerId="LiveId" clId="{AB32E646-6EF5-4D32-AE23-7180A52203C7}" dt="2020-11-19T06:07:17.067" v="7162" actId="478"/>
          <ac:graphicFrameMkLst>
            <pc:docMk/>
            <pc:sldMk cId="2106983602" sldId="1177"/>
            <ac:graphicFrameMk id="26" creationId="{59729F81-55FF-4FB5-A251-F9BFED96304F}"/>
          </ac:graphicFrameMkLst>
        </pc:graphicFrameChg>
        <pc:graphicFrameChg chg="del">
          <ac:chgData name="park sehun" userId="a5dd5dda71ea150a" providerId="LiveId" clId="{AB32E646-6EF5-4D32-AE23-7180A52203C7}" dt="2020-11-19T06:07:17.067" v="7162" actId="478"/>
          <ac:graphicFrameMkLst>
            <pc:docMk/>
            <pc:sldMk cId="2106983602" sldId="1177"/>
            <ac:graphicFrameMk id="31" creationId="{B2D8D481-5A70-47BC-8AE9-EF87C9FB6629}"/>
          </ac:graphicFrameMkLst>
        </pc:graphicFrameChg>
        <pc:graphicFrameChg chg="del">
          <ac:chgData name="park sehun" userId="a5dd5dda71ea150a" providerId="LiveId" clId="{AB32E646-6EF5-4D32-AE23-7180A52203C7}" dt="2020-11-19T06:07:17.067" v="7162" actId="478"/>
          <ac:graphicFrameMkLst>
            <pc:docMk/>
            <pc:sldMk cId="2106983602" sldId="1177"/>
            <ac:graphicFrameMk id="38" creationId="{97683696-278D-4121-8A19-41B4351FCD2B}"/>
          </ac:graphicFrameMkLst>
        </pc:graphicFrameChg>
        <pc:graphicFrameChg chg="del">
          <ac:chgData name="park sehun" userId="a5dd5dda71ea150a" providerId="LiveId" clId="{AB32E646-6EF5-4D32-AE23-7180A52203C7}" dt="2020-11-19T06:07:17.067" v="7162" actId="478"/>
          <ac:graphicFrameMkLst>
            <pc:docMk/>
            <pc:sldMk cId="2106983602" sldId="1177"/>
            <ac:graphicFrameMk id="43" creationId="{26D7176C-82C6-4913-B4FD-8B23D6547C54}"/>
          </ac:graphicFrameMkLst>
        </pc:graphicFrameChg>
        <pc:cxnChg chg="del">
          <ac:chgData name="park sehun" userId="a5dd5dda71ea150a" providerId="LiveId" clId="{AB32E646-6EF5-4D32-AE23-7180A52203C7}" dt="2020-11-19T06:07:17.067" v="7162" actId="478"/>
          <ac:cxnSpMkLst>
            <pc:docMk/>
            <pc:sldMk cId="2106983602" sldId="1177"/>
            <ac:cxnSpMk id="16" creationId="{6F9B0103-0B6F-464E-A331-2D9AE93B5EC2}"/>
          </ac:cxnSpMkLst>
        </pc:cxnChg>
        <pc:cxnChg chg="del">
          <ac:chgData name="park sehun" userId="a5dd5dda71ea150a" providerId="LiveId" clId="{AB32E646-6EF5-4D32-AE23-7180A52203C7}" dt="2020-11-19T06:07:17.067" v="7162" actId="478"/>
          <ac:cxnSpMkLst>
            <pc:docMk/>
            <pc:sldMk cId="2106983602" sldId="1177"/>
            <ac:cxnSpMk id="28" creationId="{002AB9B7-D5BB-406E-A704-B11EB238C3D3}"/>
          </ac:cxnSpMkLst>
        </pc:cxnChg>
        <pc:cxnChg chg="del">
          <ac:chgData name="park sehun" userId="a5dd5dda71ea150a" providerId="LiveId" clId="{AB32E646-6EF5-4D32-AE23-7180A52203C7}" dt="2020-11-19T06:07:17.067" v="7162" actId="478"/>
          <ac:cxnSpMkLst>
            <pc:docMk/>
            <pc:sldMk cId="2106983602" sldId="1177"/>
            <ac:cxnSpMk id="32" creationId="{B08FF913-F1CA-4153-ABDF-782E0A8D72F0}"/>
          </ac:cxnSpMkLst>
        </pc:cxnChg>
        <pc:cxnChg chg="del">
          <ac:chgData name="park sehun" userId="a5dd5dda71ea150a" providerId="LiveId" clId="{AB32E646-6EF5-4D32-AE23-7180A52203C7}" dt="2020-11-19T06:07:17.067" v="7162" actId="478"/>
          <ac:cxnSpMkLst>
            <pc:docMk/>
            <pc:sldMk cId="2106983602" sldId="1177"/>
            <ac:cxnSpMk id="33" creationId="{6891354D-8ED3-40A7-B0DE-AE1848B1AACA}"/>
          </ac:cxnSpMkLst>
        </pc:cxnChg>
        <pc:cxnChg chg="del">
          <ac:chgData name="park sehun" userId="a5dd5dda71ea150a" providerId="LiveId" clId="{AB32E646-6EF5-4D32-AE23-7180A52203C7}" dt="2020-11-19T06:07:17.067" v="7162" actId="478"/>
          <ac:cxnSpMkLst>
            <pc:docMk/>
            <pc:sldMk cId="2106983602" sldId="1177"/>
            <ac:cxnSpMk id="64" creationId="{5270DB07-824E-40A1-BADC-DE6D19836E63}"/>
          </ac:cxnSpMkLst>
        </pc:cxnChg>
      </pc:sldChg>
      <pc:sldChg chg="del">
        <pc:chgData name="park sehun" userId="a5dd5dda71ea150a" providerId="LiveId" clId="{AB32E646-6EF5-4D32-AE23-7180A52203C7}" dt="2020-11-20T01:08:33.698" v="7724" actId="47"/>
        <pc:sldMkLst>
          <pc:docMk/>
          <pc:sldMk cId="1883614509" sldId="1194"/>
        </pc:sldMkLst>
      </pc:sldChg>
      <pc:sldChg chg="del">
        <pc:chgData name="park sehun" userId="a5dd5dda71ea150a" providerId="LiveId" clId="{AB32E646-6EF5-4D32-AE23-7180A52203C7}" dt="2020-11-20T01:08:33.698" v="7724" actId="47"/>
        <pc:sldMkLst>
          <pc:docMk/>
          <pc:sldMk cId="3947405510" sldId="1197"/>
        </pc:sldMkLst>
      </pc:sldChg>
      <pc:sldChg chg="del">
        <pc:chgData name="park sehun" userId="a5dd5dda71ea150a" providerId="LiveId" clId="{AB32E646-6EF5-4D32-AE23-7180A52203C7}" dt="2020-11-20T01:08:33.698" v="7724" actId="47"/>
        <pc:sldMkLst>
          <pc:docMk/>
          <pc:sldMk cId="2200675376" sldId="1200"/>
        </pc:sldMkLst>
      </pc:sldChg>
      <pc:sldChg chg="del">
        <pc:chgData name="park sehun" userId="a5dd5dda71ea150a" providerId="LiveId" clId="{AB32E646-6EF5-4D32-AE23-7180A52203C7}" dt="2020-11-20T01:08:33.698" v="7724" actId="47"/>
        <pc:sldMkLst>
          <pc:docMk/>
          <pc:sldMk cId="1897634802" sldId="1201"/>
        </pc:sldMkLst>
      </pc:sldChg>
      <pc:sldChg chg="del">
        <pc:chgData name="park sehun" userId="a5dd5dda71ea150a" providerId="LiveId" clId="{AB32E646-6EF5-4D32-AE23-7180A52203C7}" dt="2020-11-20T01:08:33.698" v="7724" actId="47"/>
        <pc:sldMkLst>
          <pc:docMk/>
          <pc:sldMk cId="1403437371" sldId="1203"/>
        </pc:sldMkLst>
      </pc:sldChg>
      <pc:sldChg chg="del">
        <pc:chgData name="park sehun" userId="a5dd5dda71ea150a" providerId="LiveId" clId="{AB32E646-6EF5-4D32-AE23-7180A52203C7}" dt="2020-11-20T01:08:33.698" v="7724" actId="47"/>
        <pc:sldMkLst>
          <pc:docMk/>
          <pc:sldMk cId="1389531603" sldId="1204"/>
        </pc:sldMkLst>
      </pc:sldChg>
      <pc:sldChg chg="del">
        <pc:chgData name="park sehun" userId="a5dd5dda71ea150a" providerId="LiveId" clId="{AB32E646-6EF5-4D32-AE23-7180A52203C7}" dt="2020-11-20T01:08:33.698" v="7724" actId="47"/>
        <pc:sldMkLst>
          <pc:docMk/>
          <pc:sldMk cId="3166953388" sldId="1205"/>
        </pc:sldMkLst>
      </pc:sldChg>
      <pc:sldChg chg="del">
        <pc:chgData name="park sehun" userId="a5dd5dda71ea150a" providerId="LiveId" clId="{AB32E646-6EF5-4D32-AE23-7180A52203C7}" dt="2020-11-20T01:08:33.698" v="7724" actId="47"/>
        <pc:sldMkLst>
          <pc:docMk/>
          <pc:sldMk cId="2840403519" sldId="1206"/>
        </pc:sldMkLst>
      </pc:sldChg>
      <pc:sldChg chg="modSp del mod">
        <pc:chgData name="park sehun" userId="a5dd5dda71ea150a" providerId="LiveId" clId="{AB32E646-6EF5-4D32-AE23-7180A52203C7}" dt="2020-11-20T01:08:33.698" v="7724" actId="47"/>
        <pc:sldMkLst>
          <pc:docMk/>
          <pc:sldMk cId="3781453481" sldId="1208"/>
        </pc:sldMkLst>
        <pc:spChg chg="mod">
          <ac:chgData name="park sehun" userId="a5dd5dda71ea150a" providerId="LiveId" clId="{AB32E646-6EF5-4D32-AE23-7180A52203C7}" dt="2020-11-19T05:22:19.653" v="6301"/>
          <ac:spMkLst>
            <pc:docMk/>
            <pc:sldMk cId="3781453481" sldId="1208"/>
            <ac:spMk id="54" creationId="{C29D6112-022A-4BE0-B087-9B0A74023A45}"/>
          </ac:spMkLst>
        </pc:spChg>
      </pc:sldChg>
      <pc:sldChg chg="del">
        <pc:chgData name="park sehun" userId="a5dd5dda71ea150a" providerId="LiveId" clId="{AB32E646-6EF5-4D32-AE23-7180A52203C7}" dt="2020-11-20T01:08:33.698" v="7724" actId="47"/>
        <pc:sldMkLst>
          <pc:docMk/>
          <pc:sldMk cId="4159965400" sldId="1209"/>
        </pc:sldMkLst>
      </pc:sldChg>
      <pc:sldChg chg="del">
        <pc:chgData name="park sehun" userId="a5dd5dda71ea150a" providerId="LiveId" clId="{AB32E646-6EF5-4D32-AE23-7180A52203C7}" dt="2020-11-20T01:08:33.698" v="7724" actId="47"/>
        <pc:sldMkLst>
          <pc:docMk/>
          <pc:sldMk cId="4281092093" sldId="1211"/>
        </pc:sldMkLst>
      </pc:sldChg>
      <pc:sldChg chg="del">
        <pc:chgData name="park sehun" userId="a5dd5dda71ea150a" providerId="LiveId" clId="{AB32E646-6EF5-4D32-AE23-7180A52203C7}" dt="2020-11-20T01:08:33.698" v="7724" actId="47"/>
        <pc:sldMkLst>
          <pc:docMk/>
          <pc:sldMk cId="3595305684" sldId="1212"/>
        </pc:sldMkLst>
      </pc:sldChg>
      <pc:sldChg chg="del">
        <pc:chgData name="park sehun" userId="a5dd5dda71ea150a" providerId="LiveId" clId="{AB32E646-6EF5-4D32-AE23-7180A52203C7}" dt="2020-11-20T01:08:33.698" v="7724" actId="47"/>
        <pc:sldMkLst>
          <pc:docMk/>
          <pc:sldMk cId="1466102245" sldId="1213"/>
        </pc:sldMkLst>
      </pc:sldChg>
      <pc:sldChg chg="del">
        <pc:chgData name="park sehun" userId="a5dd5dda71ea150a" providerId="LiveId" clId="{AB32E646-6EF5-4D32-AE23-7180A52203C7}" dt="2020-11-20T01:08:33.698" v="7724" actId="47"/>
        <pc:sldMkLst>
          <pc:docMk/>
          <pc:sldMk cId="3942243655" sldId="1215"/>
        </pc:sldMkLst>
      </pc:sldChg>
      <pc:sldChg chg="del">
        <pc:chgData name="park sehun" userId="a5dd5dda71ea150a" providerId="LiveId" clId="{AB32E646-6EF5-4D32-AE23-7180A52203C7}" dt="2020-11-20T01:08:33.698" v="7724" actId="47"/>
        <pc:sldMkLst>
          <pc:docMk/>
          <pc:sldMk cId="2432967560" sldId="1216"/>
        </pc:sldMkLst>
      </pc:sldChg>
      <pc:sldChg chg="addSp delSp modSp add mod modNotesTx">
        <pc:chgData name="park sehun" userId="a5dd5dda71ea150a" providerId="LiveId" clId="{AB32E646-6EF5-4D32-AE23-7180A52203C7}" dt="2020-11-19T01:24:29.419" v="3327" actId="20577"/>
        <pc:sldMkLst>
          <pc:docMk/>
          <pc:sldMk cId="2275762250" sldId="1217"/>
        </pc:sldMkLst>
        <pc:spChg chg="add del">
          <ac:chgData name="park sehun" userId="a5dd5dda71ea150a" providerId="LiveId" clId="{AB32E646-6EF5-4D32-AE23-7180A52203C7}" dt="2020-11-18T07:26:44.131" v="441"/>
          <ac:spMkLst>
            <pc:docMk/>
            <pc:sldMk cId="2275762250" sldId="1217"/>
            <ac:spMk id="2" creationId="{2DABE0AD-9CC2-40D6-8B8B-20B234B4E77D}"/>
          </ac:spMkLst>
        </pc:spChg>
        <pc:spChg chg="add del mod">
          <ac:chgData name="park sehun" userId="a5dd5dda71ea150a" providerId="LiveId" clId="{AB32E646-6EF5-4D32-AE23-7180A52203C7}" dt="2020-11-18T07:31:18.466" v="552" actId="478"/>
          <ac:spMkLst>
            <pc:docMk/>
            <pc:sldMk cId="2275762250" sldId="1217"/>
            <ac:spMk id="3" creationId="{66EEE8F9-DA17-4C52-A071-D9E13D9525B4}"/>
          </ac:spMkLst>
        </pc:spChg>
        <pc:spChg chg="mod">
          <ac:chgData name="park sehun" userId="a5dd5dda71ea150a" providerId="LiveId" clId="{AB32E646-6EF5-4D32-AE23-7180A52203C7}" dt="2020-11-18T07:31:09.417" v="550" actId="20577"/>
          <ac:spMkLst>
            <pc:docMk/>
            <pc:sldMk cId="2275762250" sldId="1217"/>
            <ac:spMk id="4" creationId="{9DA76C4A-1B38-4C07-A24B-3F7114B667CD}"/>
          </ac:spMkLst>
        </pc:spChg>
        <pc:spChg chg="mod">
          <ac:chgData name="park sehun" userId="a5dd5dda71ea150a" providerId="LiveId" clId="{AB32E646-6EF5-4D32-AE23-7180A52203C7}" dt="2020-11-18T07:35:12.259" v="635" actId="20577"/>
          <ac:spMkLst>
            <pc:docMk/>
            <pc:sldMk cId="2275762250" sldId="1217"/>
            <ac:spMk id="6" creationId="{379C8D09-03C4-4F97-9D50-D8469787BCB6}"/>
          </ac:spMkLst>
        </pc:spChg>
        <pc:spChg chg="mod">
          <ac:chgData name="park sehun" userId="a5dd5dda71ea150a" providerId="LiveId" clId="{AB32E646-6EF5-4D32-AE23-7180A52203C7}" dt="2020-11-18T07:42:37.065" v="840" actId="1036"/>
          <ac:spMkLst>
            <pc:docMk/>
            <pc:sldMk cId="2275762250" sldId="1217"/>
            <ac:spMk id="8" creationId="{2D91623B-55A2-4A65-923A-04278861E7DD}"/>
          </ac:spMkLst>
        </pc:spChg>
        <pc:spChg chg="mod">
          <ac:chgData name="park sehun" userId="a5dd5dda71ea150a" providerId="LiveId" clId="{AB32E646-6EF5-4D32-AE23-7180A52203C7}" dt="2020-11-18T07:42:26.986" v="820" actId="1036"/>
          <ac:spMkLst>
            <pc:docMk/>
            <pc:sldMk cId="2275762250" sldId="1217"/>
            <ac:spMk id="11" creationId="{0A2C9E16-32D6-4AA0-AD94-9885A7971B1D}"/>
          </ac:spMkLst>
        </pc:spChg>
        <pc:spChg chg="del mod">
          <ac:chgData name="park sehun" userId="a5dd5dda71ea150a" providerId="LiveId" clId="{AB32E646-6EF5-4D32-AE23-7180A52203C7}" dt="2020-11-18T07:43:27.921" v="891" actId="478"/>
          <ac:spMkLst>
            <pc:docMk/>
            <pc:sldMk cId="2275762250" sldId="1217"/>
            <ac:spMk id="14" creationId="{B8122E45-E26B-4681-B586-D94B93F9FBE3}"/>
          </ac:spMkLst>
        </pc:spChg>
        <pc:spChg chg="add mod">
          <ac:chgData name="park sehun" userId="a5dd5dda71ea150a" providerId="LiveId" clId="{AB32E646-6EF5-4D32-AE23-7180A52203C7}" dt="2020-11-18T07:43:35.345" v="892" actId="20577"/>
          <ac:spMkLst>
            <pc:docMk/>
            <pc:sldMk cId="2275762250" sldId="1217"/>
            <ac:spMk id="17" creationId="{B7892FC1-0EC3-4C14-99A8-430B5F89DB61}"/>
          </ac:spMkLst>
        </pc:spChg>
        <pc:spChg chg="add mod">
          <ac:chgData name="park sehun" userId="a5dd5dda71ea150a" providerId="LiveId" clId="{AB32E646-6EF5-4D32-AE23-7180A52203C7}" dt="2020-11-18T07:35:38.906" v="641" actId="1076"/>
          <ac:spMkLst>
            <pc:docMk/>
            <pc:sldMk cId="2275762250" sldId="1217"/>
            <ac:spMk id="18" creationId="{492776F6-435A-44D1-BB4F-38AD9605A268}"/>
          </ac:spMkLst>
        </pc:spChg>
        <pc:spChg chg="add mod">
          <ac:chgData name="park sehun" userId="a5dd5dda71ea150a" providerId="LiveId" clId="{AB32E646-6EF5-4D32-AE23-7180A52203C7}" dt="2020-11-18T07:35:50.762" v="645" actId="20577"/>
          <ac:spMkLst>
            <pc:docMk/>
            <pc:sldMk cId="2275762250" sldId="1217"/>
            <ac:spMk id="19" creationId="{E33BE5A5-0889-41F8-A150-DFE1118B45F3}"/>
          </ac:spMkLst>
        </pc:spChg>
        <pc:spChg chg="mod">
          <ac:chgData name="park sehun" userId="a5dd5dda71ea150a" providerId="LiveId" clId="{AB32E646-6EF5-4D32-AE23-7180A52203C7}" dt="2020-11-18T07:30:04.900" v="504" actId="14100"/>
          <ac:spMkLst>
            <pc:docMk/>
            <pc:sldMk cId="2275762250" sldId="1217"/>
            <ac:spMk id="30" creationId="{479256D7-2A73-403B-B540-B2C0094C1976}"/>
          </ac:spMkLst>
        </pc:spChg>
        <pc:spChg chg="add mod">
          <ac:chgData name="park sehun" userId="a5dd5dda71ea150a" providerId="LiveId" clId="{AB32E646-6EF5-4D32-AE23-7180A52203C7}" dt="2020-11-18T07:43:23.993" v="890" actId="1035"/>
          <ac:spMkLst>
            <pc:docMk/>
            <pc:sldMk cId="2275762250" sldId="1217"/>
            <ac:spMk id="34" creationId="{308189B9-0BB1-4EF9-BC46-B69E955B63EA}"/>
          </ac:spMkLst>
        </pc:spChg>
        <pc:spChg chg="mod">
          <ac:chgData name="park sehun" userId="a5dd5dda71ea150a" providerId="LiveId" clId="{AB32E646-6EF5-4D32-AE23-7180A52203C7}" dt="2020-11-18T07:31:24.125" v="554" actId="14100"/>
          <ac:spMkLst>
            <pc:docMk/>
            <pc:sldMk cId="2275762250" sldId="1217"/>
            <ac:spMk id="36" creationId="{99609107-BBDE-4288-88B4-A5BB7D107BB4}"/>
          </ac:spMkLst>
        </pc:spChg>
        <pc:spChg chg="add mod">
          <ac:chgData name="park sehun" userId="a5dd5dda71ea150a" providerId="LiveId" clId="{AB32E646-6EF5-4D32-AE23-7180A52203C7}" dt="2020-11-18T07:50:31.849" v="965" actId="1036"/>
          <ac:spMkLst>
            <pc:docMk/>
            <pc:sldMk cId="2275762250" sldId="1217"/>
            <ac:spMk id="38" creationId="{052F9BFD-2470-4848-BC48-E8652AC2F223}"/>
          </ac:spMkLst>
        </pc:spChg>
        <pc:spChg chg="mod">
          <ac:chgData name="park sehun" userId="a5dd5dda71ea150a" providerId="LiveId" clId="{AB32E646-6EF5-4D32-AE23-7180A52203C7}" dt="2020-11-19T01:24:29.419" v="3327" actId="20577"/>
          <ac:spMkLst>
            <pc:docMk/>
            <pc:sldMk cId="2275762250" sldId="1217"/>
            <ac:spMk id="54" creationId="{C29D6112-022A-4BE0-B087-9B0A74023A45}"/>
          </ac:spMkLst>
        </pc:spChg>
        <pc:spChg chg="mod">
          <ac:chgData name="park sehun" userId="a5dd5dda71ea150a" providerId="LiveId" clId="{AB32E646-6EF5-4D32-AE23-7180A52203C7}" dt="2020-11-18T07:20:27.539" v="429" actId="20577"/>
          <ac:spMkLst>
            <pc:docMk/>
            <pc:sldMk cId="2275762250" sldId="1217"/>
            <ac:spMk id="62466" creationId="{00000000-0000-0000-0000-000000000000}"/>
          </ac:spMkLst>
        </pc:spChg>
        <pc:graphicFrameChg chg="del">
          <ac:chgData name="park sehun" userId="a5dd5dda71ea150a" providerId="LiveId" clId="{AB32E646-6EF5-4D32-AE23-7180A52203C7}" dt="2020-11-18T07:40:54.243" v="763" actId="478"/>
          <ac:graphicFrameMkLst>
            <pc:docMk/>
            <pc:sldMk cId="2275762250" sldId="1217"/>
            <ac:graphicFrameMk id="7" creationId="{26D75B4D-A1DA-4C74-8A2E-D8702C1ACA0F}"/>
          </ac:graphicFrameMkLst>
        </pc:graphicFrameChg>
        <pc:graphicFrameChg chg="del mod">
          <ac:chgData name="park sehun" userId="a5dd5dda71ea150a" providerId="LiveId" clId="{AB32E646-6EF5-4D32-AE23-7180A52203C7}" dt="2020-11-18T07:42:16.378" v="800" actId="478"/>
          <ac:graphicFrameMkLst>
            <pc:docMk/>
            <pc:sldMk cId="2275762250" sldId="1217"/>
            <ac:graphicFrameMk id="10" creationId="{B80D858C-F0E7-4E4B-9645-7908CE13379B}"/>
          </ac:graphicFrameMkLst>
        </pc:graphicFrameChg>
        <pc:graphicFrameChg chg="del mod">
          <ac:chgData name="park sehun" userId="a5dd5dda71ea150a" providerId="LiveId" clId="{AB32E646-6EF5-4D32-AE23-7180A52203C7}" dt="2020-11-18T07:43:27.921" v="891" actId="478"/>
          <ac:graphicFrameMkLst>
            <pc:docMk/>
            <pc:sldMk cId="2275762250" sldId="1217"/>
            <ac:graphicFrameMk id="13" creationId="{45F1DF90-51A6-4298-A0D7-2D8D2CB79F32}"/>
          </ac:graphicFrameMkLst>
        </pc:graphicFrameChg>
        <pc:graphicFrameChg chg="add mod modGraphic">
          <ac:chgData name="park sehun" userId="a5dd5dda71ea150a" providerId="LiveId" clId="{AB32E646-6EF5-4D32-AE23-7180A52203C7}" dt="2020-11-18T07:37:45.345" v="736" actId="20577"/>
          <ac:graphicFrameMkLst>
            <pc:docMk/>
            <pc:sldMk cId="2275762250" sldId="1217"/>
            <ac:graphicFrameMk id="15" creationId="{CFBB49B7-767F-454D-88FF-76327E2AB92E}"/>
          </ac:graphicFrameMkLst>
        </pc:graphicFrameChg>
        <pc:graphicFrameChg chg="add del mod">
          <ac:chgData name="park sehun" userId="a5dd5dda71ea150a" providerId="LiveId" clId="{AB32E646-6EF5-4D32-AE23-7180A52203C7}" dt="2020-11-18T07:40:21.440" v="737" actId="478"/>
          <ac:graphicFrameMkLst>
            <pc:docMk/>
            <pc:sldMk cId="2275762250" sldId="1217"/>
            <ac:graphicFrameMk id="20" creationId="{61988FFE-F08C-4395-8629-83344C5810E6}"/>
          </ac:graphicFrameMkLst>
        </pc:graphicFrameChg>
        <pc:graphicFrameChg chg="add mod">
          <ac:chgData name="park sehun" userId="a5dd5dda71ea150a" providerId="LiveId" clId="{AB32E646-6EF5-4D32-AE23-7180A52203C7}" dt="2020-11-18T07:40:28.134" v="739" actId="1076"/>
          <ac:graphicFrameMkLst>
            <pc:docMk/>
            <pc:sldMk cId="2275762250" sldId="1217"/>
            <ac:graphicFrameMk id="21" creationId="{22A223FE-76B7-46E5-910A-F4BAFD2E82B8}"/>
          </ac:graphicFrameMkLst>
        </pc:graphicFrameChg>
        <pc:graphicFrameChg chg="add del mod">
          <ac:chgData name="park sehun" userId="a5dd5dda71ea150a" providerId="LiveId" clId="{AB32E646-6EF5-4D32-AE23-7180A52203C7}" dt="2020-11-18T07:41:03.965" v="767"/>
          <ac:graphicFrameMkLst>
            <pc:docMk/>
            <pc:sldMk cId="2275762250" sldId="1217"/>
            <ac:graphicFrameMk id="23" creationId="{818D109E-059B-4024-A7F1-3E3002AE4A9E}"/>
          </ac:graphicFrameMkLst>
        </pc:graphicFrameChg>
        <pc:graphicFrameChg chg="add del mod">
          <ac:chgData name="park sehun" userId="a5dd5dda71ea150a" providerId="LiveId" clId="{AB32E646-6EF5-4D32-AE23-7180A52203C7}" dt="2020-11-18T07:41:27.627" v="784" actId="478"/>
          <ac:graphicFrameMkLst>
            <pc:docMk/>
            <pc:sldMk cId="2275762250" sldId="1217"/>
            <ac:graphicFrameMk id="25" creationId="{830906D1-12C0-464E-BBFE-816919A53AFA}"/>
          </ac:graphicFrameMkLst>
        </pc:graphicFrameChg>
        <pc:graphicFrameChg chg="add mod">
          <ac:chgData name="park sehun" userId="a5dd5dda71ea150a" providerId="LiveId" clId="{AB32E646-6EF5-4D32-AE23-7180A52203C7}" dt="2020-11-18T07:41:39.306" v="786" actId="1076"/>
          <ac:graphicFrameMkLst>
            <pc:docMk/>
            <pc:sldMk cId="2275762250" sldId="1217"/>
            <ac:graphicFrameMk id="27" creationId="{511C53B8-7322-4381-9378-4FD7ADEA8481}"/>
          </ac:graphicFrameMkLst>
        </pc:graphicFrameChg>
        <pc:graphicFrameChg chg="add mod">
          <ac:chgData name="park sehun" userId="a5dd5dda71ea150a" providerId="LiveId" clId="{AB32E646-6EF5-4D32-AE23-7180A52203C7}" dt="2020-11-18T07:42:20.731" v="801" actId="1076"/>
          <ac:graphicFrameMkLst>
            <pc:docMk/>
            <pc:sldMk cId="2275762250" sldId="1217"/>
            <ac:graphicFrameMk id="29" creationId="{2B5FB77C-3EB2-48ED-BDE4-CD7604CFE158}"/>
          </ac:graphicFrameMkLst>
        </pc:graphicFrameChg>
        <pc:graphicFrameChg chg="add mod">
          <ac:chgData name="park sehun" userId="a5dd5dda71ea150a" providerId="LiveId" clId="{AB32E646-6EF5-4D32-AE23-7180A52203C7}" dt="2020-11-18T07:43:07.825" v="843" actId="1076"/>
          <ac:graphicFrameMkLst>
            <pc:docMk/>
            <pc:sldMk cId="2275762250" sldId="1217"/>
            <ac:graphicFrameMk id="33" creationId="{007821C1-72A3-466D-8089-99AFF67929F9}"/>
          </ac:graphicFrameMkLst>
        </pc:graphicFrameChg>
        <pc:graphicFrameChg chg="add mod">
          <ac:chgData name="park sehun" userId="a5dd5dda71ea150a" providerId="LiveId" clId="{AB32E646-6EF5-4D32-AE23-7180A52203C7}" dt="2020-11-18T07:50:06.844" v="946" actId="1076"/>
          <ac:graphicFrameMkLst>
            <pc:docMk/>
            <pc:sldMk cId="2275762250" sldId="1217"/>
            <ac:graphicFrameMk id="37" creationId="{567DC457-D5A1-42E6-A1E6-F1A032CCD58C}"/>
          </ac:graphicFrameMkLst>
        </pc:graphicFrameChg>
        <pc:picChg chg="mod">
          <ac:chgData name="park sehun" userId="a5dd5dda71ea150a" providerId="LiveId" clId="{AB32E646-6EF5-4D32-AE23-7180A52203C7}" dt="2020-11-18T07:41:43.322" v="794" actId="1037"/>
          <ac:picMkLst>
            <pc:docMk/>
            <pc:sldMk cId="2275762250" sldId="1217"/>
            <ac:picMk id="9" creationId="{9B4442B0-F8C1-4F04-AEEA-1C7B74A6279D}"/>
          </ac:picMkLst>
        </pc:picChg>
        <pc:picChg chg="mod">
          <ac:chgData name="park sehun" userId="a5dd5dda71ea150a" providerId="LiveId" clId="{AB32E646-6EF5-4D32-AE23-7180A52203C7}" dt="2020-11-18T07:42:40.927" v="841" actId="1076"/>
          <ac:picMkLst>
            <pc:docMk/>
            <pc:sldMk cId="2275762250" sldId="1217"/>
            <ac:picMk id="12" creationId="{B2FD85BD-6926-4056-B122-949BA4D8DE29}"/>
          </ac:picMkLst>
        </pc:picChg>
        <pc:picChg chg="add mod">
          <ac:chgData name="park sehun" userId="a5dd5dda71ea150a" providerId="LiveId" clId="{AB32E646-6EF5-4D32-AE23-7180A52203C7}" dt="2020-11-18T07:47:36.627" v="944" actId="1076"/>
          <ac:picMkLst>
            <pc:docMk/>
            <pc:sldMk cId="2275762250" sldId="1217"/>
            <ac:picMk id="35" creationId="{F092D988-EC53-46B0-BEAC-274B849869F8}"/>
          </ac:picMkLst>
        </pc:picChg>
        <pc:cxnChg chg="mod">
          <ac:chgData name="park sehun" userId="a5dd5dda71ea150a" providerId="LiveId" clId="{AB32E646-6EF5-4D32-AE23-7180A52203C7}" dt="2020-11-18T07:29:56.346" v="502" actId="1038"/>
          <ac:cxnSpMkLst>
            <pc:docMk/>
            <pc:sldMk cId="2275762250" sldId="1217"/>
            <ac:cxnSpMk id="64" creationId="{5270DB07-824E-40A1-BADC-DE6D19836E63}"/>
          </ac:cxnSpMkLst>
        </pc:cxnChg>
      </pc:sldChg>
      <pc:sldChg chg="modSp add del mod">
        <pc:chgData name="park sehun" userId="a5dd5dda71ea150a" providerId="LiveId" clId="{AB32E646-6EF5-4D32-AE23-7180A52203C7}" dt="2020-11-19T05:36:47.021" v="6302" actId="47"/>
        <pc:sldMkLst>
          <pc:docMk/>
          <pc:sldMk cId="592217388" sldId="1218"/>
        </pc:sldMkLst>
        <pc:spChg chg="mod">
          <ac:chgData name="park sehun" userId="a5dd5dda71ea150a" providerId="LiveId" clId="{AB32E646-6EF5-4D32-AE23-7180A52203C7}" dt="2020-11-18T07:51:17.170" v="1004" actId="20577"/>
          <ac:spMkLst>
            <pc:docMk/>
            <pc:sldMk cId="592217388" sldId="1218"/>
            <ac:spMk id="62466" creationId="{00000000-0000-0000-0000-000000000000}"/>
          </ac:spMkLst>
        </pc:spChg>
      </pc:sldChg>
      <pc:sldChg chg="modSp add del mod">
        <pc:chgData name="park sehun" userId="a5dd5dda71ea150a" providerId="LiveId" clId="{AB32E646-6EF5-4D32-AE23-7180A52203C7}" dt="2020-11-19T05:36:47.021" v="6302" actId="47"/>
        <pc:sldMkLst>
          <pc:docMk/>
          <pc:sldMk cId="561490009" sldId="1219"/>
        </pc:sldMkLst>
        <pc:spChg chg="mod">
          <ac:chgData name="park sehun" userId="a5dd5dda71ea150a" providerId="LiveId" clId="{AB32E646-6EF5-4D32-AE23-7180A52203C7}" dt="2020-11-18T07:51:35.057" v="1015" actId="20577"/>
          <ac:spMkLst>
            <pc:docMk/>
            <pc:sldMk cId="561490009" sldId="1219"/>
            <ac:spMk id="62466" creationId="{00000000-0000-0000-0000-000000000000}"/>
          </ac:spMkLst>
        </pc:spChg>
      </pc:sldChg>
      <pc:sldChg chg="addSp delSp modSp add mod modAnim">
        <pc:chgData name="park sehun" userId="a5dd5dda71ea150a" providerId="LiveId" clId="{AB32E646-6EF5-4D32-AE23-7180A52203C7}" dt="2020-11-19T01:02:17.380" v="2683" actId="20577"/>
        <pc:sldMkLst>
          <pc:docMk/>
          <pc:sldMk cId="4289374528" sldId="1220"/>
        </pc:sldMkLst>
        <pc:spChg chg="add mod">
          <ac:chgData name="park sehun" userId="a5dd5dda71ea150a" providerId="LiveId" clId="{AB32E646-6EF5-4D32-AE23-7180A52203C7}" dt="2020-11-19T00:35:41.525" v="1365" actId="1035"/>
          <ac:spMkLst>
            <pc:docMk/>
            <pc:sldMk cId="4289374528" sldId="1220"/>
            <ac:spMk id="3" creationId="{FC9E13B9-EF17-4916-B870-6423AA600E29}"/>
          </ac:spMkLst>
        </pc:spChg>
        <pc:spChg chg="mod">
          <ac:chgData name="park sehun" userId="a5dd5dda71ea150a" providerId="LiveId" clId="{AB32E646-6EF5-4D32-AE23-7180A52203C7}" dt="2020-11-19T00:32:37.590" v="1249" actId="20577"/>
          <ac:spMkLst>
            <pc:docMk/>
            <pc:sldMk cId="4289374528" sldId="1220"/>
            <ac:spMk id="4" creationId="{9DA76C4A-1B38-4C07-A24B-3F7114B667CD}"/>
          </ac:spMkLst>
        </pc:spChg>
        <pc:spChg chg="mod">
          <ac:chgData name="park sehun" userId="a5dd5dda71ea150a" providerId="LiveId" clId="{AB32E646-6EF5-4D32-AE23-7180A52203C7}" dt="2020-11-19T00:43:00.452" v="1678" actId="1076"/>
          <ac:spMkLst>
            <pc:docMk/>
            <pc:sldMk cId="4289374528" sldId="1220"/>
            <ac:spMk id="27" creationId="{F4A11494-B244-45B1-BB14-C8660C6B2A0A}"/>
          </ac:spMkLst>
        </pc:spChg>
        <pc:spChg chg="add mod">
          <ac:chgData name="park sehun" userId="a5dd5dda71ea150a" providerId="LiveId" clId="{AB32E646-6EF5-4D32-AE23-7180A52203C7}" dt="2020-11-19T00:53:19.661" v="2228" actId="1036"/>
          <ac:spMkLst>
            <pc:docMk/>
            <pc:sldMk cId="4289374528" sldId="1220"/>
            <ac:spMk id="31" creationId="{9B0E4E7D-88AA-4B9B-8112-E1FB861D8FA8}"/>
          </ac:spMkLst>
        </pc:spChg>
        <pc:spChg chg="add mod">
          <ac:chgData name="park sehun" userId="a5dd5dda71ea150a" providerId="LiveId" clId="{AB32E646-6EF5-4D32-AE23-7180A52203C7}" dt="2020-11-19T00:54:39.390" v="2375" actId="208"/>
          <ac:spMkLst>
            <pc:docMk/>
            <pc:sldMk cId="4289374528" sldId="1220"/>
            <ac:spMk id="32" creationId="{A85E808A-0722-487C-B886-B682A4789536}"/>
          </ac:spMkLst>
        </pc:spChg>
        <pc:spChg chg="add mod">
          <ac:chgData name="park sehun" userId="a5dd5dda71ea150a" providerId="LiveId" clId="{AB32E646-6EF5-4D32-AE23-7180A52203C7}" dt="2020-11-19T00:56:30.473" v="2508" actId="208"/>
          <ac:spMkLst>
            <pc:docMk/>
            <pc:sldMk cId="4289374528" sldId="1220"/>
            <ac:spMk id="33" creationId="{B5AC43DE-1449-4AB0-A620-8F76879695C5}"/>
          </ac:spMkLst>
        </pc:spChg>
        <pc:spChg chg="add mod">
          <ac:chgData name="park sehun" userId="a5dd5dda71ea150a" providerId="LiveId" clId="{AB32E646-6EF5-4D32-AE23-7180A52203C7}" dt="2020-11-19T00:55:07.022" v="2456" actId="14100"/>
          <ac:spMkLst>
            <pc:docMk/>
            <pc:sldMk cId="4289374528" sldId="1220"/>
            <ac:spMk id="34" creationId="{81C55460-73F0-4034-8134-416725BC4CF2}"/>
          </ac:spMkLst>
        </pc:spChg>
        <pc:spChg chg="add del mod">
          <ac:chgData name="park sehun" userId="a5dd5dda71ea150a" providerId="LiveId" clId="{AB32E646-6EF5-4D32-AE23-7180A52203C7}" dt="2020-11-19T00:41:52.340" v="1615" actId="1035"/>
          <ac:spMkLst>
            <pc:docMk/>
            <pc:sldMk cId="4289374528" sldId="1220"/>
            <ac:spMk id="35" creationId="{DC12904C-C3CC-450E-A0AE-EFFA62B8A391}"/>
          </ac:spMkLst>
        </pc:spChg>
        <pc:spChg chg="del mod">
          <ac:chgData name="park sehun" userId="a5dd5dda71ea150a" providerId="LiveId" clId="{AB32E646-6EF5-4D32-AE23-7180A52203C7}" dt="2020-11-19T00:38:51.692" v="1486" actId="478"/>
          <ac:spMkLst>
            <pc:docMk/>
            <pc:sldMk cId="4289374528" sldId="1220"/>
            <ac:spMk id="38" creationId="{5CE80584-6102-4791-8519-9674361324DF}"/>
          </ac:spMkLst>
        </pc:spChg>
        <pc:spChg chg="del">
          <ac:chgData name="park sehun" userId="a5dd5dda71ea150a" providerId="LiveId" clId="{AB32E646-6EF5-4D32-AE23-7180A52203C7}" dt="2020-11-19T00:31:13.473" v="1140" actId="478"/>
          <ac:spMkLst>
            <pc:docMk/>
            <pc:sldMk cId="4289374528" sldId="1220"/>
            <ac:spMk id="41" creationId="{5A8193FB-C156-4BE3-83B7-263C5BC4C2CF}"/>
          </ac:spMkLst>
        </pc:spChg>
        <pc:spChg chg="del">
          <ac:chgData name="park sehun" userId="a5dd5dda71ea150a" providerId="LiveId" clId="{AB32E646-6EF5-4D32-AE23-7180A52203C7}" dt="2020-11-19T00:31:17.396" v="1141" actId="478"/>
          <ac:spMkLst>
            <pc:docMk/>
            <pc:sldMk cId="4289374528" sldId="1220"/>
            <ac:spMk id="42" creationId="{7548568A-A020-4F83-B412-9F4A6B1DD6BC}"/>
          </ac:spMkLst>
        </pc:spChg>
        <pc:spChg chg="add mod">
          <ac:chgData name="park sehun" userId="a5dd5dda71ea150a" providerId="LiveId" clId="{AB32E646-6EF5-4D32-AE23-7180A52203C7}" dt="2020-11-19T00:43:37.780" v="1721" actId="1037"/>
          <ac:spMkLst>
            <pc:docMk/>
            <pc:sldMk cId="4289374528" sldId="1220"/>
            <ac:spMk id="45" creationId="{0A1E440D-697B-40BA-94C0-4DC1CC311A6E}"/>
          </ac:spMkLst>
        </pc:spChg>
        <pc:spChg chg="add mod">
          <ac:chgData name="park sehun" userId="a5dd5dda71ea150a" providerId="LiveId" clId="{AB32E646-6EF5-4D32-AE23-7180A52203C7}" dt="2020-11-19T00:46:38.864" v="1886" actId="1037"/>
          <ac:spMkLst>
            <pc:docMk/>
            <pc:sldMk cId="4289374528" sldId="1220"/>
            <ac:spMk id="46" creationId="{39596502-F217-40A1-9309-171F126184B4}"/>
          </ac:spMkLst>
        </pc:spChg>
        <pc:spChg chg="add del">
          <ac:chgData name="park sehun" userId="a5dd5dda71ea150a" providerId="LiveId" clId="{AB32E646-6EF5-4D32-AE23-7180A52203C7}" dt="2020-11-19T00:54:45.496" v="2377" actId="22"/>
          <ac:spMkLst>
            <pc:docMk/>
            <pc:sldMk cId="4289374528" sldId="1220"/>
            <ac:spMk id="47" creationId="{7CB31A60-A344-4441-940C-A33B88482A92}"/>
          </ac:spMkLst>
        </pc:spChg>
        <pc:spChg chg="add mod">
          <ac:chgData name="park sehun" userId="a5dd5dda71ea150a" providerId="LiveId" clId="{AB32E646-6EF5-4D32-AE23-7180A52203C7}" dt="2020-11-19T00:55:03.195" v="2455" actId="14100"/>
          <ac:spMkLst>
            <pc:docMk/>
            <pc:sldMk cId="4289374528" sldId="1220"/>
            <ac:spMk id="48" creationId="{D34EA82B-DF6C-434D-B212-41885432C2EF}"/>
          </ac:spMkLst>
        </pc:spChg>
        <pc:spChg chg="add mod">
          <ac:chgData name="park sehun" userId="a5dd5dda71ea150a" providerId="LiveId" clId="{AB32E646-6EF5-4D32-AE23-7180A52203C7}" dt="2020-11-19T00:57:55.085" v="2658" actId="1035"/>
          <ac:spMkLst>
            <pc:docMk/>
            <pc:sldMk cId="4289374528" sldId="1220"/>
            <ac:spMk id="51" creationId="{112D1234-B3D4-4B23-A113-97B53EE6197C}"/>
          </ac:spMkLst>
        </pc:spChg>
        <pc:spChg chg="mod">
          <ac:chgData name="park sehun" userId="a5dd5dda71ea150a" providerId="LiveId" clId="{AB32E646-6EF5-4D32-AE23-7180A52203C7}" dt="2020-11-19T00:48:14.852" v="1946" actId="20577"/>
          <ac:spMkLst>
            <pc:docMk/>
            <pc:sldMk cId="4289374528" sldId="1220"/>
            <ac:spMk id="54" creationId="{C29D6112-022A-4BE0-B087-9B0A74023A45}"/>
          </ac:spMkLst>
        </pc:spChg>
        <pc:spChg chg="mod">
          <ac:chgData name="park sehun" userId="a5dd5dda71ea150a" providerId="LiveId" clId="{AB32E646-6EF5-4D32-AE23-7180A52203C7}" dt="2020-11-19T00:43:07.798" v="1679" actId="1076"/>
          <ac:spMkLst>
            <pc:docMk/>
            <pc:sldMk cId="4289374528" sldId="1220"/>
            <ac:spMk id="56" creationId="{BBD94C56-1AB2-4634-A417-DB8456950166}"/>
          </ac:spMkLst>
        </pc:spChg>
        <pc:spChg chg="add mod">
          <ac:chgData name="park sehun" userId="a5dd5dda71ea150a" providerId="LiveId" clId="{AB32E646-6EF5-4D32-AE23-7180A52203C7}" dt="2020-11-19T00:46:20.564" v="1871" actId="1038"/>
          <ac:spMkLst>
            <pc:docMk/>
            <pc:sldMk cId="4289374528" sldId="1220"/>
            <ac:spMk id="59" creationId="{7AF49ED2-0882-4AA4-A6BA-608EF6953321}"/>
          </ac:spMkLst>
        </pc:spChg>
        <pc:spChg chg="add del mod">
          <ac:chgData name="park sehun" userId="a5dd5dda71ea150a" providerId="LiveId" clId="{AB32E646-6EF5-4D32-AE23-7180A52203C7}" dt="2020-11-19T00:47:38.244" v="1926" actId="478"/>
          <ac:spMkLst>
            <pc:docMk/>
            <pc:sldMk cId="4289374528" sldId="1220"/>
            <ac:spMk id="60" creationId="{63767EE3-FC88-4B45-AA50-7299F153EB69}"/>
          </ac:spMkLst>
        </pc:spChg>
        <pc:spChg chg="mod">
          <ac:chgData name="park sehun" userId="a5dd5dda71ea150a" providerId="LiveId" clId="{AB32E646-6EF5-4D32-AE23-7180A52203C7}" dt="2020-11-19T00:32:22.334" v="1219" actId="20577"/>
          <ac:spMkLst>
            <pc:docMk/>
            <pc:sldMk cId="4289374528" sldId="1220"/>
            <ac:spMk id="65" creationId="{53F129E3-6D7B-48BB-9761-A6DEE22347C5}"/>
          </ac:spMkLst>
        </pc:spChg>
        <pc:spChg chg="mod">
          <ac:chgData name="park sehun" userId="a5dd5dda71ea150a" providerId="LiveId" clId="{AB32E646-6EF5-4D32-AE23-7180A52203C7}" dt="2020-11-19T00:31:29.581" v="1166" actId="1038"/>
          <ac:spMkLst>
            <pc:docMk/>
            <pc:sldMk cId="4289374528" sldId="1220"/>
            <ac:spMk id="66" creationId="{186D568E-3C76-4B43-8ACD-7EFA2134FAAA}"/>
          </ac:spMkLst>
        </pc:spChg>
        <pc:spChg chg="del mod">
          <ac:chgData name="park sehun" userId="a5dd5dda71ea150a" providerId="LiveId" clId="{AB32E646-6EF5-4D32-AE23-7180A52203C7}" dt="2020-11-19T00:36:34.381" v="1372" actId="478"/>
          <ac:spMkLst>
            <pc:docMk/>
            <pc:sldMk cId="4289374528" sldId="1220"/>
            <ac:spMk id="67" creationId="{39346690-3BEF-44A0-8418-84CF2E4A1C15}"/>
          </ac:spMkLst>
        </pc:spChg>
        <pc:spChg chg="add mod">
          <ac:chgData name="park sehun" userId="a5dd5dda71ea150a" providerId="LiveId" clId="{AB32E646-6EF5-4D32-AE23-7180A52203C7}" dt="2020-11-19T00:52:48.029" v="2209" actId="1038"/>
          <ac:spMkLst>
            <pc:docMk/>
            <pc:sldMk cId="4289374528" sldId="1220"/>
            <ac:spMk id="69" creationId="{95B28291-492C-4EC3-98CD-1D7C84B2DA63}"/>
          </ac:spMkLst>
        </pc:spChg>
        <pc:spChg chg="add del mod">
          <ac:chgData name="park sehun" userId="a5dd5dda71ea150a" providerId="LiveId" clId="{AB32E646-6EF5-4D32-AE23-7180A52203C7}" dt="2020-11-19T00:52:32.452" v="2185" actId="478"/>
          <ac:spMkLst>
            <pc:docMk/>
            <pc:sldMk cId="4289374528" sldId="1220"/>
            <ac:spMk id="72" creationId="{F9B8971D-F39E-413C-B2B3-A819B4B61E6C}"/>
          </ac:spMkLst>
        </pc:spChg>
        <pc:spChg chg="mod">
          <ac:chgData name="park sehun" userId="a5dd5dda71ea150a" providerId="LiveId" clId="{AB32E646-6EF5-4D32-AE23-7180A52203C7}" dt="2020-11-19T01:02:17.380" v="2683" actId="20577"/>
          <ac:spMkLst>
            <pc:docMk/>
            <pc:sldMk cId="4289374528" sldId="1220"/>
            <ac:spMk id="62466" creationId="{00000000-0000-0000-0000-000000000000}"/>
          </ac:spMkLst>
        </pc:spChg>
        <pc:graphicFrameChg chg="mod modGraphic">
          <ac:chgData name="park sehun" userId="a5dd5dda71ea150a" providerId="LiveId" clId="{AB32E646-6EF5-4D32-AE23-7180A52203C7}" dt="2020-11-19T00:42:27.666" v="1672" actId="1038"/>
          <ac:graphicFrameMkLst>
            <pc:docMk/>
            <pc:sldMk cId="4289374528" sldId="1220"/>
            <ac:graphicFrameMk id="2" creationId="{811A7EBA-E1AD-458F-8685-69A517FB66EB}"/>
          </ac:graphicFrameMkLst>
        </pc:graphicFrameChg>
        <pc:graphicFrameChg chg="mod modGraphic">
          <ac:chgData name="park sehun" userId="a5dd5dda71ea150a" providerId="LiveId" clId="{AB32E646-6EF5-4D32-AE23-7180A52203C7}" dt="2020-11-19T00:51:37.276" v="2154" actId="20577"/>
          <ac:graphicFrameMkLst>
            <pc:docMk/>
            <pc:sldMk cId="4289374528" sldId="1220"/>
            <ac:graphicFrameMk id="25" creationId="{C0C9126C-331F-45FC-9F71-90CD554395D2}"/>
          </ac:graphicFrameMkLst>
        </pc:graphicFrameChg>
        <pc:graphicFrameChg chg="del mod">
          <ac:chgData name="park sehun" userId="a5dd5dda71ea150a" providerId="LiveId" clId="{AB32E646-6EF5-4D32-AE23-7180A52203C7}" dt="2020-11-19T00:38:41.974" v="1484" actId="478"/>
          <ac:graphicFrameMkLst>
            <pc:docMk/>
            <pc:sldMk cId="4289374528" sldId="1220"/>
            <ac:graphicFrameMk id="36" creationId="{E9D3725D-62E1-4F87-9B5F-393DE2602C4D}"/>
          </ac:graphicFrameMkLst>
        </pc:graphicFrameChg>
        <pc:graphicFrameChg chg="mod modGraphic">
          <ac:chgData name="park sehun" userId="a5dd5dda71ea150a" providerId="LiveId" clId="{AB32E646-6EF5-4D32-AE23-7180A52203C7}" dt="2020-11-19T00:41:47.293" v="1601" actId="20577"/>
          <ac:graphicFrameMkLst>
            <pc:docMk/>
            <pc:sldMk cId="4289374528" sldId="1220"/>
            <ac:graphicFrameMk id="39" creationId="{A62F05A6-AD69-45C6-B6A2-4C6E055825D9}"/>
          </ac:graphicFrameMkLst>
        </pc:graphicFrameChg>
        <pc:graphicFrameChg chg="add mod">
          <ac:chgData name="park sehun" userId="a5dd5dda71ea150a" providerId="LiveId" clId="{AB32E646-6EF5-4D32-AE23-7180A52203C7}" dt="2020-11-19T00:46:33.573" v="1884" actId="1037"/>
          <ac:graphicFrameMkLst>
            <pc:docMk/>
            <pc:sldMk cId="4289374528" sldId="1220"/>
            <ac:graphicFrameMk id="43" creationId="{429A1E22-AB41-47DA-8059-32655F8402F8}"/>
          </ac:graphicFrameMkLst>
        </pc:graphicFrameChg>
        <pc:graphicFrameChg chg="add mod modGraphic">
          <ac:chgData name="park sehun" userId="a5dd5dda71ea150a" providerId="LiveId" clId="{AB32E646-6EF5-4D32-AE23-7180A52203C7}" dt="2020-11-19T00:52:48.029" v="2209" actId="1038"/>
          <ac:graphicFrameMkLst>
            <pc:docMk/>
            <pc:sldMk cId="4289374528" sldId="1220"/>
            <ac:graphicFrameMk id="53" creationId="{41C6BE4E-8526-416A-8A8B-276BCD742713}"/>
          </ac:graphicFrameMkLst>
        </pc:graphicFrameChg>
        <pc:graphicFrameChg chg="del mod">
          <ac:chgData name="park sehun" userId="a5dd5dda71ea150a" providerId="LiveId" clId="{AB32E646-6EF5-4D32-AE23-7180A52203C7}" dt="2020-11-19T00:36:34.381" v="1372" actId="478"/>
          <ac:graphicFrameMkLst>
            <pc:docMk/>
            <pc:sldMk cId="4289374528" sldId="1220"/>
            <ac:graphicFrameMk id="57" creationId="{E1213A3D-C31D-4080-B17C-41127E37F211}"/>
          </ac:graphicFrameMkLst>
        </pc:graphicFrameChg>
        <pc:graphicFrameChg chg="del mod">
          <ac:chgData name="park sehun" userId="a5dd5dda71ea150a" providerId="LiveId" clId="{AB32E646-6EF5-4D32-AE23-7180A52203C7}" dt="2020-11-19T00:36:34.381" v="1372" actId="478"/>
          <ac:graphicFrameMkLst>
            <pc:docMk/>
            <pc:sldMk cId="4289374528" sldId="1220"/>
            <ac:graphicFrameMk id="58" creationId="{CBCCB4A7-8D86-4B0B-8949-A768A9CD6E8C}"/>
          </ac:graphicFrameMkLst>
        </pc:graphicFrameChg>
        <pc:graphicFrameChg chg="add mod modGraphic">
          <ac:chgData name="park sehun" userId="a5dd5dda71ea150a" providerId="LiveId" clId="{AB32E646-6EF5-4D32-AE23-7180A52203C7}" dt="2020-11-19T00:55:27.462" v="2505" actId="1035"/>
          <ac:graphicFrameMkLst>
            <pc:docMk/>
            <pc:sldMk cId="4289374528" sldId="1220"/>
            <ac:graphicFrameMk id="61" creationId="{BBF664F1-B26D-4361-81B2-336EFE77B3CD}"/>
          </ac:graphicFrameMkLst>
        </pc:graphicFrameChg>
        <pc:graphicFrameChg chg="add del mod">
          <ac:chgData name="park sehun" userId="a5dd5dda71ea150a" providerId="LiveId" clId="{AB32E646-6EF5-4D32-AE23-7180A52203C7}" dt="2020-11-19T00:52:32.452" v="2185" actId="478"/>
          <ac:graphicFrameMkLst>
            <pc:docMk/>
            <pc:sldMk cId="4289374528" sldId="1220"/>
            <ac:graphicFrameMk id="70" creationId="{5857DE75-C9E9-448D-B790-71572BF1EE9D}"/>
          </ac:graphicFrameMkLst>
        </pc:graphicFrameChg>
        <pc:cxnChg chg="mod">
          <ac:chgData name="park sehun" userId="a5dd5dda71ea150a" providerId="LiveId" clId="{AB32E646-6EF5-4D32-AE23-7180A52203C7}" dt="2020-11-19T00:55:49.097" v="2507" actId="14100"/>
          <ac:cxnSpMkLst>
            <pc:docMk/>
            <pc:sldMk cId="4289374528" sldId="1220"/>
            <ac:cxnSpMk id="26" creationId="{24A1FD71-0A62-4C6B-B42B-C9BD7AEE4BD7}"/>
          </ac:cxnSpMkLst>
        </pc:cxnChg>
        <pc:cxnChg chg="del mod">
          <ac:chgData name="park sehun" userId="a5dd5dda71ea150a" providerId="LiveId" clId="{AB32E646-6EF5-4D32-AE23-7180A52203C7}" dt="2020-11-19T00:38:46.132" v="1485" actId="478"/>
          <ac:cxnSpMkLst>
            <pc:docMk/>
            <pc:sldMk cId="4289374528" sldId="1220"/>
            <ac:cxnSpMk id="37" creationId="{CC32A748-25A8-4893-BE2C-14AE3E88D9F8}"/>
          </ac:cxnSpMkLst>
        </pc:cxnChg>
        <pc:cxnChg chg="del">
          <ac:chgData name="park sehun" userId="a5dd5dda71ea150a" providerId="LiveId" clId="{AB32E646-6EF5-4D32-AE23-7180A52203C7}" dt="2020-11-19T00:31:09.093" v="1139" actId="478"/>
          <ac:cxnSpMkLst>
            <pc:docMk/>
            <pc:sldMk cId="4289374528" sldId="1220"/>
            <ac:cxnSpMk id="40" creationId="{153BC309-4858-4CF9-B64C-E36F123F857C}"/>
          </ac:cxnSpMkLst>
        </pc:cxnChg>
        <pc:cxnChg chg="add mod">
          <ac:chgData name="park sehun" userId="a5dd5dda71ea150a" providerId="LiveId" clId="{AB32E646-6EF5-4D32-AE23-7180A52203C7}" dt="2020-11-19T00:46:33.573" v="1884" actId="1037"/>
          <ac:cxnSpMkLst>
            <pc:docMk/>
            <pc:sldMk cId="4289374528" sldId="1220"/>
            <ac:cxnSpMk id="44" creationId="{9F10C886-3C7F-4A66-834F-1C58190B4B59}"/>
          </ac:cxnSpMkLst>
        </pc:cxnChg>
        <pc:cxnChg chg="mod">
          <ac:chgData name="park sehun" userId="a5dd5dda71ea150a" providerId="LiveId" clId="{AB32E646-6EF5-4D32-AE23-7180A52203C7}" dt="2020-11-19T00:43:07.798" v="1679" actId="1076"/>
          <ac:cxnSpMkLst>
            <pc:docMk/>
            <pc:sldMk cId="4289374528" sldId="1220"/>
            <ac:cxnSpMk id="52" creationId="{E43F0DF3-A70C-44BC-A835-09782FF6B9EB}"/>
          </ac:cxnSpMkLst>
        </pc:cxnChg>
        <pc:cxnChg chg="add mod">
          <ac:chgData name="park sehun" userId="a5dd5dda71ea150a" providerId="LiveId" clId="{AB32E646-6EF5-4D32-AE23-7180A52203C7}" dt="2020-11-19T00:52:48.029" v="2209" actId="1038"/>
          <ac:cxnSpMkLst>
            <pc:docMk/>
            <pc:sldMk cId="4289374528" sldId="1220"/>
            <ac:cxnSpMk id="55" creationId="{DBB0FA4A-855A-4A8F-9CFC-A8523A31DED5}"/>
          </ac:cxnSpMkLst>
        </pc:cxnChg>
        <pc:cxnChg chg="del mod">
          <ac:chgData name="park sehun" userId="a5dd5dda71ea150a" providerId="LiveId" clId="{AB32E646-6EF5-4D32-AE23-7180A52203C7}" dt="2020-11-19T00:34:51.937" v="1331" actId="478"/>
          <ac:cxnSpMkLst>
            <pc:docMk/>
            <pc:sldMk cId="4289374528" sldId="1220"/>
            <ac:cxnSpMk id="62" creationId="{F06CA079-FB4D-41F8-AFD9-603361352D9B}"/>
          </ac:cxnSpMkLst>
        </pc:cxnChg>
        <pc:cxnChg chg="add mod">
          <ac:chgData name="park sehun" userId="a5dd5dda71ea150a" providerId="LiveId" clId="{AB32E646-6EF5-4D32-AE23-7180A52203C7}" dt="2020-11-19T00:55:27.462" v="2505" actId="1035"/>
          <ac:cxnSpMkLst>
            <pc:docMk/>
            <pc:sldMk cId="4289374528" sldId="1220"/>
            <ac:cxnSpMk id="63" creationId="{1C4B3E99-1BBC-479E-8BC3-78CB9A9785C7}"/>
          </ac:cxnSpMkLst>
        </pc:cxnChg>
        <pc:cxnChg chg="mod">
          <ac:chgData name="park sehun" userId="a5dd5dda71ea150a" providerId="LiveId" clId="{AB32E646-6EF5-4D32-AE23-7180A52203C7}" dt="2020-11-19T00:31:37.310" v="1194" actId="1038"/>
          <ac:cxnSpMkLst>
            <pc:docMk/>
            <pc:sldMk cId="4289374528" sldId="1220"/>
            <ac:cxnSpMk id="64" creationId="{5270DB07-824E-40A1-BADC-DE6D19836E63}"/>
          </ac:cxnSpMkLst>
        </pc:cxnChg>
        <pc:cxnChg chg="del mod">
          <ac:chgData name="park sehun" userId="a5dd5dda71ea150a" providerId="LiveId" clId="{AB32E646-6EF5-4D32-AE23-7180A52203C7}" dt="2020-11-19T00:36:37.012" v="1373" actId="478"/>
          <ac:cxnSpMkLst>
            <pc:docMk/>
            <pc:sldMk cId="4289374528" sldId="1220"/>
            <ac:cxnSpMk id="68" creationId="{7EE31A25-B7FA-4E02-99C8-E17C0E91BBAE}"/>
          </ac:cxnSpMkLst>
        </pc:cxnChg>
        <pc:cxnChg chg="add del mod">
          <ac:chgData name="park sehun" userId="a5dd5dda71ea150a" providerId="LiveId" clId="{AB32E646-6EF5-4D32-AE23-7180A52203C7}" dt="2020-11-19T00:52:32.452" v="2185" actId="478"/>
          <ac:cxnSpMkLst>
            <pc:docMk/>
            <pc:sldMk cId="4289374528" sldId="1220"/>
            <ac:cxnSpMk id="71" creationId="{2E1A71F0-0EE2-434D-BE08-AFB7490E5DAB}"/>
          </ac:cxnSpMkLst>
        </pc:cxnChg>
      </pc:sldChg>
      <pc:sldChg chg="addSp delSp modSp add mod delAnim modAnim">
        <pc:chgData name="park sehun" userId="a5dd5dda71ea150a" providerId="LiveId" clId="{AB32E646-6EF5-4D32-AE23-7180A52203C7}" dt="2020-11-23T04:25:01.394" v="9130"/>
        <pc:sldMkLst>
          <pc:docMk/>
          <pc:sldMk cId="2961199472" sldId="1221"/>
        </pc:sldMkLst>
        <pc:spChg chg="mod">
          <ac:chgData name="park sehun" userId="a5dd5dda71ea150a" providerId="LiveId" clId="{AB32E646-6EF5-4D32-AE23-7180A52203C7}" dt="2020-11-19T01:15:05.028" v="3066" actId="1037"/>
          <ac:spMkLst>
            <pc:docMk/>
            <pc:sldMk cId="2961199472" sldId="1221"/>
            <ac:spMk id="3" creationId="{FC9E13B9-EF17-4916-B870-6423AA600E29}"/>
          </ac:spMkLst>
        </pc:spChg>
        <pc:spChg chg="del">
          <ac:chgData name="park sehun" userId="a5dd5dda71ea150a" providerId="LiveId" clId="{AB32E646-6EF5-4D32-AE23-7180A52203C7}" dt="2020-11-19T01:12:22.796" v="2819" actId="478"/>
          <ac:spMkLst>
            <pc:docMk/>
            <pc:sldMk cId="2961199472" sldId="1221"/>
            <ac:spMk id="4" creationId="{9DA76C4A-1B38-4C07-A24B-3F7114B667CD}"/>
          </ac:spMkLst>
        </pc:spChg>
        <pc:spChg chg="add del mod">
          <ac:chgData name="park sehun" userId="a5dd5dda71ea150a" providerId="LiveId" clId="{AB32E646-6EF5-4D32-AE23-7180A52203C7}" dt="2020-11-19T01:12:36.499" v="2820" actId="478"/>
          <ac:spMkLst>
            <pc:docMk/>
            <pc:sldMk cId="2961199472" sldId="1221"/>
            <ac:spMk id="5" creationId="{C2726D3E-A0DA-4163-BCA0-17641BACFB8E}"/>
          </ac:spMkLst>
        </pc:spChg>
        <pc:spChg chg="add mod">
          <ac:chgData name="park sehun" userId="a5dd5dda71ea150a" providerId="LiveId" clId="{AB32E646-6EF5-4D32-AE23-7180A52203C7}" dt="2020-11-19T01:15:44.381" v="3271" actId="14100"/>
          <ac:spMkLst>
            <pc:docMk/>
            <pc:sldMk cId="2961199472" sldId="1221"/>
            <ac:spMk id="11" creationId="{4CC4C4DC-35D1-4A60-BDA5-5B8A45E82874}"/>
          </ac:spMkLst>
        </pc:spChg>
        <pc:spChg chg="add del mod">
          <ac:chgData name="park sehun" userId="a5dd5dda71ea150a" providerId="LiveId" clId="{AB32E646-6EF5-4D32-AE23-7180A52203C7}" dt="2020-11-19T04:21:58.814" v="4030" actId="113"/>
          <ac:spMkLst>
            <pc:docMk/>
            <pc:sldMk cId="2961199472" sldId="1221"/>
            <ac:spMk id="12" creationId="{DC550C38-2C22-4C02-BE56-E90200324ECD}"/>
          </ac:spMkLst>
        </pc:spChg>
        <pc:spChg chg="add del mod">
          <ac:chgData name="park sehun" userId="a5dd5dda71ea150a" providerId="LiveId" clId="{AB32E646-6EF5-4D32-AE23-7180A52203C7}" dt="2020-11-19T01:20:11.436" v="3298" actId="22"/>
          <ac:spMkLst>
            <pc:docMk/>
            <pc:sldMk cId="2961199472" sldId="1221"/>
            <ac:spMk id="13" creationId="{9FC7AA79-8F3E-4530-8E72-698B74100F5A}"/>
          </ac:spMkLst>
        </pc:spChg>
        <pc:spChg chg="mod">
          <ac:chgData name="park sehun" userId="a5dd5dda71ea150a" providerId="LiveId" clId="{AB32E646-6EF5-4D32-AE23-7180A52203C7}" dt="2020-11-19T01:15:05.028" v="3066" actId="1037"/>
          <ac:spMkLst>
            <pc:docMk/>
            <pc:sldMk cId="2961199472" sldId="1221"/>
            <ac:spMk id="27" creationId="{F4A11494-B244-45B1-BB14-C8660C6B2A0A}"/>
          </ac:spMkLst>
        </pc:spChg>
        <pc:spChg chg="del">
          <ac:chgData name="park sehun" userId="a5dd5dda71ea150a" providerId="LiveId" clId="{AB32E646-6EF5-4D32-AE23-7180A52203C7}" dt="2020-11-19T01:12:22.796" v="2819" actId="478"/>
          <ac:spMkLst>
            <pc:docMk/>
            <pc:sldMk cId="2961199472" sldId="1221"/>
            <ac:spMk id="31" creationId="{9B0E4E7D-88AA-4B9B-8112-E1FB861D8FA8}"/>
          </ac:spMkLst>
        </pc:spChg>
        <pc:spChg chg="del">
          <ac:chgData name="park sehun" userId="a5dd5dda71ea150a" providerId="LiveId" clId="{AB32E646-6EF5-4D32-AE23-7180A52203C7}" dt="2020-11-19T01:12:22.796" v="2819" actId="478"/>
          <ac:spMkLst>
            <pc:docMk/>
            <pc:sldMk cId="2961199472" sldId="1221"/>
            <ac:spMk id="32" creationId="{A85E808A-0722-487C-B886-B682A4789536}"/>
          </ac:spMkLst>
        </pc:spChg>
        <pc:spChg chg="del">
          <ac:chgData name="park sehun" userId="a5dd5dda71ea150a" providerId="LiveId" clId="{AB32E646-6EF5-4D32-AE23-7180A52203C7}" dt="2020-11-19T01:12:22.796" v="2819" actId="478"/>
          <ac:spMkLst>
            <pc:docMk/>
            <pc:sldMk cId="2961199472" sldId="1221"/>
            <ac:spMk id="33" creationId="{B5AC43DE-1449-4AB0-A620-8F76879695C5}"/>
          </ac:spMkLst>
        </pc:spChg>
        <pc:spChg chg="del">
          <ac:chgData name="park sehun" userId="a5dd5dda71ea150a" providerId="LiveId" clId="{AB32E646-6EF5-4D32-AE23-7180A52203C7}" dt="2020-11-19T01:12:39.604" v="2821" actId="478"/>
          <ac:spMkLst>
            <pc:docMk/>
            <pc:sldMk cId="2961199472" sldId="1221"/>
            <ac:spMk id="34" creationId="{81C55460-73F0-4034-8134-416725BC4CF2}"/>
          </ac:spMkLst>
        </pc:spChg>
        <pc:spChg chg="del">
          <ac:chgData name="park sehun" userId="a5dd5dda71ea150a" providerId="LiveId" clId="{AB32E646-6EF5-4D32-AE23-7180A52203C7}" dt="2020-11-19T01:13:13.379" v="2839" actId="478"/>
          <ac:spMkLst>
            <pc:docMk/>
            <pc:sldMk cId="2961199472" sldId="1221"/>
            <ac:spMk id="35" creationId="{DC12904C-C3CC-450E-A0AE-EFFA62B8A391}"/>
          </ac:spMkLst>
        </pc:spChg>
        <pc:spChg chg="mod">
          <ac:chgData name="park sehun" userId="a5dd5dda71ea150a" providerId="LiveId" clId="{AB32E646-6EF5-4D32-AE23-7180A52203C7}" dt="2020-11-19T01:15:05.028" v="3066" actId="1037"/>
          <ac:spMkLst>
            <pc:docMk/>
            <pc:sldMk cId="2961199472" sldId="1221"/>
            <ac:spMk id="45" creationId="{0A1E440D-697B-40BA-94C0-4DC1CC311A6E}"/>
          </ac:spMkLst>
        </pc:spChg>
        <pc:spChg chg="del">
          <ac:chgData name="park sehun" userId="a5dd5dda71ea150a" providerId="LiveId" clId="{AB32E646-6EF5-4D32-AE23-7180A52203C7}" dt="2020-11-19T01:13:15.874" v="2840" actId="478"/>
          <ac:spMkLst>
            <pc:docMk/>
            <pc:sldMk cId="2961199472" sldId="1221"/>
            <ac:spMk id="46" creationId="{39596502-F217-40A1-9309-171F126184B4}"/>
          </ac:spMkLst>
        </pc:spChg>
        <pc:spChg chg="del">
          <ac:chgData name="park sehun" userId="a5dd5dda71ea150a" providerId="LiveId" clId="{AB32E646-6EF5-4D32-AE23-7180A52203C7}" dt="2020-11-19T01:12:41.835" v="2822" actId="478"/>
          <ac:spMkLst>
            <pc:docMk/>
            <pc:sldMk cId="2961199472" sldId="1221"/>
            <ac:spMk id="48" creationId="{D34EA82B-DF6C-434D-B212-41885432C2EF}"/>
          </ac:spMkLst>
        </pc:spChg>
        <pc:spChg chg="add mod">
          <ac:chgData name="park sehun" userId="a5dd5dda71ea150a" providerId="LiveId" clId="{AB32E646-6EF5-4D32-AE23-7180A52203C7}" dt="2020-11-19T01:54:27.192" v="3848" actId="1035"/>
          <ac:spMkLst>
            <pc:docMk/>
            <pc:sldMk cId="2961199472" sldId="1221"/>
            <ac:spMk id="49" creationId="{F1C550BB-8126-47BF-A0C9-1941897E1A80}"/>
          </ac:spMkLst>
        </pc:spChg>
        <pc:spChg chg="add mod">
          <ac:chgData name="park sehun" userId="a5dd5dda71ea150a" providerId="LiveId" clId="{AB32E646-6EF5-4D32-AE23-7180A52203C7}" dt="2020-11-19T01:54:41.696" v="3887" actId="14100"/>
          <ac:spMkLst>
            <pc:docMk/>
            <pc:sldMk cId="2961199472" sldId="1221"/>
            <ac:spMk id="50" creationId="{B8D768AF-1B1D-49E2-98FF-069552C8FCC2}"/>
          </ac:spMkLst>
        </pc:spChg>
        <pc:spChg chg="del">
          <ac:chgData name="park sehun" userId="a5dd5dda71ea150a" providerId="LiveId" clId="{AB32E646-6EF5-4D32-AE23-7180A52203C7}" dt="2020-11-19T01:12:44.332" v="2823" actId="478"/>
          <ac:spMkLst>
            <pc:docMk/>
            <pc:sldMk cId="2961199472" sldId="1221"/>
            <ac:spMk id="51" creationId="{112D1234-B3D4-4B23-A113-97B53EE6197C}"/>
          </ac:spMkLst>
        </pc:spChg>
        <pc:spChg chg="mod">
          <ac:chgData name="park sehun" userId="a5dd5dda71ea150a" providerId="LiveId" clId="{AB32E646-6EF5-4D32-AE23-7180A52203C7}" dt="2020-11-19T01:54:09.814" v="3842" actId="20577"/>
          <ac:spMkLst>
            <pc:docMk/>
            <pc:sldMk cId="2961199472" sldId="1221"/>
            <ac:spMk id="54" creationId="{C29D6112-022A-4BE0-B087-9B0A74023A45}"/>
          </ac:spMkLst>
        </pc:spChg>
        <pc:spChg chg="mod">
          <ac:chgData name="park sehun" userId="a5dd5dda71ea150a" providerId="LiveId" clId="{AB32E646-6EF5-4D32-AE23-7180A52203C7}" dt="2020-11-19T01:15:05.028" v="3066" actId="1037"/>
          <ac:spMkLst>
            <pc:docMk/>
            <pc:sldMk cId="2961199472" sldId="1221"/>
            <ac:spMk id="56" creationId="{BBD94C56-1AB2-4634-A417-DB8456950166}"/>
          </ac:spMkLst>
        </pc:spChg>
        <pc:spChg chg="add mod">
          <ac:chgData name="park sehun" userId="a5dd5dda71ea150a" providerId="LiveId" clId="{AB32E646-6EF5-4D32-AE23-7180A52203C7}" dt="2020-11-19T01:56:52.257" v="3947" actId="1076"/>
          <ac:spMkLst>
            <pc:docMk/>
            <pc:sldMk cId="2961199472" sldId="1221"/>
            <ac:spMk id="57" creationId="{5C8A7932-1CDE-4997-BC38-D0E49DF30554}"/>
          </ac:spMkLst>
        </pc:spChg>
        <pc:spChg chg="add mod">
          <ac:chgData name="park sehun" userId="a5dd5dda71ea150a" providerId="LiveId" clId="{AB32E646-6EF5-4D32-AE23-7180A52203C7}" dt="2020-11-19T01:57:04.331" v="3950" actId="14100"/>
          <ac:spMkLst>
            <pc:docMk/>
            <pc:sldMk cId="2961199472" sldId="1221"/>
            <ac:spMk id="58" creationId="{23C6D94D-FE4B-4252-903B-9E0A0A9D05F0}"/>
          </ac:spMkLst>
        </pc:spChg>
        <pc:spChg chg="mod">
          <ac:chgData name="park sehun" userId="a5dd5dda71ea150a" providerId="LiveId" clId="{AB32E646-6EF5-4D32-AE23-7180A52203C7}" dt="2020-11-19T01:15:05.028" v="3066" actId="1037"/>
          <ac:spMkLst>
            <pc:docMk/>
            <pc:sldMk cId="2961199472" sldId="1221"/>
            <ac:spMk id="59" creationId="{7AF49ED2-0882-4AA4-A6BA-608EF6953321}"/>
          </ac:spMkLst>
        </pc:spChg>
        <pc:spChg chg="add mod">
          <ac:chgData name="park sehun" userId="a5dd5dda71ea150a" providerId="LiveId" clId="{AB32E646-6EF5-4D32-AE23-7180A52203C7}" dt="2020-11-19T01:58:46.178" v="3976" actId="14100"/>
          <ac:spMkLst>
            <pc:docMk/>
            <pc:sldMk cId="2961199472" sldId="1221"/>
            <ac:spMk id="60" creationId="{09D36DA2-A591-428B-BF1C-469601DB5380}"/>
          </ac:spMkLst>
        </pc:spChg>
        <pc:spChg chg="add mod">
          <ac:chgData name="park sehun" userId="a5dd5dda71ea150a" providerId="LiveId" clId="{AB32E646-6EF5-4D32-AE23-7180A52203C7}" dt="2020-11-19T01:58:57.145" v="3979" actId="14100"/>
          <ac:spMkLst>
            <pc:docMk/>
            <pc:sldMk cId="2961199472" sldId="1221"/>
            <ac:spMk id="62" creationId="{2D1BD04D-F36C-4069-AB7D-E52930EF5A4E}"/>
          </ac:spMkLst>
        </pc:spChg>
        <pc:spChg chg="del">
          <ac:chgData name="park sehun" userId="a5dd5dda71ea150a" providerId="LiveId" clId="{AB32E646-6EF5-4D32-AE23-7180A52203C7}" dt="2020-11-19T01:12:22.796" v="2819" actId="478"/>
          <ac:spMkLst>
            <pc:docMk/>
            <pc:sldMk cId="2961199472" sldId="1221"/>
            <ac:spMk id="65" creationId="{53F129E3-6D7B-48BB-9761-A6DEE22347C5}"/>
          </ac:spMkLst>
        </pc:spChg>
        <pc:spChg chg="mod">
          <ac:chgData name="park sehun" userId="a5dd5dda71ea150a" providerId="LiveId" clId="{AB32E646-6EF5-4D32-AE23-7180A52203C7}" dt="2020-11-19T01:15:10.915" v="3123" actId="1038"/>
          <ac:spMkLst>
            <pc:docMk/>
            <pc:sldMk cId="2961199472" sldId="1221"/>
            <ac:spMk id="66" creationId="{186D568E-3C76-4B43-8ACD-7EFA2134FAAA}"/>
          </ac:spMkLst>
        </pc:spChg>
        <pc:spChg chg="del">
          <ac:chgData name="park sehun" userId="a5dd5dda71ea150a" providerId="LiveId" clId="{AB32E646-6EF5-4D32-AE23-7180A52203C7}" dt="2020-11-19T01:15:00.211" v="3030" actId="478"/>
          <ac:spMkLst>
            <pc:docMk/>
            <pc:sldMk cId="2961199472" sldId="1221"/>
            <ac:spMk id="69" creationId="{95B28291-492C-4EC3-98CD-1D7C84B2DA63}"/>
          </ac:spMkLst>
        </pc:spChg>
        <pc:spChg chg="mod">
          <ac:chgData name="park sehun" userId="a5dd5dda71ea150a" providerId="LiveId" clId="{AB32E646-6EF5-4D32-AE23-7180A52203C7}" dt="2020-11-19T01:02:52.436" v="2696" actId="20577"/>
          <ac:spMkLst>
            <pc:docMk/>
            <pc:sldMk cId="2961199472" sldId="1221"/>
            <ac:spMk id="62466" creationId="{00000000-0000-0000-0000-000000000000}"/>
          </ac:spMkLst>
        </pc:spChg>
        <pc:graphicFrameChg chg="mod">
          <ac:chgData name="park sehun" userId="a5dd5dda71ea150a" providerId="LiveId" clId="{AB32E646-6EF5-4D32-AE23-7180A52203C7}" dt="2020-11-19T01:15:05.028" v="3066" actId="1037"/>
          <ac:graphicFrameMkLst>
            <pc:docMk/>
            <pc:sldMk cId="2961199472" sldId="1221"/>
            <ac:graphicFrameMk id="2" creationId="{811A7EBA-E1AD-458F-8685-69A517FB66EB}"/>
          </ac:graphicFrameMkLst>
        </pc:graphicFrameChg>
        <pc:graphicFrameChg chg="mod">
          <ac:chgData name="park sehun" userId="a5dd5dda71ea150a" providerId="LiveId" clId="{AB32E646-6EF5-4D32-AE23-7180A52203C7}" dt="2020-11-19T01:15:05.028" v="3066" actId="1037"/>
          <ac:graphicFrameMkLst>
            <pc:docMk/>
            <pc:sldMk cId="2961199472" sldId="1221"/>
            <ac:graphicFrameMk id="25" creationId="{C0C9126C-331F-45FC-9F71-90CD554395D2}"/>
          </ac:graphicFrameMkLst>
        </pc:graphicFrameChg>
        <pc:graphicFrameChg chg="mod modGraphic">
          <ac:chgData name="park sehun" userId="a5dd5dda71ea150a" providerId="LiveId" clId="{AB32E646-6EF5-4D32-AE23-7180A52203C7}" dt="2020-11-19T01:15:05.028" v="3066" actId="1037"/>
          <ac:graphicFrameMkLst>
            <pc:docMk/>
            <pc:sldMk cId="2961199472" sldId="1221"/>
            <ac:graphicFrameMk id="39" creationId="{A62F05A6-AD69-45C6-B6A2-4C6E055825D9}"/>
          </ac:graphicFrameMkLst>
        </pc:graphicFrameChg>
        <pc:graphicFrameChg chg="mod modGraphic">
          <ac:chgData name="park sehun" userId="a5dd5dda71ea150a" providerId="LiveId" clId="{AB32E646-6EF5-4D32-AE23-7180A52203C7}" dt="2020-11-19T01:15:05.028" v="3066" actId="1037"/>
          <ac:graphicFrameMkLst>
            <pc:docMk/>
            <pc:sldMk cId="2961199472" sldId="1221"/>
            <ac:graphicFrameMk id="43" creationId="{429A1E22-AB41-47DA-8059-32655F8402F8}"/>
          </ac:graphicFrameMkLst>
        </pc:graphicFrameChg>
        <pc:graphicFrameChg chg="mod">
          <ac:chgData name="park sehun" userId="a5dd5dda71ea150a" providerId="LiveId" clId="{AB32E646-6EF5-4D32-AE23-7180A52203C7}" dt="2020-11-19T01:15:05.028" v="3066" actId="1037"/>
          <ac:graphicFrameMkLst>
            <pc:docMk/>
            <pc:sldMk cId="2961199472" sldId="1221"/>
            <ac:graphicFrameMk id="53" creationId="{41C6BE4E-8526-416A-8A8B-276BCD742713}"/>
          </ac:graphicFrameMkLst>
        </pc:graphicFrameChg>
        <pc:graphicFrameChg chg="del">
          <ac:chgData name="park sehun" userId="a5dd5dda71ea150a" providerId="LiveId" clId="{AB32E646-6EF5-4D32-AE23-7180A52203C7}" dt="2020-11-19T01:14:15.891" v="2869" actId="478"/>
          <ac:graphicFrameMkLst>
            <pc:docMk/>
            <pc:sldMk cId="2961199472" sldId="1221"/>
            <ac:graphicFrameMk id="61" creationId="{BBF664F1-B26D-4361-81B2-336EFE77B3CD}"/>
          </ac:graphicFrameMkLst>
        </pc:graphicFrameChg>
        <pc:cxnChg chg="mod">
          <ac:chgData name="park sehun" userId="a5dd5dda71ea150a" providerId="LiveId" clId="{AB32E646-6EF5-4D32-AE23-7180A52203C7}" dt="2020-11-19T01:15:05.028" v="3066" actId="1037"/>
          <ac:cxnSpMkLst>
            <pc:docMk/>
            <pc:sldMk cId="2961199472" sldId="1221"/>
            <ac:cxnSpMk id="26" creationId="{24A1FD71-0A62-4C6B-B42B-C9BD7AEE4BD7}"/>
          </ac:cxnSpMkLst>
        </pc:cxnChg>
        <pc:cxnChg chg="mod">
          <ac:chgData name="park sehun" userId="a5dd5dda71ea150a" providerId="LiveId" clId="{AB32E646-6EF5-4D32-AE23-7180A52203C7}" dt="2020-11-19T01:15:05.028" v="3066" actId="1037"/>
          <ac:cxnSpMkLst>
            <pc:docMk/>
            <pc:sldMk cId="2961199472" sldId="1221"/>
            <ac:cxnSpMk id="44" creationId="{9F10C886-3C7F-4A66-834F-1C58190B4B59}"/>
          </ac:cxnSpMkLst>
        </pc:cxnChg>
        <pc:cxnChg chg="mod">
          <ac:chgData name="park sehun" userId="a5dd5dda71ea150a" providerId="LiveId" clId="{AB32E646-6EF5-4D32-AE23-7180A52203C7}" dt="2020-11-19T01:15:05.028" v="3066" actId="1037"/>
          <ac:cxnSpMkLst>
            <pc:docMk/>
            <pc:sldMk cId="2961199472" sldId="1221"/>
            <ac:cxnSpMk id="52" creationId="{E43F0DF3-A70C-44BC-A835-09782FF6B9EB}"/>
          </ac:cxnSpMkLst>
        </pc:cxnChg>
        <pc:cxnChg chg="mod">
          <ac:chgData name="park sehun" userId="a5dd5dda71ea150a" providerId="LiveId" clId="{AB32E646-6EF5-4D32-AE23-7180A52203C7}" dt="2020-11-19T01:15:05.028" v="3066" actId="1037"/>
          <ac:cxnSpMkLst>
            <pc:docMk/>
            <pc:sldMk cId="2961199472" sldId="1221"/>
            <ac:cxnSpMk id="55" creationId="{DBB0FA4A-855A-4A8F-9CFC-A8523A31DED5}"/>
          </ac:cxnSpMkLst>
        </pc:cxnChg>
        <pc:cxnChg chg="del mod">
          <ac:chgData name="park sehun" userId="a5dd5dda71ea150a" providerId="LiveId" clId="{AB32E646-6EF5-4D32-AE23-7180A52203C7}" dt="2020-11-19T01:14:18.122" v="2870" actId="478"/>
          <ac:cxnSpMkLst>
            <pc:docMk/>
            <pc:sldMk cId="2961199472" sldId="1221"/>
            <ac:cxnSpMk id="63" creationId="{1C4B3E99-1BBC-479E-8BC3-78CB9A9785C7}"/>
          </ac:cxnSpMkLst>
        </pc:cxnChg>
        <pc:cxnChg chg="mod">
          <ac:chgData name="park sehun" userId="a5dd5dda71ea150a" providerId="LiveId" clId="{AB32E646-6EF5-4D32-AE23-7180A52203C7}" dt="2020-11-19T01:15:16.443" v="3166" actId="1037"/>
          <ac:cxnSpMkLst>
            <pc:docMk/>
            <pc:sldMk cId="2961199472" sldId="1221"/>
            <ac:cxnSpMk id="64" creationId="{5270DB07-824E-40A1-BADC-DE6D19836E63}"/>
          </ac:cxnSpMkLst>
        </pc:cxnChg>
      </pc:sldChg>
      <pc:sldChg chg="addSp delSp modSp add mod delAnim modAnim">
        <pc:chgData name="park sehun" userId="a5dd5dda71ea150a" providerId="LiveId" clId="{AB32E646-6EF5-4D32-AE23-7180A52203C7}" dt="2020-11-19T05:10:56.820" v="5912" actId="14100"/>
        <pc:sldMkLst>
          <pc:docMk/>
          <pc:sldMk cId="2950457685" sldId="1222"/>
        </pc:sldMkLst>
        <pc:spChg chg="del mod">
          <ac:chgData name="park sehun" userId="a5dd5dda71ea150a" providerId="LiveId" clId="{AB32E646-6EF5-4D32-AE23-7180A52203C7}" dt="2020-11-19T04:28:51.598" v="4152" actId="478"/>
          <ac:spMkLst>
            <pc:docMk/>
            <pc:sldMk cId="2950457685" sldId="1222"/>
            <ac:spMk id="3" creationId="{FC9E13B9-EF17-4916-B870-6423AA600E29}"/>
          </ac:spMkLst>
        </pc:spChg>
        <pc:spChg chg="del">
          <ac:chgData name="park sehun" userId="a5dd5dda71ea150a" providerId="LiveId" clId="{AB32E646-6EF5-4D32-AE23-7180A52203C7}" dt="2020-11-19T02:16:16.895" v="4007" actId="478"/>
          <ac:spMkLst>
            <pc:docMk/>
            <pc:sldMk cId="2950457685" sldId="1222"/>
            <ac:spMk id="4" creationId="{9DA76C4A-1B38-4C07-A24B-3F7114B667CD}"/>
          </ac:spMkLst>
        </pc:spChg>
        <pc:spChg chg="add del mod">
          <ac:chgData name="park sehun" userId="a5dd5dda71ea150a" providerId="LiveId" clId="{AB32E646-6EF5-4D32-AE23-7180A52203C7}" dt="2020-11-19T04:15:37.256" v="4008" actId="478"/>
          <ac:spMkLst>
            <pc:docMk/>
            <pc:sldMk cId="2950457685" sldId="1222"/>
            <ac:spMk id="5" creationId="{E7908819-3DBD-4526-8741-7C7FD11E42D1}"/>
          </ac:spMkLst>
        </pc:spChg>
        <pc:spChg chg="add mod">
          <ac:chgData name="park sehun" userId="a5dd5dda71ea150a" providerId="LiveId" clId="{AB32E646-6EF5-4D32-AE23-7180A52203C7}" dt="2020-11-19T04:49:55.824" v="4691" actId="1038"/>
          <ac:spMkLst>
            <pc:docMk/>
            <pc:sldMk cId="2950457685" sldId="1222"/>
            <ac:spMk id="11" creationId="{52A99FCB-9AD9-4395-9576-5E941608D118}"/>
          </ac:spMkLst>
        </pc:spChg>
        <pc:spChg chg="mod">
          <ac:chgData name="park sehun" userId="a5dd5dda71ea150a" providerId="LiveId" clId="{AB32E646-6EF5-4D32-AE23-7180A52203C7}" dt="2020-11-19T04:36:14.039" v="4452" actId="1035"/>
          <ac:spMkLst>
            <pc:docMk/>
            <pc:sldMk cId="2950457685" sldId="1222"/>
            <ac:spMk id="27" creationId="{F4A11494-B244-45B1-BB14-C8660C6B2A0A}"/>
          </ac:spMkLst>
        </pc:spChg>
        <pc:spChg chg="mod">
          <ac:chgData name="park sehun" userId="a5dd5dda71ea150a" providerId="LiveId" clId="{AB32E646-6EF5-4D32-AE23-7180A52203C7}" dt="2020-11-19T04:30:53.408" v="4315" actId="1035"/>
          <ac:spMkLst>
            <pc:docMk/>
            <pc:sldMk cId="2950457685" sldId="1222"/>
            <ac:spMk id="31" creationId="{9B0E4E7D-88AA-4B9B-8112-E1FB861D8FA8}"/>
          </ac:spMkLst>
        </pc:spChg>
        <pc:spChg chg="mod">
          <ac:chgData name="park sehun" userId="a5dd5dda71ea150a" providerId="LiveId" clId="{AB32E646-6EF5-4D32-AE23-7180A52203C7}" dt="2020-11-19T05:07:36.032" v="5448" actId="1037"/>
          <ac:spMkLst>
            <pc:docMk/>
            <pc:sldMk cId="2950457685" sldId="1222"/>
            <ac:spMk id="32" creationId="{A85E808A-0722-487C-B886-B682A4789536}"/>
          </ac:spMkLst>
        </pc:spChg>
        <pc:spChg chg="mod">
          <ac:chgData name="park sehun" userId="a5dd5dda71ea150a" providerId="LiveId" clId="{AB32E646-6EF5-4D32-AE23-7180A52203C7}" dt="2020-11-19T05:08:34.735" v="5614" actId="1038"/>
          <ac:spMkLst>
            <pc:docMk/>
            <pc:sldMk cId="2950457685" sldId="1222"/>
            <ac:spMk id="33" creationId="{B5AC43DE-1449-4AB0-A620-8F76879695C5}"/>
          </ac:spMkLst>
        </pc:spChg>
        <pc:spChg chg="mod">
          <ac:chgData name="park sehun" userId="a5dd5dda71ea150a" providerId="LiveId" clId="{AB32E646-6EF5-4D32-AE23-7180A52203C7}" dt="2020-11-19T04:36:31.569" v="4462" actId="1038"/>
          <ac:spMkLst>
            <pc:docMk/>
            <pc:sldMk cId="2950457685" sldId="1222"/>
            <ac:spMk id="34" creationId="{81C55460-73F0-4034-8134-416725BC4CF2}"/>
          </ac:spMkLst>
        </pc:spChg>
        <pc:spChg chg="mod">
          <ac:chgData name="park sehun" userId="a5dd5dda71ea150a" providerId="LiveId" clId="{AB32E646-6EF5-4D32-AE23-7180A52203C7}" dt="2020-11-19T04:36:31.569" v="4462" actId="1038"/>
          <ac:spMkLst>
            <pc:docMk/>
            <pc:sldMk cId="2950457685" sldId="1222"/>
            <ac:spMk id="35" creationId="{DC12904C-C3CC-450E-A0AE-EFFA62B8A391}"/>
          </ac:spMkLst>
        </pc:spChg>
        <pc:spChg chg="add mod">
          <ac:chgData name="park sehun" userId="a5dd5dda71ea150a" providerId="LiveId" clId="{AB32E646-6EF5-4D32-AE23-7180A52203C7}" dt="2020-11-19T05:08:31.592" v="5613" actId="167"/>
          <ac:spMkLst>
            <pc:docMk/>
            <pc:sldMk cId="2950457685" sldId="1222"/>
            <ac:spMk id="36" creationId="{A0414E30-0BCE-445C-96E3-34D3528D5AD8}"/>
          </ac:spMkLst>
        </pc:spChg>
        <pc:spChg chg="del">
          <ac:chgData name="park sehun" userId="a5dd5dda71ea150a" providerId="LiveId" clId="{AB32E646-6EF5-4D32-AE23-7180A52203C7}" dt="2020-11-19T04:35:59.263" v="4417" actId="478"/>
          <ac:spMkLst>
            <pc:docMk/>
            <pc:sldMk cId="2950457685" sldId="1222"/>
            <ac:spMk id="46" creationId="{39596502-F217-40A1-9309-171F126184B4}"/>
          </ac:spMkLst>
        </pc:spChg>
        <pc:spChg chg="add mod">
          <ac:chgData name="park sehun" userId="a5dd5dda71ea150a" providerId="LiveId" clId="{AB32E646-6EF5-4D32-AE23-7180A52203C7}" dt="2020-11-19T05:03:09.302" v="5194" actId="1035"/>
          <ac:spMkLst>
            <pc:docMk/>
            <pc:sldMk cId="2950457685" sldId="1222"/>
            <ac:spMk id="47" creationId="{4C9748FF-95AE-4432-A6F9-4D5B83DA9548}"/>
          </ac:spMkLst>
        </pc:spChg>
        <pc:spChg chg="del">
          <ac:chgData name="park sehun" userId="a5dd5dda71ea150a" providerId="LiveId" clId="{AB32E646-6EF5-4D32-AE23-7180A52203C7}" dt="2020-11-19T04:35:49.785" v="4415" actId="478"/>
          <ac:spMkLst>
            <pc:docMk/>
            <pc:sldMk cId="2950457685" sldId="1222"/>
            <ac:spMk id="48" creationId="{D34EA82B-DF6C-434D-B212-41885432C2EF}"/>
          </ac:spMkLst>
        </pc:spChg>
        <pc:spChg chg="add mod">
          <ac:chgData name="park sehun" userId="a5dd5dda71ea150a" providerId="LiveId" clId="{AB32E646-6EF5-4D32-AE23-7180A52203C7}" dt="2020-11-19T05:03:43.502" v="5203" actId="1036"/>
          <ac:spMkLst>
            <pc:docMk/>
            <pc:sldMk cId="2950457685" sldId="1222"/>
            <ac:spMk id="50" creationId="{80DD2848-394F-4C87-A1D2-5A294AD6878D}"/>
          </ac:spMkLst>
        </pc:spChg>
        <pc:spChg chg="mod">
          <ac:chgData name="park sehun" userId="a5dd5dda71ea150a" providerId="LiveId" clId="{AB32E646-6EF5-4D32-AE23-7180A52203C7}" dt="2020-11-19T05:08:52.432" v="5715" actId="14100"/>
          <ac:spMkLst>
            <pc:docMk/>
            <pc:sldMk cId="2950457685" sldId="1222"/>
            <ac:spMk id="51" creationId="{112D1234-B3D4-4B23-A113-97B53EE6197C}"/>
          </ac:spMkLst>
        </pc:spChg>
        <pc:spChg chg="mod">
          <ac:chgData name="park sehun" userId="a5dd5dda71ea150a" providerId="LiveId" clId="{AB32E646-6EF5-4D32-AE23-7180A52203C7}" dt="2020-11-19T04:32:14.961" v="4373" actId="20577"/>
          <ac:spMkLst>
            <pc:docMk/>
            <pc:sldMk cId="2950457685" sldId="1222"/>
            <ac:spMk id="54" creationId="{C29D6112-022A-4BE0-B087-9B0A74023A45}"/>
          </ac:spMkLst>
        </pc:spChg>
        <pc:spChg chg="mod">
          <ac:chgData name="park sehun" userId="a5dd5dda71ea150a" providerId="LiveId" clId="{AB32E646-6EF5-4D32-AE23-7180A52203C7}" dt="2020-11-19T04:29:05.176" v="4171" actId="1037"/>
          <ac:spMkLst>
            <pc:docMk/>
            <pc:sldMk cId="2950457685" sldId="1222"/>
            <ac:spMk id="56" creationId="{BBD94C56-1AB2-4634-A417-DB8456950166}"/>
          </ac:spMkLst>
        </pc:spChg>
        <pc:spChg chg="mod">
          <ac:chgData name="park sehun" userId="a5dd5dda71ea150a" providerId="LiveId" clId="{AB32E646-6EF5-4D32-AE23-7180A52203C7}" dt="2020-11-19T04:51:01.673" v="4736" actId="1076"/>
          <ac:spMkLst>
            <pc:docMk/>
            <pc:sldMk cId="2950457685" sldId="1222"/>
            <ac:spMk id="59" creationId="{7AF49ED2-0882-4AA4-A6BA-608EF6953321}"/>
          </ac:spMkLst>
        </pc:spChg>
        <pc:spChg chg="add mod">
          <ac:chgData name="park sehun" userId="a5dd5dda71ea150a" providerId="LiveId" clId="{AB32E646-6EF5-4D32-AE23-7180A52203C7}" dt="2020-11-19T05:00:23.967" v="4953" actId="1035"/>
          <ac:spMkLst>
            <pc:docMk/>
            <pc:sldMk cId="2950457685" sldId="1222"/>
            <ac:spMk id="68" creationId="{82919A6A-93E8-4DAB-A771-A352D69D0BB5}"/>
          </ac:spMkLst>
        </pc:spChg>
        <pc:spChg chg="mod">
          <ac:chgData name="park sehun" userId="a5dd5dda71ea150a" providerId="LiveId" clId="{AB32E646-6EF5-4D32-AE23-7180A52203C7}" dt="2020-11-19T04:50:39.773" v="4732" actId="1076"/>
          <ac:spMkLst>
            <pc:docMk/>
            <pc:sldMk cId="2950457685" sldId="1222"/>
            <ac:spMk id="69" creationId="{95B28291-492C-4EC3-98CD-1D7C84B2DA63}"/>
          </ac:spMkLst>
        </pc:spChg>
        <pc:spChg chg="add mod">
          <ac:chgData name="park sehun" userId="a5dd5dda71ea150a" providerId="LiveId" clId="{AB32E646-6EF5-4D32-AE23-7180A52203C7}" dt="2020-11-19T05:07:13.886" v="5400" actId="1035"/>
          <ac:spMkLst>
            <pc:docMk/>
            <pc:sldMk cId="2950457685" sldId="1222"/>
            <ac:spMk id="83" creationId="{47A77178-F627-4781-808C-58463F0B2C2A}"/>
          </ac:spMkLst>
        </pc:spChg>
        <pc:spChg chg="add mod">
          <ac:chgData name="park sehun" userId="a5dd5dda71ea150a" providerId="LiveId" clId="{AB32E646-6EF5-4D32-AE23-7180A52203C7}" dt="2020-11-19T05:07:57.426" v="5565" actId="14100"/>
          <ac:spMkLst>
            <pc:docMk/>
            <pc:sldMk cId="2950457685" sldId="1222"/>
            <ac:spMk id="84" creationId="{938CBBF4-848F-4D42-A3B8-17BFCEB476CC}"/>
          </ac:spMkLst>
        </pc:spChg>
        <pc:spChg chg="add mod">
          <ac:chgData name="park sehun" userId="a5dd5dda71ea150a" providerId="LiveId" clId="{AB32E646-6EF5-4D32-AE23-7180A52203C7}" dt="2020-11-19T05:09:28.767" v="5758" actId="1038"/>
          <ac:spMkLst>
            <pc:docMk/>
            <pc:sldMk cId="2950457685" sldId="1222"/>
            <ac:spMk id="85" creationId="{09B2E101-841C-4766-9B13-40DDE72E999D}"/>
          </ac:spMkLst>
        </pc:spChg>
        <pc:spChg chg="add mod">
          <ac:chgData name="park sehun" userId="a5dd5dda71ea150a" providerId="LiveId" clId="{AB32E646-6EF5-4D32-AE23-7180A52203C7}" dt="2020-11-19T05:09:47.866" v="5906" actId="14100"/>
          <ac:spMkLst>
            <pc:docMk/>
            <pc:sldMk cId="2950457685" sldId="1222"/>
            <ac:spMk id="86" creationId="{EAA4648B-EC11-4B89-B3ED-722664FE314A}"/>
          </ac:spMkLst>
        </pc:spChg>
        <pc:spChg chg="mod">
          <ac:chgData name="park sehun" userId="a5dd5dda71ea150a" providerId="LiveId" clId="{AB32E646-6EF5-4D32-AE23-7180A52203C7}" dt="2020-11-19T01:59:18.856" v="3990" actId="20577"/>
          <ac:spMkLst>
            <pc:docMk/>
            <pc:sldMk cId="2950457685" sldId="1222"/>
            <ac:spMk id="62466" creationId="{00000000-0000-0000-0000-000000000000}"/>
          </ac:spMkLst>
        </pc:spChg>
        <pc:graphicFrameChg chg="modGraphic">
          <ac:chgData name="park sehun" userId="a5dd5dda71ea150a" providerId="LiveId" clId="{AB32E646-6EF5-4D32-AE23-7180A52203C7}" dt="2020-11-19T04:48:32.961" v="4590" actId="20577"/>
          <ac:graphicFrameMkLst>
            <pc:docMk/>
            <pc:sldMk cId="2950457685" sldId="1222"/>
            <ac:graphicFrameMk id="2" creationId="{811A7EBA-E1AD-458F-8685-69A517FB66EB}"/>
          </ac:graphicFrameMkLst>
        </pc:graphicFrameChg>
        <pc:graphicFrameChg chg="modGraphic">
          <ac:chgData name="park sehun" userId="a5dd5dda71ea150a" providerId="LiveId" clId="{AB32E646-6EF5-4D32-AE23-7180A52203C7}" dt="2020-11-19T04:49:10.158" v="4631" actId="20577"/>
          <ac:graphicFrameMkLst>
            <pc:docMk/>
            <pc:sldMk cId="2950457685" sldId="1222"/>
            <ac:graphicFrameMk id="25" creationId="{C0C9126C-331F-45FC-9F71-90CD554395D2}"/>
          </ac:graphicFrameMkLst>
        </pc:graphicFrameChg>
        <pc:graphicFrameChg chg="mod modGraphic">
          <ac:chgData name="park sehun" userId="a5dd5dda71ea150a" providerId="LiveId" clId="{AB32E646-6EF5-4D32-AE23-7180A52203C7}" dt="2020-11-19T04:36:31.569" v="4462" actId="1038"/>
          <ac:graphicFrameMkLst>
            <pc:docMk/>
            <pc:sldMk cId="2950457685" sldId="1222"/>
            <ac:graphicFrameMk id="39" creationId="{A62F05A6-AD69-45C6-B6A2-4C6E055825D9}"/>
          </ac:graphicFrameMkLst>
        </pc:graphicFrameChg>
        <pc:graphicFrameChg chg="del">
          <ac:chgData name="park sehun" userId="a5dd5dda71ea150a" providerId="LiveId" clId="{AB32E646-6EF5-4D32-AE23-7180A52203C7}" dt="2020-11-19T04:35:59.263" v="4417" actId="478"/>
          <ac:graphicFrameMkLst>
            <pc:docMk/>
            <pc:sldMk cId="2950457685" sldId="1222"/>
            <ac:graphicFrameMk id="43" creationId="{429A1E22-AB41-47DA-8059-32655F8402F8}"/>
          </ac:graphicFrameMkLst>
        </pc:graphicFrameChg>
        <pc:graphicFrameChg chg="mod modGraphic">
          <ac:chgData name="park sehun" userId="a5dd5dda71ea150a" providerId="LiveId" clId="{AB32E646-6EF5-4D32-AE23-7180A52203C7}" dt="2020-11-19T04:50:54.775" v="4735" actId="1036"/>
          <ac:graphicFrameMkLst>
            <pc:docMk/>
            <pc:sldMk cId="2950457685" sldId="1222"/>
            <ac:graphicFrameMk id="53" creationId="{41C6BE4E-8526-416A-8A8B-276BCD742713}"/>
          </ac:graphicFrameMkLst>
        </pc:graphicFrameChg>
        <pc:graphicFrameChg chg="mod modGraphic">
          <ac:chgData name="park sehun" userId="a5dd5dda71ea150a" providerId="LiveId" clId="{AB32E646-6EF5-4D32-AE23-7180A52203C7}" dt="2020-11-19T05:03:09.302" v="5194" actId="1035"/>
          <ac:graphicFrameMkLst>
            <pc:docMk/>
            <pc:sldMk cId="2950457685" sldId="1222"/>
            <ac:graphicFrameMk id="61" creationId="{BBF664F1-B26D-4361-81B2-336EFE77B3CD}"/>
          </ac:graphicFrameMkLst>
        </pc:graphicFrameChg>
        <pc:graphicFrameChg chg="add mod modGraphic">
          <ac:chgData name="park sehun" userId="a5dd5dda71ea150a" providerId="LiveId" clId="{AB32E646-6EF5-4D32-AE23-7180A52203C7}" dt="2020-11-19T05:03:39.391" v="5199" actId="1036"/>
          <ac:graphicFrameMkLst>
            <pc:docMk/>
            <pc:sldMk cId="2950457685" sldId="1222"/>
            <ac:graphicFrameMk id="62" creationId="{752CF203-140B-4C4B-A64E-5249B740111A}"/>
          </ac:graphicFrameMkLst>
        </pc:graphicFrameChg>
        <pc:graphicFrameChg chg="add mod">
          <ac:chgData name="park sehun" userId="a5dd5dda71ea150a" providerId="LiveId" clId="{AB32E646-6EF5-4D32-AE23-7180A52203C7}" dt="2020-11-19T05:07:13.886" v="5400" actId="1035"/>
          <ac:graphicFrameMkLst>
            <pc:docMk/>
            <pc:sldMk cId="2950457685" sldId="1222"/>
            <ac:graphicFrameMk id="81" creationId="{DCC00BAE-FEB3-4884-A0A7-166B0CAD344A}"/>
          </ac:graphicFrameMkLst>
        </pc:graphicFrameChg>
        <pc:picChg chg="add mod">
          <ac:chgData name="park sehun" userId="a5dd5dda71ea150a" providerId="LiveId" clId="{AB32E646-6EF5-4D32-AE23-7180A52203C7}" dt="2020-11-19T05:03:09.302" v="5194" actId="1035"/>
          <ac:picMkLst>
            <pc:docMk/>
            <pc:sldMk cId="2950457685" sldId="1222"/>
            <ac:picMk id="23" creationId="{5FBFDAA2-FA32-4A0A-9E9B-DCA251724393}"/>
          </ac:picMkLst>
        </pc:picChg>
        <pc:picChg chg="add mod">
          <ac:chgData name="park sehun" userId="a5dd5dda71ea150a" providerId="LiveId" clId="{AB32E646-6EF5-4D32-AE23-7180A52203C7}" dt="2020-11-19T05:03:43.502" v="5203" actId="1036"/>
          <ac:picMkLst>
            <pc:docMk/>
            <pc:sldMk cId="2950457685" sldId="1222"/>
            <ac:picMk id="49" creationId="{2D5E807C-EDE3-4FBF-8133-E497C73C837E}"/>
          </ac:picMkLst>
        </pc:picChg>
        <pc:picChg chg="add mod">
          <ac:chgData name="park sehun" userId="a5dd5dda71ea150a" providerId="LiveId" clId="{AB32E646-6EF5-4D32-AE23-7180A52203C7}" dt="2020-11-19T05:05:20.694" v="5225" actId="1038"/>
          <ac:picMkLst>
            <pc:docMk/>
            <pc:sldMk cId="2950457685" sldId="1222"/>
            <ac:picMk id="58" creationId="{750A3771-3412-43CC-B621-3336BFD70BCB}"/>
          </ac:picMkLst>
        </pc:picChg>
        <pc:picChg chg="add mod">
          <ac:chgData name="park sehun" userId="a5dd5dda71ea150a" providerId="LiveId" clId="{AB32E646-6EF5-4D32-AE23-7180A52203C7}" dt="2020-11-19T05:05:26.638" v="5269" actId="1038"/>
          <ac:picMkLst>
            <pc:docMk/>
            <pc:sldMk cId="2950457685" sldId="1222"/>
            <ac:picMk id="60" creationId="{0532F13E-F569-4EA8-B0A5-B25DA04EE6BC}"/>
          </ac:picMkLst>
        </pc:picChg>
        <pc:picChg chg="add mod">
          <ac:chgData name="park sehun" userId="a5dd5dda71ea150a" providerId="LiveId" clId="{AB32E646-6EF5-4D32-AE23-7180A52203C7}" dt="2020-11-19T05:05:36.888" v="5312" actId="1035"/>
          <ac:picMkLst>
            <pc:docMk/>
            <pc:sldMk cId="2950457685" sldId="1222"/>
            <ac:picMk id="74" creationId="{48730068-462C-4CAB-9BE0-0D5F08C421EB}"/>
          </ac:picMkLst>
        </pc:picChg>
        <pc:picChg chg="add mod">
          <ac:chgData name="park sehun" userId="a5dd5dda71ea150a" providerId="LiveId" clId="{AB32E646-6EF5-4D32-AE23-7180A52203C7}" dt="2020-11-19T05:05:53.591" v="5343" actId="1038"/>
          <ac:picMkLst>
            <pc:docMk/>
            <pc:sldMk cId="2950457685" sldId="1222"/>
            <ac:picMk id="76" creationId="{750AABA9-55C6-4E69-89F2-11D29C6D32BB}"/>
          </ac:picMkLst>
        </pc:picChg>
        <pc:picChg chg="add mod">
          <ac:chgData name="park sehun" userId="a5dd5dda71ea150a" providerId="LiveId" clId="{AB32E646-6EF5-4D32-AE23-7180A52203C7}" dt="2020-11-19T05:06:41.969" v="5381" actId="1038"/>
          <ac:picMkLst>
            <pc:docMk/>
            <pc:sldMk cId="2950457685" sldId="1222"/>
            <ac:picMk id="78" creationId="{E76570EB-68BD-4A5E-BD8D-B26D70CEAB4B}"/>
          </ac:picMkLst>
        </pc:picChg>
        <pc:cxnChg chg="mod">
          <ac:chgData name="park sehun" userId="a5dd5dda71ea150a" providerId="LiveId" clId="{AB32E646-6EF5-4D32-AE23-7180A52203C7}" dt="2020-11-19T05:10:56.820" v="5912" actId="14100"/>
          <ac:cxnSpMkLst>
            <pc:docMk/>
            <pc:sldMk cId="2950457685" sldId="1222"/>
            <ac:cxnSpMk id="26" creationId="{24A1FD71-0A62-4C6B-B42B-C9BD7AEE4BD7}"/>
          </ac:cxnSpMkLst>
        </pc:cxnChg>
        <pc:cxnChg chg="del mod">
          <ac:chgData name="park sehun" userId="a5dd5dda71ea150a" providerId="LiveId" clId="{AB32E646-6EF5-4D32-AE23-7180A52203C7}" dt="2020-11-19T04:36:04.879" v="4418" actId="478"/>
          <ac:cxnSpMkLst>
            <pc:docMk/>
            <pc:sldMk cId="2950457685" sldId="1222"/>
            <ac:cxnSpMk id="44" creationId="{9F10C886-3C7F-4A66-834F-1C58190B4B59}"/>
          </ac:cxnSpMkLst>
        </pc:cxnChg>
        <pc:cxnChg chg="mod">
          <ac:chgData name="park sehun" userId="a5dd5dda71ea150a" providerId="LiveId" clId="{AB32E646-6EF5-4D32-AE23-7180A52203C7}" dt="2020-11-19T04:36:31.569" v="4462" actId="1038"/>
          <ac:cxnSpMkLst>
            <pc:docMk/>
            <pc:sldMk cId="2950457685" sldId="1222"/>
            <ac:cxnSpMk id="52" creationId="{E43F0DF3-A70C-44BC-A835-09782FF6B9EB}"/>
          </ac:cxnSpMkLst>
        </pc:cxnChg>
        <pc:cxnChg chg="mod">
          <ac:chgData name="park sehun" userId="a5dd5dda71ea150a" providerId="LiveId" clId="{AB32E646-6EF5-4D32-AE23-7180A52203C7}" dt="2020-11-19T04:51:01.673" v="4736" actId="1076"/>
          <ac:cxnSpMkLst>
            <pc:docMk/>
            <pc:sldMk cId="2950457685" sldId="1222"/>
            <ac:cxnSpMk id="55" creationId="{DBB0FA4A-855A-4A8F-9CFC-A8523A31DED5}"/>
          </ac:cxnSpMkLst>
        </pc:cxnChg>
        <pc:cxnChg chg="mod">
          <ac:chgData name="park sehun" userId="a5dd5dda71ea150a" providerId="LiveId" clId="{AB32E646-6EF5-4D32-AE23-7180A52203C7}" dt="2020-11-19T05:03:09.302" v="5194" actId="1035"/>
          <ac:cxnSpMkLst>
            <pc:docMk/>
            <pc:sldMk cId="2950457685" sldId="1222"/>
            <ac:cxnSpMk id="63" creationId="{1C4B3E99-1BBC-479E-8BC3-78CB9A9785C7}"/>
          </ac:cxnSpMkLst>
        </pc:cxnChg>
        <pc:cxnChg chg="add mod">
          <ac:chgData name="park sehun" userId="a5dd5dda71ea150a" providerId="LiveId" clId="{AB32E646-6EF5-4D32-AE23-7180A52203C7}" dt="2020-11-19T05:03:39.391" v="5199" actId="1036"/>
          <ac:cxnSpMkLst>
            <pc:docMk/>
            <pc:sldMk cId="2950457685" sldId="1222"/>
            <ac:cxnSpMk id="67" creationId="{06BFE1E7-1AA0-4C7C-AD9D-716CA7D0B68C}"/>
          </ac:cxnSpMkLst>
        </pc:cxnChg>
        <pc:cxnChg chg="add mod">
          <ac:chgData name="park sehun" userId="a5dd5dda71ea150a" providerId="LiveId" clId="{AB32E646-6EF5-4D32-AE23-7180A52203C7}" dt="2020-11-19T05:07:13.886" v="5400" actId="1035"/>
          <ac:cxnSpMkLst>
            <pc:docMk/>
            <pc:sldMk cId="2950457685" sldId="1222"/>
            <ac:cxnSpMk id="82" creationId="{087AF177-2B65-4806-BF4B-18C1A17612AE}"/>
          </ac:cxnSpMkLst>
        </pc:cxnChg>
      </pc:sldChg>
      <pc:sldChg chg="modSp add del mod">
        <pc:chgData name="park sehun" userId="a5dd5dda71ea150a" providerId="LiveId" clId="{AB32E646-6EF5-4D32-AE23-7180A52203C7}" dt="2020-11-19T05:43:41.806" v="6612" actId="47"/>
        <pc:sldMkLst>
          <pc:docMk/>
          <pc:sldMk cId="3892777755" sldId="1223"/>
        </pc:sldMkLst>
        <pc:spChg chg="mod">
          <ac:chgData name="park sehun" userId="a5dd5dda71ea150a" providerId="LiveId" clId="{AB32E646-6EF5-4D32-AE23-7180A52203C7}" dt="2020-11-19T02:14:43.703" v="4000" actId="20577"/>
          <ac:spMkLst>
            <pc:docMk/>
            <pc:sldMk cId="3892777755" sldId="1223"/>
            <ac:spMk id="62466" creationId="{00000000-0000-0000-0000-000000000000}"/>
          </ac:spMkLst>
        </pc:spChg>
      </pc:sldChg>
      <pc:sldChg chg="addSp delSp modSp add mod delAnim modAnim">
        <pc:chgData name="park sehun" userId="a5dd5dda71ea150a" providerId="LiveId" clId="{AB32E646-6EF5-4D32-AE23-7180A52203C7}" dt="2020-11-23T04:26:10.806" v="9167"/>
        <pc:sldMkLst>
          <pc:docMk/>
          <pc:sldMk cId="574439438" sldId="1224"/>
        </pc:sldMkLst>
        <pc:spChg chg="add mod">
          <ac:chgData name="park sehun" userId="a5dd5dda71ea150a" providerId="LiveId" clId="{AB32E646-6EF5-4D32-AE23-7180A52203C7}" dt="2020-11-19T05:44:32.099" v="6663" actId="20577"/>
          <ac:spMkLst>
            <pc:docMk/>
            <pc:sldMk cId="574439438" sldId="1224"/>
            <ac:spMk id="10" creationId="{64DD14D7-124C-4AB3-9C78-68F8380A6EF3}"/>
          </ac:spMkLst>
        </pc:spChg>
        <pc:spChg chg="mod">
          <ac:chgData name="park sehun" userId="a5dd5dda71ea150a" providerId="LiveId" clId="{AB32E646-6EF5-4D32-AE23-7180A52203C7}" dt="2020-11-19T05:17:08.214" v="6116" actId="1037"/>
          <ac:spMkLst>
            <pc:docMk/>
            <pc:sldMk cId="574439438" sldId="1224"/>
            <ac:spMk id="11" creationId="{52A99FCB-9AD9-4395-9576-5E941608D118}"/>
          </ac:spMkLst>
        </pc:spChg>
        <pc:spChg chg="mod">
          <ac:chgData name="park sehun" userId="a5dd5dda71ea150a" providerId="LiveId" clId="{AB32E646-6EF5-4D32-AE23-7180A52203C7}" dt="2020-11-19T05:16:10.015" v="6075" actId="1038"/>
          <ac:spMkLst>
            <pc:docMk/>
            <pc:sldMk cId="574439438" sldId="1224"/>
            <ac:spMk id="27" creationId="{F4A11494-B244-45B1-BB14-C8660C6B2A0A}"/>
          </ac:spMkLst>
        </pc:spChg>
        <pc:spChg chg="del">
          <ac:chgData name="park sehun" userId="a5dd5dda71ea150a" providerId="LiveId" clId="{AB32E646-6EF5-4D32-AE23-7180A52203C7}" dt="2020-11-19T05:14:58.271" v="5923" actId="478"/>
          <ac:spMkLst>
            <pc:docMk/>
            <pc:sldMk cId="574439438" sldId="1224"/>
            <ac:spMk id="31" creationId="{9B0E4E7D-88AA-4B9B-8112-E1FB861D8FA8}"/>
          </ac:spMkLst>
        </pc:spChg>
        <pc:spChg chg="del">
          <ac:chgData name="park sehun" userId="a5dd5dda71ea150a" providerId="LiveId" clId="{AB32E646-6EF5-4D32-AE23-7180A52203C7}" dt="2020-11-19T05:14:58.271" v="5923" actId="478"/>
          <ac:spMkLst>
            <pc:docMk/>
            <pc:sldMk cId="574439438" sldId="1224"/>
            <ac:spMk id="32" creationId="{A85E808A-0722-487C-B886-B682A4789536}"/>
          </ac:spMkLst>
        </pc:spChg>
        <pc:spChg chg="del">
          <ac:chgData name="park sehun" userId="a5dd5dda71ea150a" providerId="LiveId" clId="{AB32E646-6EF5-4D32-AE23-7180A52203C7}" dt="2020-11-19T05:14:58.271" v="5923" actId="478"/>
          <ac:spMkLst>
            <pc:docMk/>
            <pc:sldMk cId="574439438" sldId="1224"/>
            <ac:spMk id="33" creationId="{B5AC43DE-1449-4AB0-A620-8F76879695C5}"/>
          </ac:spMkLst>
        </pc:spChg>
        <pc:spChg chg="del mod">
          <ac:chgData name="park sehun" userId="a5dd5dda71ea150a" providerId="LiveId" clId="{AB32E646-6EF5-4D32-AE23-7180A52203C7}" dt="2020-11-19T05:16:37.949" v="6079" actId="478"/>
          <ac:spMkLst>
            <pc:docMk/>
            <pc:sldMk cId="574439438" sldId="1224"/>
            <ac:spMk id="34" creationId="{81C55460-73F0-4034-8134-416725BC4CF2}"/>
          </ac:spMkLst>
        </pc:spChg>
        <pc:spChg chg="del mod">
          <ac:chgData name="park sehun" userId="a5dd5dda71ea150a" providerId="LiveId" clId="{AB32E646-6EF5-4D32-AE23-7180A52203C7}" dt="2020-11-19T05:16:15.604" v="6076" actId="478"/>
          <ac:spMkLst>
            <pc:docMk/>
            <pc:sldMk cId="574439438" sldId="1224"/>
            <ac:spMk id="35" creationId="{DC12904C-C3CC-450E-A0AE-EFFA62B8A391}"/>
          </ac:spMkLst>
        </pc:spChg>
        <pc:spChg chg="del">
          <ac:chgData name="park sehun" userId="a5dd5dda71ea150a" providerId="LiveId" clId="{AB32E646-6EF5-4D32-AE23-7180A52203C7}" dt="2020-11-19T05:14:54.660" v="5922" actId="478"/>
          <ac:spMkLst>
            <pc:docMk/>
            <pc:sldMk cId="574439438" sldId="1224"/>
            <ac:spMk id="36" creationId="{A0414E30-0BCE-445C-96E3-34D3528D5AD8}"/>
          </ac:spMkLst>
        </pc:spChg>
        <pc:spChg chg="mod">
          <ac:chgData name="park sehun" userId="a5dd5dda71ea150a" providerId="LiveId" clId="{AB32E646-6EF5-4D32-AE23-7180A52203C7}" dt="2020-11-19T05:16:10.015" v="6075" actId="1038"/>
          <ac:spMkLst>
            <pc:docMk/>
            <pc:sldMk cId="574439438" sldId="1224"/>
            <ac:spMk id="45" creationId="{0A1E440D-697B-40BA-94C0-4DC1CC311A6E}"/>
          </ac:spMkLst>
        </pc:spChg>
        <pc:spChg chg="mod">
          <ac:chgData name="park sehun" userId="a5dd5dda71ea150a" providerId="LiveId" clId="{AB32E646-6EF5-4D32-AE23-7180A52203C7}" dt="2020-11-19T05:17:08.214" v="6116" actId="1037"/>
          <ac:spMkLst>
            <pc:docMk/>
            <pc:sldMk cId="574439438" sldId="1224"/>
            <ac:spMk id="47" creationId="{4C9748FF-95AE-4432-A6F9-4D5B83DA9548}"/>
          </ac:spMkLst>
        </pc:spChg>
        <pc:spChg chg="mod">
          <ac:chgData name="park sehun" userId="a5dd5dda71ea150a" providerId="LiveId" clId="{AB32E646-6EF5-4D32-AE23-7180A52203C7}" dt="2020-11-19T05:42:21.424" v="6492" actId="1036"/>
          <ac:spMkLst>
            <pc:docMk/>
            <pc:sldMk cId="574439438" sldId="1224"/>
            <ac:spMk id="50" creationId="{80DD2848-394F-4C87-A1D2-5A294AD6878D}"/>
          </ac:spMkLst>
        </pc:spChg>
        <pc:spChg chg="del mod">
          <ac:chgData name="park sehun" userId="a5dd5dda71ea150a" providerId="LiveId" clId="{AB32E646-6EF5-4D32-AE23-7180A52203C7}" dt="2020-11-19T05:16:34.648" v="6078" actId="478"/>
          <ac:spMkLst>
            <pc:docMk/>
            <pc:sldMk cId="574439438" sldId="1224"/>
            <ac:spMk id="51" creationId="{112D1234-B3D4-4B23-A113-97B53EE6197C}"/>
          </ac:spMkLst>
        </pc:spChg>
        <pc:spChg chg="mod">
          <ac:chgData name="park sehun" userId="a5dd5dda71ea150a" providerId="LiveId" clId="{AB32E646-6EF5-4D32-AE23-7180A52203C7}" dt="2020-11-19T05:47:45.939" v="6872" actId="20577"/>
          <ac:spMkLst>
            <pc:docMk/>
            <pc:sldMk cId="574439438" sldId="1224"/>
            <ac:spMk id="54" creationId="{C29D6112-022A-4BE0-B087-9B0A74023A45}"/>
          </ac:spMkLst>
        </pc:spChg>
        <pc:spChg chg="mod">
          <ac:chgData name="park sehun" userId="a5dd5dda71ea150a" providerId="LiveId" clId="{AB32E646-6EF5-4D32-AE23-7180A52203C7}" dt="2020-11-19T05:16:10.015" v="6075" actId="1038"/>
          <ac:spMkLst>
            <pc:docMk/>
            <pc:sldMk cId="574439438" sldId="1224"/>
            <ac:spMk id="56" creationId="{BBD94C56-1AB2-4634-A417-DB8456950166}"/>
          </ac:spMkLst>
        </pc:spChg>
        <pc:spChg chg="mod">
          <ac:chgData name="park sehun" userId="a5dd5dda71ea150a" providerId="LiveId" clId="{AB32E646-6EF5-4D32-AE23-7180A52203C7}" dt="2020-11-19T05:16:10.015" v="6075" actId="1038"/>
          <ac:spMkLst>
            <pc:docMk/>
            <pc:sldMk cId="574439438" sldId="1224"/>
            <ac:spMk id="59" creationId="{7AF49ED2-0882-4AA4-A6BA-608EF6953321}"/>
          </ac:spMkLst>
        </pc:spChg>
        <pc:spChg chg="mod">
          <ac:chgData name="park sehun" userId="a5dd5dda71ea150a" providerId="LiveId" clId="{AB32E646-6EF5-4D32-AE23-7180A52203C7}" dt="2020-11-19T05:15:33.267" v="6013" actId="20577"/>
          <ac:spMkLst>
            <pc:docMk/>
            <pc:sldMk cId="574439438" sldId="1224"/>
            <ac:spMk id="65" creationId="{53F129E3-6D7B-48BB-9761-A6DEE22347C5}"/>
          </ac:spMkLst>
        </pc:spChg>
        <pc:spChg chg="mod">
          <ac:chgData name="park sehun" userId="a5dd5dda71ea150a" providerId="LiveId" clId="{AB32E646-6EF5-4D32-AE23-7180A52203C7}" dt="2020-11-19T05:15:42.915" v="6028" actId="14100"/>
          <ac:spMkLst>
            <pc:docMk/>
            <pc:sldMk cId="574439438" sldId="1224"/>
            <ac:spMk id="66" creationId="{186D568E-3C76-4B43-8ACD-7EFA2134FAAA}"/>
          </ac:spMkLst>
        </pc:spChg>
        <pc:spChg chg="mod">
          <ac:chgData name="park sehun" userId="a5dd5dda71ea150a" providerId="LiveId" clId="{AB32E646-6EF5-4D32-AE23-7180A52203C7}" dt="2020-11-19T05:17:08.214" v="6116" actId="1037"/>
          <ac:spMkLst>
            <pc:docMk/>
            <pc:sldMk cId="574439438" sldId="1224"/>
            <ac:spMk id="68" creationId="{82919A6A-93E8-4DAB-A771-A352D69D0BB5}"/>
          </ac:spMkLst>
        </pc:spChg>
        <pc:spChg chg="mod">
          <ac:chgData name="park sehun" userId="a5dd5dda71ea150a" providerId="LiveId" clId="{AB32E646-6EF5-4D32-AE23-7180A52203C7}" dt="2020-11-19T05:16:10.015" v="6075" actId="1038"/>
          <ac:spMkLst>
            <pc:docMk/>
            <pc:sldMk cId="574439438" sldId="1224"/>
            <ac:spMk id="69" creationId="{95B28291-492C-4EC3-98CD-1D7C84B2DA63}"/>
          </ac:spMkLst>
        </pc:spChg>
        <pc:spChg chg="add mod">
          <ac:chgData name="park sehun" userId="a5dd5dda71ea150a" providerId="LiveId" clId="{AB32E646-6EF5-4D32-AE23-7180A52203C7}" dt="2020-11-19T05:43:00.916" v="6517" actId="14100"/>
          <ac:spMkLst>
            <pc:docMk/>
            <pc:sldMk cId="574439438" sldId="1224"/>
            <ac:spMk id="70" creationId="{186F5F5C-59E8-4415-94F5-0B43458116B0}"/>
          </ac:spMkLst>
        </pc:spChg>
        <pc:spChg chg="add mod">
          <ac:chgData name="park sehun" userId="a5dd5dda71ea150a" providerId="LiveId" clId="{AB32E646-6EF5-4D32-AE23-7180A52203C7}" dt="2020-11-19T05:43:19.899" v="6611" actId="14100"/>
          <ac:spMkLst>
            <pc:docMk/>
            <pc:sldMk cId="574439438" sldId="1224"/>
            <ac:spMk id="71" creationId="{8B3B8B6F-D306-4768-BD3B-240F978CA652}"/>
          </ac:spMkLst>
        </pc:spChg>
        <pc:spChg chg="add mod">
          <ac:chgData name="park sehun" userId="a5dd5dda71ea150a" providerId="LiveId" clId="{AB32E646-6EF5-4D32-AE23-7180A52203C7}" dt="2020-11-19T05:44:36.240" v="6664" actId="14100"/>
          <ac:spMkLst>
            <pc:docMk/>
            <pc:sldMk cId="574439438" sldId="1224"/>
            <ac:spMk id="72" creationId="{4171DA12-E13F-4CC6-91DF-1679B4790F60}"/>
          </ac:spMkLst>
        </pc:spChg>
        <pc:spChg chg="add mod">
          <ac:chgData name="park sehun" userId="a5dd5dda71ea150a" providerId="LiveId" clId="{AB32E646-6EF5-4D32-AE23-7180A52203C7}" dt="2020-11-19T05:45:15.994" v="6756" actId="14100"/>
          <ac:spMkLst>
            <pc:docMk/>
            <pc:sldMk cId="574439438" sldId="1224"/>
            <ac:spMk id="73" creationId="{0569B755-EF96-430A-9FFD-B97F29DD0622}"/>
          </ac:spMkLst>
        </pc:spChg>
        <pc:spChg chg="add mod">
          <ac:chgData name="park sehun" userId="a5dd5dda71ea150a" providerId="LiveId" clId="{AB32E646-6EF5-4D32-AE23-7180A52203C7}" dt="2020-11-19T05:45:46.957" v="6773" actId="14100"/>
          <ac:spMkLst>
            <pc:docMk/>
            <pc:sldMk cId="574439438" sldId="1224"/>
            <ac:spMk id="75" creationId="{EA0CF9FE-C3C9-4311-BABA-BE2769D368A7}"/>
          </ac:spMkLst>
        </pc:spChg>
        <pc:spChg chg="add mod">
          <ac:chgData name="park sehun" userId="a5dd5dda71ea150a" providerId="LiveId" clId="{AB32E646-6EF5-4D32-AE23-7180A52203C7}" dt="2020-11-19T05:46:00.020" v="6828" actId="14100"/>
          <ac:spMkLst>
            <pc:docMk/>
            <pc:sldMk cId="574439438" sldId="1224"/>
            <ac:spMk id="77" creationId="{1970F3E3-D549-4A42-AA9A-2A3050DC3BED}"/>
          </ac:spMkLst>
        </pc:spChg>
        <pc:spChg chg="mod">
          <ac:chgData name="park sehun" userId="a5dd5dda71ea150a" providerId="LiveId" clId="{AB32E646-6EF5-4D32-AE23-7180A52203C7}" dt="2020-11-19T05:17:08.214" v="6116" actId="1037"/>
          <ac:spMkLst>
            <pc:docMk/>
            <pc:sldMk cId="574439438" sldId="1224"/>
            <ac:spMk id="83" creationId="{47A77178-F627-4781-808C-58463F0B2C2A}"/>
          </ac:spMkLst>
        </pc:spChg>
        <pc:spChg chg="del mod">
          <ac:chgData name="park sehun" userId="a5dd5dda71ea150a" providerId="LiveId" clId="{AB32E646-6EF5-4D32-AE23-7180A52203C7}" dt="2020-11-19T05:16:49.501" v="6080" actId="478"/>
          <ac:spMkLst>
            <pc:docMk/>
            <pc:sldMk cId="574439438" sldId="1224"/>
            <ac:spMk id="84" creationId="{938CBBF4-848F-4D42-A3B8-17BFCEB476CC}"/>
          </ac:spMkLst>
        </pc:spChg>
        <pc:spChg chg="del">
          <ac:chgData name="park sehun" userId="a5dd5dda71ea150a" providerId="LiveId" clId="{AB32E646-6EF5-4D32-AE23-7180A52203C7}" dt="2020-11-19T05:14:58.271" v="5923" actId="478"/>
          <ac:spMkLst>
            <pc:docMk/>
            <pc:sldMk cId="574439438" sldId="1224"/>
            <ac:spMk id="85" creationId="{09B2E101-841C-4766-9B13-40DDE72E999D}"/>
          </ac:spMkLst>
        </pc:spChg>
        <pc:spChg chg="del mod">
          <ac:chgData name="park sehun" userId="a5dd5dda71ea150a" providerId="LiveId" clId="{AB32E646-6EF5-4D32-AE23-7180A52203C7}" dt="2020-11-19T05:16:54.037" v="6081" actId="478"/>
          <ac:spMkLst>
            <pc:docMk/>
            <pc:sldMk cId="574439438" sldId="1224"/>
            <ac:spMk id="86" creationId="{EAA4648B-EC11-4B89-B3ED-722664FE314A}"/>
          </ac:spMkLst>
        </pc:spChg>
        <pc:spChg chg="mod">
          <ac:chgData name="park sehun" userId="a5dd5dda71ea150a" providerId="LiveId" clId="{AB32E646-6EF5-4D32-AE23-7180A52203C7}" dt="2020-11-19T05:14:39.340" v="5921" actId="20577"/>
          <ac:spMkLst>
            <pc:docMk/>
            <pc:sldMk cId="574439438" sldId="1224"/>
            <ac:spMk id="62466" creationId="{00000000-0000-0000-0000-000000000000}"/>
          </ac:spMkLst>
        </pc:spChg>
        <pc:graphicFrameChg chg="mod">
          <ac:chgData name="park sehun" userId="a5dd5dda71ea150a" providerId="LiveId" clId="{AB32E646-6EF5-4D32-AE23-7180A52203C7}" dt="2020-11-19T05:16:10.015" v="6075" actId="1038"/>
          <ac:graphicFrameMkLst>
            <pc:docMk/>
            <pc:sldMk cId="574439438" sldId="1224"/>
            <ac:graphicFrameMk id="2" creationId="{811A7EBA-E1AD-458F-8685-69A517FB66EB}"/>
          </ac:graphicFrameMkLst>
        </pc:graphicFrameChg>
        <pc:graphicFrameChg chg="mod">
          <ac:chgData name="park sehun" userId="a5dd5dda71ea150a" providerId="LiveId" clId="{AB32E646-6EF5-4D32-AE23-7180A52203C7}" dt="2020-11-19T05:16:10.015" v="6075" actId="1038"/>
          <ac:graphicFrameMkLst>
            <pc:docMk/>
            <pc:sldMk cId="574439438" sldId="1224"/>
            <ac:graphicFrameMk id="25" creationId="{C0C9126C-331F-45FC-9F71-90CD554395D2}"/>
          </ac:graphicFrameMkLst>
        </pc:graphicFrameChg>
        <pc:graphicFrameChg chg="mod modGraphic">
          <ac:chgData name="park sehun" userId="a5dd5dda71ea150a" providerId="LiveId" clId="{AB32E646-6EF5-4D32-AE23-7180A52203C7}" dt="2020-11-19T05:18:37.860" v="6212" actId="14100"/>
          <ac:graphicFrameMkLst>
            <pc:docMk/>
            <pc:sldMk cId="574439438" sldId="1224"/>
            <ac:graphicFrameMk id="39" creationId="{A62F05A6-AD69-45C6-B6A2-4C6E055825D9}"/>
          </ac:graphicFrameMkLst>
        </pc:graphicFrameChg>
        <pc:graphicFrameChg chg="mod">
          <ac:chgData name="park sehun" userId="a5dd5dda71ea150a" providerId="LiveId" clId="{AB32E646-6EF5-4D32-AE23-7180A52203C7}" dt="2020-11-19T05:17:08.214" v="6116" actId="1037"/>
          <ac:graphicFrameMkLst>
            <pc:docMk/>
            <pc:sldMk cId="574439438" sldId="1224"/>
            <ac:graphicFrameMk id="53" creationId="{41C6BE4E-8526-416A-8A8B-276BCD742713}"/>
          </ac:graphicFrameMkLst>
        </pc:graphicFrameChg>
        <pc:graphicFrameChg chg="mod">
          <ac:chgData name="park sehun" userId="a5dd5dda71ea150a" providerId="LiveId" clId="{AB32E646-6EF5-4D32-AE23-7180A52203C7}" dt="2020-11-19T05:41:06.765" v="6410" actId="1037"/>
          <ac:graphicFrameMkLst>
            <pc:docMk/>
            <pc:sldMk cId="574439438" sldId="1224"/>
            <ac:graphicFrameMk id="61" creationId="{BBF664F1-B26D-4361-81B2-336EFE77B3CD}"/>
          </ac:graphicFrameMkLst>
        </pc:graphicFrameChg>
        <pc:graphicFrameChg chg="mod modGraphic">
          <ac:chgData name="park sehun" userId="a5dd5dda71ea150a" providerId="LiveId" clId="{AB32E646-6EF5-4D32-AE23-7180A52203C7}" dt="2020-11-19T05:42:21.424" v="6492" actId="1036"/>
          <ac:graphicFrameMkLst>
            <pc:docMk/>
            <pc:sldMk cId="574439438" sldId="1224"/>
            <ac:graphicFrameMk id="62" creationId="{752CF203-140B-4C4B-A64E-5249B740111A}"/>
          </ac:graphicFrameMkLst>
        </pc:graphicFrameChg>
        <pc:graphicFrameChg chg="mod">
          <ac:chgData name="park sehun" userId="a5dd5dda71ea150a" providerId="LiveId" clId="{AB32E646-6EF5-4D32-AE23-7180A52203C7}" dt="2020-11-19T05:17:43.214" v="6153" actId="1037"/>
          <ac:graphicFrameMkLst>
            <pc:docMk/>
            <pc:sldMk cId="574439438" sldId="1224"/>
            <ac:graphicFrameMk id="81" creationId="{DCC00BAE-FEB3-4884-A0A7-166B0CAD344A}"/>
          </ac:graphicFrameMkLst>
        </pc:graphicFrameChg>
        <pc:picChg chg="mod">
          <ac:chgData name="park sehun" userId="a5dd5dda71ea150a" providerId="LiveId" clId="{AB32E646-6EF5-4D32-AE23-7180A52203C7}" dt="2020-11-19T05:17:08.214" v="6116" actId="1037"/>
          <ac:picMkLst>
            <pc:docMk/>
            <pc:sldMk cId="574439438" sldId="1224"/>
            <ac:picMk id="23" creationId="{5FBFDAA2-FA32-4A0A-9E9B-DCA251724393}"/>
          </ac:picMkLst>
        </pc:picChg>
        <pc:picChg chg="mod">
          <ac:chgData name="park sehun" userId="a5dd5dda71ea150a" providerId="LiveId" clId="{AB32E646-6EF5-4D32-AE23-7180A52203C7}" dt="2020-11-19T05:42:21.424" v="6492" actId="1036"/>
          <ac:picMkLst>
            <pc:docMk/>
            <pc:sldMk cId="574439438" sldId="1224"/>
            <ac:picMk id="49" creationId="{2D5E807C-EDE3-4FBF-8133-E497C73C837E}"/>
          </ac:picMkLst>
        </pc:picChg>
        <pc:picChg chg="mod">
          <ac:chgData name="park sehun" userId="a5dd5dda71ea150a" providerId="LiveId" clId="{AB32E646-6EF5-4D32-AE23-7180A52203C7}" dt="2020-11-19T05:17:08.214" v="6116" actId="1037"/>
          <ac:picMkLst>
            <pc:docMk/>
            <pc:sldMk cId="574439438" sldId="1224"/>
            <ac:picMk id="58" creationId="{750A3771-3412-43CC-B621-3336BFD70BCB}"/>
          </ac:picMkLst>
        </pc:picChg>
        <pc:picChg chg="mod">
          <ac:chgData name="park sehun" userId="a5dd5dda71ea150a" providerId="LiveId" clId="{AB32E646-6EF5-4D32-AE23-7180A52203C7}" dt="2020-11-19T05:42:08.698" v="6464" actId="14100"/>
          <ac:picMkLst>
            <pc:docMk/>
            <pc:sldMk cId="574439438" sldId="1224"/>
            <ac:picMk id="60" creationId="{0532F13E-F569-4EA8-B0A5-B25DA04EE6BC}"/>
          </ac:picMkLst>
        </pc:picChg>
        <pc:picChg chg="mod">
          <ac:chgData name="park sehun" userId="a5dd5dda71ea150a" providerId="LiveId" clId="{AB32E646-6EF5-4D32-AE23-7180A52203C7}" dt="2020-11-19T05:42:21.424" v="6492" actId="1036"/>
          <ac:picMkLst>
            <pc:docMk/>
            <pc:sldMk cId="574439438" sldId="1224"/>
            <ac:picMk id="74" creationId="{48730068-462C-4CAB-9BE0-0D5F08C421EB}"/>
          </ac:picMkLst>
        </pc:picChg>
        <pc:picChg chg="mod">
          <ac:chgData name="park sehun" userId="a5dd5dda71ea150a" providerId="LiveId" clId="{AB32E646-6EF5-4D32-AE23-7180A52203C7}" dt="2020-11-19T05:42:37.542" v="6514" actId="1076"/>
          <ac:picMkLst>
            <pc:docMk/>
            <pc:sldMk cId="574439438" sldId="1224"/>
            <ac:picMk id="76" creationId="{750AABA9-55C6-4E69-89F2-11D29C6D32BB}"/>
          </ac:picMkLst>
        </pc:picChg>
        <pc:picChg chg="mod">
          <ac:chgData name="park sehun" userId="a5dd5dda71ea150a" providerId="LiveId" clId="{AB32E646-6EF5-4D32-AE23-7180A52203C7}" dt="2020-11-19T05:42:28.500" v="6512" actId="1036"/>
          <ac:picMkLst>
            <pc:docMk/>
            <pc:sldMk cId="574439438" sldId="1224"/>
            <ac:picMk id="78" creationId="{E76570EB-68BD-4A5E-BD8D-B26D70CEAB4B}"/>
          </ac:picMkLst>
        </pc:picChg>
        <pc:cxnChg chg="mod">
          <ac:chgData name="park sehun" userId="a5dd5dda71ea150a" providerId="LiveId" clId="{AB32E646-6EF5-4D32-AE23-7180A52203C7}" dt="2020-11-19T05:16:10.015" v="6075" actId="1038"/>
          <ac:cxnSpMkLst>
            <pc:docMk/>
            <pc:sldMk cId="574439438" sldId="1224"/>
            <ac:cxnSpMk id="26" creationId="{24A1FD71-0A62-4C6B-B42B-C9BD7AEE4BD7}"/>
          </ac:cxnSpMkLst>
        </pc:cxnChg>
        <pc:cxnChg chg="mod">
          <ac:chgData name="park sehun" userId="a5dd5dda71ea150a" providerId="LiveId" clId="{AB32E646-6EF5-4D32-AE23-7180A52203C7}" dt="2020-11-19T05:18:37.860" v="6212" actId="14100"/>
          <ac:cxnSpMkLst>
            <pc:docMk/>
            <pc:sldMk cId="574439438" sldId="1224"/>
            <ac:cxnSpMk id="52" creationId="{E43F0DF3-A70C-44BC-A835-09782FF6B9EB}"/>
          </ac:cxnSpMkLst>
        </pc:cxnChg>
        <pc:cxnChg chg="mod">
          <ac:chgData name="park sehun" userId="a5dd5dda71ea150a" providerId="LiveId" clId="{AB32E646-6EF5-4D32-AE23-7180A52203C7}" dt="2020-11-19T05:17:08.214" v="6116" actId="1037"/>
          <ac:cxnSpMkLst>
            <pc:docMk/>
            <pc:sldMk cId="574439438" sldId="1224"/>
            <ac:cxnSpMk id="55" creationId="{DBB0FA4A-855A-4A8F-9CFC-A8523A31DED5}"/>
          </ac:cxnSpMkLst>
        </pc:cxnChg>
        <pc:cxnChg chg="mod">
          <ac:chgData name="park sehun" userId="a5dd5dda71ea150a" providerId="LiveId" clId="{AB32E646-6EF5-4D32-AE23-7180A52203C7}" dt="2020-11-19T05:41:06.765" v="6410" actId="1037"/>
          <ac:cxnSpMkLst>
            <pc:docMk/>
            <pc:sldMk cId="574439438" sldId="1224"/>
            <ac:cxnSpMk id="63" creationId="{1C4B3E99-1BBC-479E-8BC3-78CB9A9785C7}"/>
          </ac:cxnSpMkLst>
        </pc:cxnChg>
        <pc:cxnChg chg="mod">
          <ac:chgData name="park sehun" userId="a5dd5dda71ea150a" providerId="LiveId" clId="{AB32E646-6EF5-4D32-AE23-7180A52203C7}" dt="2020-11-19T05:18:57.449" v="6274" actId="1038"/>
          <ac:cxnSpMkLst>
            <pc:docMk/>
            <pc:sldMk cId="574439438" sldId="1224"/>
            <ac:cxnSpMk id="64" creationId="{5270DB07-824E-40A1-BADC-DE6D19836E63}"/>
          </ac:cxnSpMkLst>
        </pc:cxnChg>
        <pc:cxnChg chg="mod">
          <ac:chgData name="park sehun" userId="a5dd5dda71ea150a" providerId="LiveId" clId="{AB32E646-6EF5-4D32-AE23-7180A52203C7}" dt="2020-11-19T05:42:21.424" v="6492" actId="1036"/>
          <ac:cxnSpMkLst>
            <pc:docMk/>
            <pc:sldMk cId="574439438" sldId="1224"/>
            <ac:cxnSpMk id="67" creationId="{06BFE1E7-1AA0-4C7C-AD9D-716CA7D0B68C}"/>
          </ac:cxnSpMkLst>
        </pc:cxnChg>
        <pc:cxnChg chg="mod">
          <ac:chgData name="park sehun" userId="a5dd5dda71ea150a" providerId="LiveId" clId="{AB32E646-6EF5-4D32-AE23-7180A52203C7}" dt="2020-11-19T05:17:43.214" v="6153" actId="1037"/>
          <ac:cxnSpMkLst>
            <pc:docMk/>
            <pc:sldMk cId="574439438" sldId="1224"/>
            <ac:cxnSpMk id="82" creationId="{087AF177-2B65-4806-BF4B-18C1A17612AE}"/>
          </ac:cxnSpMkLst>
        </pc:cxnChg>
      </pc:sldChg>
      <pc:sldChg chg="addSp delSp modSp add mod delAnim modAnim">
        <pc:chgData name="park sehun" userId="a5dd5dda71ea150a" providerId="LiveId" clId="{AB32E646-6EF5-4D32-AE23-7180A52203C7}" dt="2020-11-19T06:06:42.342" v="7160"/>
        <pc:sldMkLst>
          <pc:docMk/>
          <pc:sldMk cId="3306935521" sldId="1225"/>
        </pc:sldMkLst>
        <pc:spChg chg="add mod">
          <ac:chgData name="park sehun" userId="a5dd5dda71ea150a" providerId="LiveId" clId="{AB32E646-6EF5-4D32-AE23-7180A52203C7}" dt="2020-11-19T06:05:37.114" v="7158" actId="1036"/>
          <ac:spMkLst>
            <pc:docMk/>
            <pc:sldMk cId="3306935521" sldId="1225"/>
            <ac:spMk id="4" creationId="{BF28B9E8-7ED3-4BA6-8BDD-964B13CA4D64}"/>
          </ac:spMkLst>
        </pc:spChg>
        <pc:spChg chg="mod">
          <ac:chgData name="park sehun" userId="a5dd5dda71ea150a" providerId="LiveId" clId="{AB32E646-6EF5-4D32-AE23-7180A52203C7}" dt="2020-11-19T06:05:37.114" v="7158" actId="1036"/>
          <ac:spMkLst>
            <pc:docMk/>
            <pc:sldMk cId="3306935521" sldId="1225"/>
            <ac:spMk id="10" creationId="{64DD14D7-124C-4AB3-9C78-68F8380A6EF3}"/>
          </ac:spMkLst>
        </pc:spChg>
        <pc:spChg chg="del">
          <ac:chgData name="park sehun" userId="a5dd5dda71ea150a" providerId="LiveId" clId="{AB32E646-6EF5-4D32-AE23-7180A52203C7}" dt="2020-11-19T05:52:26.500" v="6935" actId="478"/>
          <ac:spMkLst>
            <pc:docMk/>
            <pc:sldMk cId="3306935521" sldId="1225"/>
            <ac:spMk id="11" creationId="{52A99FCB-9AD9-4395-9576-5E941608D118}"/>
          </ac:spMkLst>
        </pc:spChg>
        <pc:spChg chg="del">
          <ac:chgData name="park sehun" userId="a5dd5dda71ea150a" providerId="LiveId" clId="{AB32E646-6EF5-4D32-AE23-7180A52203C7}" dt="2020-11-19T05:52:26.500" v="6935" actId="478"/>
          <ac:spMkLst>
            <pc:docMk/>
            <pc:sldMk cId="3306935521" sldId="1225"/>
            <ac:spMk id="27" creationId="{F4A11494-B244-45B1-BB14-C8660C6B2A0A}"/>
          </ac:spMkLst>
        </pc:spChg>
        <pc:spChg chg="del">
          <ac:chgData name="park sehun" userId="a5dd5dda71ea150a" providerId="LiveId" clId="{AB32E646-6EF5-4D32-AE23-7180A52203C7}" dt="2020-11-19T05:52:26.500" v="6935" actId="478"/>
          <ac:spMkLst>
            <pc:docMk/>
            <pc:sldMk cId="3306935521" sldId="1225"/>
            <ac:spMk id="45" creationId="{0A1E440D-697B-40BA-94C0-4DC1CC311A6E}"/>
          </ac:spMkLst>
        </pc:spChg>
        <pc:spChg chg="del">
          <ac:chgData name="park sehun" userId="a5dd5dda71ea150a" providerId="LiveId" clId="{AB32E646-6EF5-4D32-AE23-7180A52203C7}" dt="2020-11-19T05:52:26.500" v="6935" actId="478"/>
          <ac:spMkLst>
            <pc:docMk/>
            <pc:sldMk cId="3306935521" sldId="1225"/>
            <ac:spMk id="47" creationId="{4C9748FF-95AE-4432-A6F9-4D5B83DA9548}"/>
          </ac:spMkLst>
        </pc:spChg>
        <pc:spChg chg="add mod">
          <ac:chgData name="park sehun" userId="a5dd5dda71ea150a" providerId="LiveId" clId="{AB32E646-6EF5-4D32-AE23-7180A52203C7}" dt="2020-11-19T06:05:37.114" v="7158" actId="1036"/>
          <ac:spMkLst>
            <pc:docMk/>
            <pc:sldMk cId="3306935521" sldId="1225"/>
            <ac:spMk id="48" creationId="{765ECDD1-8DC8-40B9-89CB-4326586341C2}"/>
          </ac:spMkLst>
        </pc:spChg>
        <pc:spChg chg="del">
          <ac:chgData name="park sehun" userId="a5dd5dda71ea150a" providerId="LiveId" clId="{AB32E646-6EF5-4D32-AE23-7180A52203C7}" dt="2020-11-19T05:52:26.500" v="6935" actId="478"/>
          <ac:spMkLst>
            <pc:docMk/>
            <pc:sldMk cId="3306935521" sldId="1225"/>
            <ac:spMk id="50" creationId="{80DD2848-394F-4C87-A1D2-5A294AD6878D}"/>
          </ac:spMkLst>
        </pc:spChg>
        <pc:spChg chg="add mod">
          <ac:chgData name="park sehun" userId="a5dd5dda71ea150a" providerId="LiveId" clId="{AB32E646-6EF5-4D32-AE23-7180A52203C7}" dt="2020-11-19T06:05:37.114" v="7158" actId="1036"/>
          <ac:spMkLst>
            <pc:docMk/>
            <pc:sldMk cId="3306935521" sldId="1225"/>
            <ac:spMk id="51" creationId="{D5F265EB-D848-4C67-8E4A-73FA810C9FD0}"/>
          </ac:spMkLst>
        </pc:spChg>
        <pc:spChg chg="mod">
          <ac:chgData name="park sehun" userId="a5dd5dda71ea150a" providerId="LiveId" clId="{AB32E646-6EF5-4D32-AE23-7180A52203C7}" dt="2020-11-19T06:06:42.342" v="7160"/>
          <ac:spMkLst>
            <pc:docMk/>
            <pc:sldMk cId="3306935521" sldId="1225"/>
            <ac:spMk id="54" creationId="{C29D6112-022A-4BE0-B087-9B0A74023A45}"/>
          </ac:spMkLst>
        </pc:spChg>
        <pc:spChg chg="del">
          <ac:chgData name="park sehun" userId="a5dd5dda71ea150a" providerId="LiveId" clId="{AB32E646-6EF5-4D32-AE23-7180A52203C7}" dt="2020-11-19T05:52:26.500" v="6935" actId="478"/>
          <ac:spMkLst>
            <pc:docMk/>
            <pc:sldMk cId="3306935521" sldId="1225"/>
            <ac:spMk id="56" creationId="{BBD94C56-1AB2-4634-A417-DB8456950166}"/>
          </ac:spMkLst>
        </pc:spChg>
        <pc:spChg chg="del">
          <ac:chgData name="park sehun" userId="a5dd5dda71ea150a" providerId="LiveId" clId="{AB32E646-6EF5-4D32-AE23-7180A52203C7}" dt="2020-11-19T05:52:26.500" v="6935" actId="478"/>
          <ac:spMkLst>
            <pc:docMk/>
            <pc:sldMk cId="3306935521" sldId="1225"/>
            <ac:spMk id="59" creationId="{7AF49ED2-0882-4AA4-A6BA-608EF6953321}"/>
          </ac:spMkLst>
        </pc:spChg>
        <pc:spChg chg="mod">
          <ac:chgData name="park sehun" userId="a5dd5dda71ea150a" providerId="LiveId" clId="{AB32E646-6EF5-4D32-AE23-7180A52203C7}" dt="2020-11-19T06:05:37.114" v="7158" actId="1036"/>
          <ac:spMkLst>
            <pc:docMk/>
            <pc:sldMk cId="3306935521" sldId="1225"/>
            <ac:spMk id="65" creationId="{53F129E3-6D7B-48BB-9761-A6DEE22347C5}"/>
          </ac:spMkLst>
        </pc:spChg>
        <pc:spChg chg="mod">
          <ac:chgData name="park sehun" userId="a5dd5dda71ea150a" providerId="LiveId" clId="{AB32E646-6EF5-4D32-AE23-7180A52203C7}" dt="2020-11-19T06:05:37.114" v="7158" actId="1036"/>
          <ac:spMkLst>
            <pc:docMk/>
            <pc:sldMk cId="3306935521" sldId="1225"/>
            <ac:spMk id="66" creationId="{186D568E-3C76-4B43-8ACD-7EFA2134FAAA}"/>
          </ac:spMkLst>
        </pc:spChg>
        <pc:spChg chg="del">
          <ac:chgData name="park sehun" userId="a5dd5dda71ea150a" providerId="LiveId" clId="{AB32E646-6EF5-4D32-AE23-7180A52203C7}" dt="2020-11-19T05:52:26.500" v="6935" actId="478"/>
          <ac:spMkLst>
            <pc:docMk/>
            <pc:sldMk cId="3306935521" sldId="1225"/>
            <ac:spMk id="68" creationId="{82919A6A-93E8-4DAB-A771-A352D69D0BB5}"/>
          </ac:spMkLst>
        </pc:spChg>
        <pc:spChg chg="del">
          <ac:chgData name="park sehun" userId="a5dd5dda71ea150a" providerId="LiveId" clId="{AB32E646-6EF5-4D32-AE23-7180A52203C7}" dt="2020-11-19T05:52:26.500" v="6935" actId="478"/>
          <ac:spMkLst>
            <pc:docMk/>
            <pc:sldMk cId="3306935521" sldId="1225"/>
            <ac:spMk id="69" creationId="{95B28291-492C-4EC3-98CD-1D7C84B2DA63}"/>
          </ac:spMkLst>
        </pc:spChg>
        <pc:spChg chg="del">
          <ac:chgData name="park sehun" userId="a5dd5dda71ea150a" providerId="LiveId" clId="{AB32E646-6EF5-4D32-AE23-7180A52203C7}" dt="2020-11-19T05:52:26.500" v="6935" actId="478"/>
          <ac:spMkLst>
            <pc:docMk/>
            <pc:sldMk cId="3306935521" sldId="1225"/>
            <ac:spMk id="70" creationId="{186F5F5C-59E8-4415-94F5-0B43458116B0}"/>
          </ac:spMkLst>
        </pc:spChg>
        <pc:spChg chg="del">
          <ac:chgData name="park sehun" userId="a5dd5dda71ea150a" providerId="LiveId" clId="{AB32E646-6EF5-4D32-AE23-7180A52203C7}" dt="2020-11-19T05:52:36.155" v="6936" actId="478"/>
          <ac:spMkLst>
            <pc:docMk/>
            <pc:sldMk cId="3306935521" sldId="1225"/>
            <ac:spMk id="71" creationId="{8B3B8B6F-D306-4768-BD3B-240F978CA652}"/>
          </ac:spMkLst>
        </pc:spChg>
        <pc:spChg chg="del">
          <ac:chgData name="park sehun" userId="a5dd5dda71ea150a" providerId="LiveId" clId="{AB32E646-6EF5-4D32-AE23-7180A52203C7}" dt="2020-11-19T05:52:43.419" v="6937" actId="478"/>
          <ac:spMkLst>
            <pc:docMk/>
            <pc:sldMk cId="3306935521" sldId="1225"/>
            <ac:spMk id="72" creationId="{4171DA12-E13F-4CC6-91DF-1679B4790F60}"/>
          </ac:spMkLst>
        </pc:spChg>
        <pc:spChg chg="del">
          <ac:chgData name="park sehun" userId="a5dd5dda71ea150a" providerId="LiveId" clId="{AB32E646-6EF5-4D32-AE23-7180A52203C7}" dt="2020-11-19T05:52:26.500" v="6935" actId="478"/>
          <ac:spMkLst>
            <pc:docMk/>
            <pc:sldMk cId="3306935521" sldId="1225"/>
            <ac:spMk id="73" creationId="{0569B755-EF96-430A-9FFD-B97F29DD0622}"/>
          </ac:spMkLst>
        </pc:spChg>
        <pc:spChg chg="del">
          <ac:chgData name="park sehun" userId="a5dd5dda71ea150a" providerId="LiveId" clId="{AB32E646-6EF5-4D32-AE23-7180A52203C7}" dt="2020-11-19T05:52:47.299" v="6938" actId="478"/>
          <ac:spMkLst>
            <pc:docMk/>
            <pc:sldMk cId="3306935521" sldId="1225"/>
            <ac:spMk id="75" creationId="{EA0CF9FE-C3C9-4311-BABA-BE2769D368A7}"/>
          </ac:spMkLst>
        </pc:spChg>
        <pc:spChg chg="del">
          <ac:chgData name="park sehun" userId="a5dd5dda71ea150a" providerId="LiveId" clId="{AB32E646-6EF5-4D32-AE23-7180A52203C7}" dt="2020-11-19T05:52:26.500" v="6935" actId="478"/>
          <ac:spMkLst>
            <pc:docMk/>
            <pc:sldMk cId="3306935521" sldId="1225"/>
            <ac:spMk id="77" creationId="{1970F3E3-D549-4A42-AA9A-2A3050DC3BED}"/>
          </ac:spMkLst>
        </pc:spChg>
        <pc:spChg chg="del">
          <ac:chgData name="park sehun" userId="a5dd5dda71ea150a" providerId="LiveId" clId="{AB32E646-6EF5-4D32-AE23-7180A52203C7}" dt="2020-11-19T05:52:26.500" v="6935" actId="478"/>
          <ac:spMkLst>
            <pc:docMk/>
            <pc:sldMk cId="3306935521" sldId="1225"/>
            <ac:spMk id="83" creationId="{47A77178-F627-4781-808C-58463F0B2C2A}"/>
          </ac:spMkLst>
        </pc:spChg>
        <pc:spChg chg="mod">
          <ac:chgData name="park sehun" userId="a5dd5dda71ea150a" providerId="LiveId" clId="{AB32E646-6EF5-4D32-AE23-7180A52203C7}" dt="2020-11-19T05:48:52.923" v="6897" actId="20577"/>
          <ac:spMkLst>
            <pc:docMk/>
            <pc:sldMk cId="3306935521" sldId="1225"/>
            <ac:spMk id="62466" creationId="{00000000-0000-0000-0000-000000000000}"/>
          </ac:spMkLst>
        </pc:spChg>
        <pc:graphicFrameChg chg="del">
          <ac:chgData name="park sehun" userId="a5dd5dda71ea150a" providerId="LiveId" clId="{AB32E646-6EF5-4D32-AE23-7180A52203C7}" dt="2020-11-19T05:52:26.500" v="6935" actId="478"/>
          <ac:graphicFrameMkLst>
            <pc:docMk/>
            <pc:sldMk cId="3306935521" sldId="1225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AB32E646-6EF5-4D32-AE23-7180A52203C7}" dt="2020-11-19T05:52:26.500" v="6935" actId="478"/>
          <ac:graphicFrameMkLst>
            <pc:docMk/>
            <pc:sldMk cId="3306935521" sldId="1225"/>
            <ac:graphicFrameMk id="25" creationId="{C0C9126C-331F-45FC-9F71-90CD554395D2}"/>
          </ac:graphicFrameMkLst>
        </pc:graphicFrameChg>
        <pc:graphicFrameChg chg="del">
          <ac:chgData name="park sehun" userId="a5dd5dda71ea150a" providerId="LiveId" clId="{AB32E646-6EF5-4D32-AE23-7180A52203C7}" dt="2020-11-19T05:52:26.500" v="6935" actId="478"/>
          <ac:graphicFrameMkLst>
            <pc:docMk/>
            <pc:sldMk cId="3306935521" sldId="1225"/>
            <ac:graphicFrameMk id="39" creationId="{A62F05A6-AD69-45C6-B6A2-4C6E055825D9}"/>
          </ac:graphicFrameMkLst>
        </pc:graphicFrameChg>
        <pc:graphicFrameChg chg="del">
          <ac:chgData name="park sehun" userId="a5dd5dda71ea150a" providerId="LiveId" clId="{AB32E646-6EF5-4D32-AE23-7180A52203C7}" dt="2020-11-19T05:52:26.500" v="6935" actId="478"/>
          <ac:graphicFrameMkLst>
            <pc:docMk/>
            <pc:sldMk cId="3306935521" sldId="1225"/>
            <ac:graphicFrameMk id="53" creationId="{41C6BE4E-8526-416A-8A8B-276BCD742713}"/>
          </ac:graphicFrameMkLst>
        </pc:graphicFrameChg>
        <pc:graphicFrameChg chg="del">
          <ac:chgData name="park sehun" userId="a5dd5dda71ea150a" providerId="LiveId" clId="{AB32E646-6EF5-4D32-AE23-7180A52203C7}" dt="2020-11-19T05:52:26.500" v="6935" actId="478"/>
          <ac:graphicFrameMkLst>
            <pc:docMk/>
            <pc:sldMk cId="3306935521" sldId="1225"/>
            <ac:graphicFrameMk id="61" creationId="{BBF664F1-B26D-4361-81B2-336EFE77B3CD}"/>
          </ac:graphicFrameMkLst>
        </pc:graphicFrameChg>
        <pc:graphicFrameChg chg="del">
          <ac:chgData name="park sehun" userId="a5dd5dda71ea150a" providerId="LiveId" clId="{AB32E646-6EF5-4D32-AE23-7180A52203C7}" dt="2020-11-19T05:52:26.500" v="6935" actId="478"/>
          <ac:graphicFrameMkLst>
            <pc:docMk/>
            <pc:sldMk cId="3306935521" sldId="1225"/>
            <ac:graphicFrameMk id="62" creationId="{752CF203-140B-4C4B-A64E-5249B740111A}"/>
          </ac:graphicFrameMkLst>
        </pc:graphicFrameChg>
        <pc:graphicFrameChg chg="del">
          <ac:chgData name="park sehun" userId="a5dd5dda71ea150a" providerId="LiveId" clId="{AB32E646-6EF5-4D32-AE23-7180A52203C7}" dt="2020-11-19T05:52:26.500" v="6935" actId="478"/>
          <ac:graphicFrameMkLst>
            <pc:docMk/>
            <pc:sldMk cId="3306935521" sldId="1225"/>
            <ac:graphicFrameMk id="81" creationId="{DCC00BAE-FEB3-4884-A0A7-166B0CAD344A}"/>
          </ac:graphicFrameMkLst>
        </pc:graphicFrameChg>
        <pc:picChg chg="del">
          <ac:chgData name="park sehun" userId="a5dd5dda71ea150a" providerId="LiveId" clId="{AB32E646-6EF5-4D32-AE23-7180A52203C7}" dt="2020-11-19T05:52:26.500" v="6935" actId="478"/>
          <ac:picMkLst>
            <pc:docMk/>
            <pc:sldMk cId="3306935521" sldId="1225"/>
            <ac:picMk id="23" creationId="{5FBFDAA2-FA32-4A0A-9E9B-DCA251724393}"/>
          </ac:picMkLst>
        </pc:picChg>
        <pc:picChg chg="del">
          <ac:chgData name="park sehun" userId="a5dd5dda71ea150a" providerId="LiveId" clId="{AB32E646-6EF5-4D32-AE23-7180A52203C7}" dt="2020-11-19T05:52:26.500" v="6935" actId="478"/>
          <ac:picMkLst>
            <pc:docMk/>
            <pc:sldMk cId="3306935521" sldId="1225"/>
            <ac:picMk id="49" creationId="{2D5E807C-EDE3-4FBF-8133-E497C73C837E}"/>
          </ac:picMkLst>
        </pc:picChg>
        <pc:picChg chg="del">
          <ac:chgData name="park sehun" userId="a5dd5dda71ea150a" providerId="LiveId" clId="{AB32E646-6EF5-4D32-AE23-7180A52203C7}" dt="2020-11-19T05:52:26.500" v="6935" actId="478"/>
          <ac:picMkLst>
            <pc:docMk/>
            <pc:sldMk cId="3306935521" sldId="1225"/>
            <ac:picMk id="58" creationId="{750A3771-3412-43CC-B621-3336BFD70BCB}"/>
          </ac:picMkLst>
        </pc:picChg>
        <pc:picChg chg="del">
          <ac:chgData name="park sehun" userId="a5dd5dda71ea150a" providerId="LiveId" clId="{AB32E646-6EF5-4D32-AE23-7180A52203C7}" dt="2020-11-19T05:52:26.500" v="6935" actId="478"/>
          <ac:picMkLst>
            <pc:docMk/>
            <pc:sldMk cId="3306935521" sldId="1225"/>
            <ac:picMk id="60" creationId="{0532F13E-F569-4EA8-B0A5-B25DA04EE6BC}"/>
          </ac:picMkLst>
        </pc:picChg>
        <pc:picChg chg="del">
          <ac:chgData name="park sehun" userId="a5dd5dda71ea150a" providerId="LiveId" clId="{AB32E646-6EF5-4D32-AE23-7180A52203C7}" dt="2020-11-19T05:52:26.500" v="6935" actId="478"/>
          <ac:picMkLst>
            <pc:docMk/>
            <pc:sldMk cId="3306935521" sldId="1225"/>
            <ac:picMk id="74" creationId="{48730068-462C-4CAB-9BE0-0D5F08C421EB}"/>
          </ac:picMkLst>
        </pc:picChg>
        <pc:picChg chg="del">
          <ac:chgData name="park sehun" userId="a5dd5dda71ea150a" providerId="LiveId" clId="{AB32E646-6EF5-4D32-AE23-7180A52203C7}" dt="2020-11-19T05:52:26.500" v="6935" actId="478"/>
          <ac:picMkLst>
            <pc:docMk/>
            <pc:sldMk cId="3306935521" sldId="1225"/>
            <ac:picMk id="76" creationId="{750AABA9-55C6-4E69-89F2-11D29C6D32BB}"/>
          </ac:picMkLst>
        </pc:picChg>
        <pc:picChg chg="del">
          <ac:chgData name="park sehun" userId="a5dd5dda71ea150a" providerId="LiveId" clId="{AB32E646-6EF5-4D32-AE23-7180A52203C7}" dt="2020-11-19T05:52:26.500" v="6935" actId="478"/>
          <ac:picMkLst>
            <pc:docMk/>
            <pc:sldMk cId="3306935521" sldId="1225"/>
            <ac:picMk id="78" creationId="{E76570EB-68BD-4A5E-BD8D-B26D70CEAB4B}"/>
          </ac:picMkLst>
        </pc:picChg>
        <pc:cxnChg chg="mod">
          <ac:chgData name="park sehun" userId="a5dd5dda71ea150a" providerId="LiveId" clId="{AB32E646-6EF5-4D32-AE23-7180A52203C7}" dt="2020-11-19T06:05:37.114" v="7158" actId="1036"/>
          <ac:cxnSpMkLst>
            <pc:docMk/>
            <pc:sldMk cId="3306935521" sldId="1225"/>
            <ac:cxnSpMk id="16" creationId="{6F9B0103-0B6F-464E-A331-2D9AE93B5EC2}"/>
          </ac:cxnSpMkLst>
        </pc:cxnChg>
        <pc:cxnChg chg="del">
          <ac:chgData name="park sehun" userId="a5dd5dda71ea150a" providerId="LiveId" clId="{AB32E646-6EF5-4D32-AE23-7180A52203C7}" dt="2020-11-19T05:52:26.500" v="6935" actId="478"/>
          <ac:cxnSpMkLst>
            <pc:docMk/>
            <pc:sldMk cId="3306935521" sldId="1225"/>
            <ac:cxnSpMk id="26" creationId="{24A1FD71-0A62-4C6B-B42B-C9BD7AEE4BD7}"/>
          </ac:cxnSpMkLst>
        </pc:cxnChg>
        <pc:cxnChg chg="del">
          <ac:chgData name="park sehun" userId="a5dd5dda71ea150a" providerId="LiveId" clId="{AB32E646-6EF5-4D32-AE23-7180A52203C7}" dt="2020-11-19T05:52:26.500" v="6935" actId="478"/>
          <ac:cxnSpMkLst>
            <pc:docMk/>
            <pc:sldMk cId="3306935521" sldId="1225"/>
            <ac:cxnSpMk id="52" creationId="{E43F0DF3-A70C-44BC-A835-09782FF6B9EB}"/>
          </ac:cxnSpMkLst>
        </pc:cxnChg>
        <pc:cxnChg chg="del">
          <ac:chgData name="park sehun" userId="a5dd5dda71ea150a" providerId="LiveId" clId="{AB32E646-6EF5-4D32-AE23-7180A52203C7}" dt="2020-11-19T05:52:26.500" v="6935" actId="478"/>
          <ac:cxnSpMkLst>
            <pc:docMk/>
            <pc:sldMk cId="3306935521" sldId="1225"/>
            <ac:cxnSpMk id="55" creationId="{DBB0FA4A-855A-4A8F-9CFC-A8523A31DED5}"/>
          </ac:cxnSpMkLst>
        </pc:cxnChg>
        <pc:cxnChg chg="del">
          <ac:chgData name="park sehun" userId="a5dd5dda71ea150a" providerId="LiveId" clId="{AB32E646-6EF5-4D32-AE23-7180A52203C7}" dt="2020-11-19T05:52:26.500" v="6935" actId="478"/>
          <ac:cxnSpMkLst>
            <pc:docMk/>
            <pc:sldMk cId="3306935521" sldId="1225"/>
            <ac:cxnSpMk id="63" creationId="{1C4B3E99-1BBC-479E-8BC3-78CB9A9785C7}"/>
          </ac:cxnSpMkLst>
        </pc:cxnChg>
        <pc:cxnChg chg="mod">
          <ac:chgData name="park sehun" userId="a5dd5dda71ea150a" providerId="LiveId" clId="{AB32E646-6EF5-4D32-AE23-7180A52203C7}" dt="2020-11-19T06:05:37.114" v="7158" actId="1036"/>
          <ac:cxnSpMkLst>
            <pc:docMk/>
            <pc:sldMk cId="3306935521" sldId="1225"/>
            <ac:cxnSpMk id="64" creationId="{5270DB07-824E-40A1-BADC-DE6D19836E63}"/>
          </ac:cxnSpMkLst>
        </pc:cxnChg>
        <pc:cxnChg chg="del">
          <ac:chgData name="park sehun" userId="a5dd5dda71ea150a" providerId="LiveId" clId="{AB32E646-6EF5-4D32-AE23-7180A52203C7}" dt="2020-11-19T05:52:26.500" v="6935" actId="478"/>
          <ac:cxnSpMkLst>
            <pc:docMk/>
            <pc:sldMk cId="3306935521" sldId="1225"/>
            <ac:cxnSpMk id="67" creationId="{06BFE1E7-1AA0-4C7C-AD9D-716CA7D0B68C}"/>
          </ac:cxnSpMkLst>
        </pc:cxnChg>
        <pc:cxnChg chg="del">
          <ac:chgData name="park sehun" userId="a5dd5dda71ea150a" providerId="LiveId" clId="{AB32E646-6EF5-4D32-AE23-7180A52203C7}" dt="2020-11-19T05:52:26.500" v="6935" actId="478"/>
          <ac:cxnSpMkLst>
            <pc:docMk/>
            <pc:sldMk cId="3306935521" sldId="1225"/>
            <ac:cxnSpMk id="82" creationId="{087AF177-2B65-4806-BF4B-18C1A17612AE}"/>
          </ac:cxnSpMkLst>
        </pc:cxnChg>
      </pc:sldChg>
      <pc:sldChg chg="addSp delSp modSp add mod delAnim modAnim">
        <pc:chgData name="park sehun" userId="a5dd5dda71ea150a" providerId="LiveId" clId="{AB32E646-6EF5-4D32-AE23-7180A52203C7}" dt="2020-11-20T01:08:21.275" v="7722"/>
        <pc:sldMkLst>
          <pc:docMk/>
          <pc:sldMk cId="3764060010" sldId="1226"/>
        </pc:sldMkLst>
        <pc:spChg chg="add mod">
          <ac:chgData name="park sehun" userId="a5dd5dda71ea150a" providerId="LiveId" clId="{AB32E646-6EF5-4D32-AE23-7180A52203C7}" dt="2020-11-19T06:57:24.375" v="7502" actId="1036"/>
          <ac:spMkLst>
            <pc:docMk/>
            <pc:sldMk cId="3764060010" sldId="1226"/>
            <ac:spMk id="6" creationId="{A3F2921D-E963-47D5-89EB-5967005C32F3}"/>
          </ac:spMkLst>
        </pc:spChg>
        <pc:spChg chg="mod">
          <ac:chgData name="park sehun" userId="a5dd5dda71ea150a" providerId="LiveId" clId="{AB32E646-6EF5-4D32-AE23-7180A52203C7}" dt="2020-11-19T06:56:45.543" v="7473" actId="1036"/>
          <ac:spMkLst>
            <pc:docMk/>
            <pc:sldMk cId="3764060010" sldId="1226"/>
            <ac:spMk id="11" creationId="{52A99FCB-9AD9-4395-9576-5E941608D118}"/>
          </ac:spMkLst>
        </pc:spChg>
        <pc:spChg chg="mod">
          <ac:chgData name="park sehun" userId="a5dd5dda71ea150a" providerId="LiveId" clId="{AB32E646-6EF5-4D32-AE23-7180A52203C7}" dt="2020-11-19T06:47:07.953" v="7247" actId="1037"/>
          <ac:spMkLst>
            <pc:docMk/>
            <pc:sldMk cId="3764060010" sldId="1226"/>
            <ac:spMk id="27" creationId="{F4A11494-B244-45B1-BB14-C8660C6B2A0A}"/>
          </ac:spMkLst>
        </pc:spChg>
        <pc:spChg chg="del">
          <ac:chgData name="park sehun" userId="a5dd5dda71ea150a" providerId="LiveId" clId="{AB32E646-6EF5-4D32-AE23-7180A52203C7}" dt="2020-11-19T06:46:27.863" v="7173" actId="478"/>
          <ac:spMkLst>
            <pc:docMk/>
            <pc:sldMk cId="3764060010" sldId="1226"/>
            <ac:spMk id="31" creationId="{9B0E4E7D-88AA-4B9B-8112-E1FB861D8FA8}"/>
          </ac:spMkLst>
        </pc:spChg>
        <pc:spChg chg="del">
          <ac:chgData name="park sehun" userId="a5dd5dda71ea150a" providerId="LiveId" clId="{AB32E646-6EF5-4D32-AE23-7180A52203C7}" dt="2020-11-19T06:46:27.863" v="7173" actId="478"/>
          <ac:spMkLst>
            <pc:docMk/>
            <pc:sldMk cId="3764060010" sldId="1226"/>
            <ac:spMk id="32" creationId="{A85E808A-0722-487C-B886-B682A4789536}"/>
          </ac:spMkLst>
        </pc:spChg>
        <pc:spChg chg="del">
          <ac:chgData name="park sehun" userId="a5dd5dda71ea150a" providerId="LiveId" clId="{AB32E646-6EF5-4D32-AE23-7180A52203C7}" dt="2020-11-19T06:46:27.863" v="7173" actId="478"/>
          <ac:spMkLst>
            <pc:docMk/>
            <pc:sldMk cId="3764060010" sldId="1226"/>
            <ac:spMk id="33" creationId="{B5AC43DE-1449-4AB0-A620-8F76879695C5}"/>
          </ac:spMkLst>
        </pc:spChg>
        <pc:spChg chg="del mod">
          <ac:chgData name="park sehun" userId="a5dd5dda71ea150a" providerId="LiveId" clId="{AB32E646-6EF5-4D32-AE23-7180A52203C7}" dt="2020-11-19T06:49:37.248" v="7248" actId="478"/>
          <ac:spMkLst>
            <pc:docMk/>
            <pc:sldMk cId="3764060010" sldId="1226"/>
            <ac:spMk id="34" creationId="{81C55460-73F0-4034-8134-416725BC4CF2}"/>
          </ac:spMkLst>
        </pc:spChg>
        <pc:spChg chg="add del mod">
          <ac:chgData name="park sehun" userId="a5dd5dda71ea150a" providerId="LiveId" clId="{AB32E646-6EF5-4D32-AE23-7180A52203C7}" dt="2020-11-19T06:51:37.047" v="7254" actId="478"/>
          <ac:spMkLst>
            <pc:docMk/>
            <pc:sldMk cId="3764060010" sldId="1226"/>
            <ac:spMk id="35" creationId="{DC12904C-C3CC-450E-A0AE-EFFA62B8A391}"/>
          </ac:spMkLst>
        </pc:spChg>
        <pc:spChg chg="del">
          <ac:chgData name="park sehun" userId="a5dd5dda71ea150a" providerId="LiveId" clId="{AB32E646-6EF5-4D32-AE23-7180A52203C7}" dt="2020-11-19T06:46:27.863" v="7173" actId="478"/>
          <ac:spMkLst>
            <pc:docMk/>
            <pc:sldMk cId="3764060010" sldId="1226"/>
            <ac:spMk id="36" creationId="{A0414E30-0BCE-445C-96E3-34D3528D5AD8}"/>
          </ac:spMkLst>
        </pc:spChg>
        <pc:spChg chg="mod">
          <ac:chgData name="park sehun" userId="a5dd5dda71ea150a" providerId="LiveId" clId="{AB32E646-6EF5-4D32-AE23-7180A52203C7}" dt="2020-11-19T06:47:07.953" v="7247" actId="1037"/>
          <ac:spMkLst>
            <pc:docMk/>
            <pc:sldMk cId="3764060010" sldId="1226"/>
            <ac:spMk id="45" creationId="{0A1E440D-697B-40BA-94C0-4DC1CC311A6E}"/>
          </ac:spMkLst>
        </pc:spChg>
        <pc:spChg chg="mod">
          <ac:chgData name="park sehun" userId="a5dd5dda71ea150a" providerId="LiveId" clId="{AB32E646-6EF5-4D32-AE23-7180A52203C7}" dt="2020-11-19T06:57:36.680" v="7507" actId="1038"/>
          <ac:spMkLst>
            <pc:docMk/>
            <pc:sldMk cId="3764060010" sldId="1226"/>
            <ac:spMk id="47" creationId="{4C9748FF-95AE-4432-A6F9-4D5B83DA9548}"/>
          </ac:spMkLst>
        </pc:spChg>
        <pc:spChg chg="mod">
          <ac:chgData name="park sehun" userId="a5dd5dda71ea150a" providerId="LiveId" clId="{AB32E646-6EF5-4D32-AE23-7180A52203C7}" dt="2020-11-19T06:56:21.696" v="7417" actId="1037"/>
          <ac:spMkLst>
            <pc:docMk/>
            <pc:sldMk cId="3764060010" sldId="1226"/>
            <ac:spMk id="50" creationId="{80DD2848-394F-4C87-A1D2-5A294AD6878D}"/>
          </ac:spMkLst>
        </pc:spChg>
        <pc:spChg chg="del mod">
          <ac:chgData name="park sehun" userId="a5dd5dda71ea150a" providerId="LiveId" clId="{AB32E646-6EF5-4D32-AE23-7180A52203C7}" dt="2020-11-19T06:49:39.176" v="7249" actId="478"/>
          <ac:spMkLst>
            <pc:docMk/>
            <pc:sldMk cId="3764060010" sldId="1226"/>
            <ac:spMk id="51" creationId="{112D1234-B3D4-4B23-A113-97B53EE6197C}"/>
          </ac:spMkLst>
        </pc:spChg>
        <pc:spChg chg="mod">
          <ac:chgData name="park sehun" userId="a5dd5dda71ea150a" providerId="LiveId" clId="{AB32E646-6EF5-4D32-AE23-7180A52203C7}" dt="2020-11-20T01:08:21.275" v="7722"/>
          <ac:spMkLst>
            <pc:docMk/>
            <pc:sldMk cId="3764060010" sldId="1226"/>
            <ac:spMk id="54" creationId="{C29D6112-022A-4BE0-B087-9B0A74023A45}"/>
          </ac:spMkLst>
        </pc:spChg>
        <pc:spChg chg="mod">
          <ac:chgData name="park sehun" userId="a5dd5dda71ea150a" providerId="LiveId" clId="{AB32E646-6EF5-4D32-AE23-7180A52203C7}" dt="2020-11-19T06:47:07.953" v="7247" actId="1037"/>
          <ac:spMkLst>
            <pc:docMk/>
            <pc:sldMk cId="3764060010" sldId="1226"/>
            <ac:spMk id="56" creationId="{BBD94C56-1AB2-4634-A417-DB8456950166}"/>
          </ac:spMkLst>
        </pc:spChg>
        <pc:spChg chg="mod">
          <ac:chgData name="park sehun" userId="a5dd5dda71ea150a" providerId="LiveId" clId="{AB32E646-6EF5-4D32-AE23-7180A52203C7}" dt="2020-11-19T06:47:07.953" v="7247" actId="1037"/>
          <ac:spMkLst>
            <pc:docMk/>
            <pc:sldMk cId="3764060010" sldId="1226"/>
            <ac:spMk id="59" creationId="{7AF49ED2-0882-4AA4-A6BA-608EF6953321}"/>
          </ac:spMkLst>
        </pc:spChg>
        <pc:spChg chg="del">
          <ac:chgData name="park sehun" userId="a5dd5dda71ea150a" providerId="LiveId" clId="{AB32E646-6EF5-4D32-AE23-7180A52203C7}" dt="2020-11-19T06:46:33.295" v="7174" actId="478"/>
          <ac:spMkLst>
            <pc:docMk/>
            <pc:sldMk cId="3764060010" sldId="1226"/>
            <ac:spMk id="65" creationId="{53F129E3-6D7B-48BB-9761-A6DEE22347C5}"/>
          </ac:spMkLst>
        </pc:spChg>
        <pc:spChg chg="mod">
          <ac:chgData name="park sehun" userId="a5dd5dda71ea150a" providerId="LiveId" clId="{AB32E646-6EF5-4D32-AE23-7180A52203C7}" dt="2020-11-19T06:46:50.448" v="7210" actId="1035"/>
          <ac:spMkLst>
            <pc:docMk/>
            <pc:sldMk cId="3764060010" sldId="1226"/>
            <ac:spMk id="66" creationId="{186D568E-3C76-4B43-8ACD-7EFA2134FAAA}"/>
          </ac:spMkLst>
        </pc:spChg>
        <pc:spChg chg="mod">
          <ac:chgData name="park sehun" userId="a5dd5dda71ea150a" providerId="LiveId" clId="{AB32E646-6EF5-4D32-AE23-7180A52203C7}" dt="2020-11-19T06:56:45.543" v="7473" actId="1036"/>
          <ac:spMkLst>
            <pc:docMk/>
            <pc:sldMk cId="3764060010" sldId="1226"/>
            <ac:spMk id="68" creationId="{82919A6A-93E8-4DAB-A771-A352D69D0BB5}"/>
          </ac:spMkLst>
        </pc:spChg>
        <pc:spChg chg="mod">
          <ac:chgData name="park sehun" userId="a5dd5dda71ea150a" providerId="LiveId" clId="{AB32E646-6EF5-4D32-AE23-7180A52203C7}" dt="2020-11-19T06:56:05.079" v="7398" actId="1035"/>
          <ac:spMkLst>
            <pc:docMk/>
            <pc:sldMk cId="3764060010" sldId="1226"/>
            <ac:spMk id="69" creationId="{95B28291-492C-4EC3-98CD-1D7C84B2DA63}"/>
          </ac:spMkLst>
        </pc:spChg>
        <pc:spChg chg="del mod">
          <ac:chgData name="park sehun" userId="a5dd5dda71ea150a" providerId="LiveId" clId="{AB32E646-6EF5-4D32-AE23-7180A52203C7}" dt="2020-11-19T06:57:48.782" v="7511" actId="478"/>
          <ac:spMkLst>
            <pc:docMk/>
            <pc:sldMk cId="3764060010" sldId="1226"/>
            <ac:spMk id="83" creationId="{47A77178-F627-4781-808C-58463F0B2C2A}"/>
          </ac:spMkLst>
        </pc:spChg>
        <pc:spChg chg="del mod">
          <ac:chgData name="park sehun" userId="a5dd5dda71ea150a" providerId="LiveId" clId="{AB32E646-6EF5-4D32-AE23-7180A52203C7}" dt="2020-11-19T06:49:41.407" v="7250" actId="478"/>
          <ac:spMkLst>
            <pc:docMk/>
            <pc:sldMk cId="3764060010" sldId="1226"/>
            <ac:spMk id="84" creationId="{938CBBF4-848F-4D42-A3B8-17BFCEB476CC}"/>
          </ac:spMkLst>
        </pc:spChg>
        <pc:spChg chg="del">
          <ac:chgData name="park sehun" userId="a5dd5dda71ea150a" providerId="LiveId" clId="{AB32E646-6EF5-4D32-AE23-7180A52203C7}" dt="2020-11-19T06:46:27.863" v="7173" actId="478"/>
          <ac:spMkLst>
            <pc:docMk/>
            <pc:sldMk cId="3764060010" sldId="1226"/>
            <ac:spMk id="85" creationId="{09B2E101-841C-4766-9B13-40DDE72E999D}"/>
          </ac:spMkLst>
        </pc:spChg>
        <pc:spChg chg="del mod">
          <ac:chgData name="park sehun" userId="a5dd5dda71ea150a" providerId="LiveId" clId="{AB32E646-6EF5-4D32-AE23-7180A52203C7}" dt="2020-11-19T06:49:43.848" v="7251" actId="478"/>
          <ac:spMkLst>
            <pc:docMk/>
            <pc:sldMk cId="3764060010" sldId="1226"/>
            <ac:spMk id="86" creationId="{EAA4648B-EC11-4B89-B3ED-722664FE314A}"/>
          </ac:spMkLst>
        </pc:spChg>
        <pc:spChg chg="add mod">
          <ac:chgData name="park sehun" userId="a5dd5dda71ea150a" providerId="LiveId" clId="{AB32E646-6EF5-4D32-AE23-7180A52203C7}" dt="2020-11-19T06:58:23.936" v="7556" actId="14100"/>
          <ac:spMkLst>
            <pc:docMk/>
            <pc:sldMk cId="3764060010" sldId="1226"/>
            <ac:spMk id="88" creationId="{6A5B9A51-4EE5-4A40-B806-C4CBD1ED5F7F}"/>
          </ac:spMkLst>
        </pc:spChg>
        <pc:spChg chg="add mod">
          <ac:chgData name="park sehun" userId="a5dd5dda71ea150a" providerId="LiveId" clId="{AB32E646-6EF5-4D32-AE23-7180A52203C7}" dt="2020-11-19T06:58:42.067" v="7557"/>
          <ac:spMkLst>
            <pc:docMk/>
            <pc:sldMk cId="3764060010" sldId="1226"/>
            <ac:spMk id="90" creationId="{3947A5D0-94B1-4C08-99AC-A2BB338B8E0B}"/>
          </ac:spMkLst>
        </pc:spChg>
        <pc:spChg chg="add mod">
          <ac:chgData name="park sehun" userId="a5dd5dda71ea150a" providerId="LiveId" clId="{AB32E646-6EF5-4D32-AE23-7180A52203C7}" dt="2020-11-20T01:06:56.790" v="7720" actId="20577"/>
          <ac:spMkLst>
            <pc:docMk/>
            <pc:sldMk cId="3764060010" sldId="1226"/>
            <ac:spMk id="91" creationId="{0E8B0C30-CF94-4B0D-BD2D-EFA11EC39FFE}"/>
          </ac:spMkLst>
        </pc:spChg>
        <pc:spChg chg="add mod">
          <ac:chgData name="park sehun" userId="a5dd5dda71ea150a" providerId="LiveId" clId="{AB32E646-6EF5-4D32-AE23-7180A52203C7}" dt="2020-11-20T01:04:55.619" v="7632" actId="14100"/>
          <ac:spMkLst>
            <pc:docMk/>
            <pc:sldMk cId="3764060010" sldId="1226"/>
            <ac:spMk id="92" creationId="{D07DA907-1A40-4029-A357-0DB6E852F37F}"/>
          </ac:spMkLst>
        </pc:spChg>
        <pc:spChg chg="mod">
          <ac:chgData name="park sehun" userId="a5dd5dda71ea150a" providerId="LiveId" clId="{AB32E646-6EF5-4D32-AE23-7180A52203C7}" dt="2020-11-19T06:46:04.567" v="7172" actId="20577"/>
          <ac:spMkLst>
            <pc:docMk/>
            <pc:sldMk cId="3764060010" sldId="1226"/>
            <ac:spMk id="62466" creationId="{00000000-0000-0000-0000-000000000000}"/>
          </ac:spMkLst>
        </pc:spChg>
        <pc:graphicFrameChg chg="mod">
          <ac:chgData name="park sehun" userId="a5dd5dda71ea150a" providerId="LiveId" clId="{AB32E646-6EF5-4D32-AE23-7180A52203C7}" dt="2020-11-19T06:47:07.953" v="7247" actId="1037"/>
          <ac:graphicFrameMkLst>
            <pc:docMk/>
            <pc:sldMk cId="3764060010" sldId="1226"/>
            <ac:graphicFrameMk id="2" creationId="{811A7EBA-E1AD-458F-8685-69A517FB66EB}"/>
          </ac:graphicFrameMkLst>
        </pc:graphicFrameChg>
        <pc:graphicFrameChg chg="mod">
          <ac:chgData name="park sehun" userId="a5dd5dda71ea150a" providerId="LiveId" clId="{AB32E646-6EF5-4D32-AE23-7180A52203C7}" dt="2020-11-19T06:47:07.953" v="7247" actId="1037"/>
          <ac:graphicFrameMkLst>
            <pc:docMk/>
            <pc:sldMk cId="3764060010" sldId="1226"/>
            <ac:graphicFrameMk id="25" creationId="{C0C9126C-331F-45FC-9F71-90CD554395D2}"/>
          </ac:graphicFrameMkLst>
        </pc:graphicFrameChg>
        <pc:graphicFrameChg chg="mod">
          <ac:chgData name="park sehun" userId="a5dd5dda71ea150a" providerId="LiveId" clId="{AB32E646-6EF5-4D32-AE23-7180A52203C7}" dt="2020-11-19T06:47:07.953" v="7247" actId="1037"/>
          <ac:graphicFrameMkLst>
            <pc:docMk/>
            <pc:sldMk cId="3764060010" sldId="1226"/>
            <ac:graphicFrameMk id="39" creationId="{A62F05A6-AD69-45C6-B6A2-4C6E055825D9}"/>
          </ac:graphicFrameMkLst>
        </pc:graphicFrameChg>
        <pc:graphicFrameChg chg="add mod">
          <ac:chgData name="park sehun" userId="a5dd5dda71ea150a" providerId="LiveId" clId="{AB32E646-6EF5-4D32-AE23-7180A52203C7}" dt="2020-11-19T06:56:45.543" v="7473" actId="1036"/>
          <ac:graphicFrameMkLst>
            <pc:docMk/>
            <pc:sldMk cId="3764060010" sldId="1226"/>
            <ac:graphicFrameMk id="48" creationId="{72C60881-FC43-4750-AF40-028A8B803458}"/>
          </ac:graphicFrameMkLst>
        </pc:graphicFrameChg>
        <pc:graphicFrameChg chg="del mod">
          <ac:chgData name="park sehun" userId="a5dd5dda71ea150a" providerId="LiveId" clId="{AB32E646-6EF5-4D32-AE23-7180A52203C7}" dt="2020-11-19T06:55:05.435" v="7329" actId="478"/>
          <ac:graphicFrameMkLst>
            <pc:docMk/>
            <pc:sldMk cId="3764060010" sldId="1226"/>
            <ac:graphicFrameMk id="53" creationId="{41C6BE4E-8526-416A-8A8B-276BCD742713}"/>
          </ac:graphicFrameMkLst>
        </pc:graphicFrameChg>
        <pc:graphicFrameChg chg="add mod">
          <ac:chgData name="park sehun" userId="a5dd5dda71ea150a" providerId="LiveId" clId="{AB32E646-6EF5-4D32-AE23-7180A52203C7}" dt="2020-11-19T06:56:45.543" v="7473" actId="1036"/>
          <ac:graphicFrameMkLst>
            <pc:docMk/>
            <pc:sldMk cId="3764060010" sldId="1226"/>
            <ac:graphicFrameMk id="57" creationId="{C535BDF7-5ECB-4805-96A2-C74E45561FC4}"/>
          </ac:graphicFrameMkLst>
        </pc:graphicFrameChg>
        <pc:graphicFrameChg chg="del mod">
          <ac:chgData name="park sehun" userId="a5dd5dda71ea150a" providerId="LiveId" clId="{AB32E646-6EF5-4D32-AE23-7180A52203C7}" dt="2020-11-19T06:55:55.862" v="7389" actId="478"/>
          <ac:graphicFrameMkLst>
            <pc:docMk/>
            <pc:sldMk cId="3764060010" sldId="1226"/>
            <ac:graphicFrameMk id="61" creationId="{BBF664F1-B26D-4361-81B2-336EFE77B3CD}"/>
          </ac:graphicFrameMkLst>
        </pc:graphicFrameChg>
        <pc:graphicFrameChg chg="del mod">
          <ac:chgData name="park sehun" userId="a5dd5dda71ea150a" providerId="LiveId" clId="{AB32E646-6EF5-4D32-AE23-7180A52203C7}" dt="2020-11-19T06:53:56.862" v="7258" actId="478"/>
          <ac:graphicFrameMkLst>
            <pc:docMk/>
            <pc:sldMk cId="3764060010" sldId="1226"/>
            <ac:graphicFrameMk id="62" creationId="{752CF203-140B-4C4B-A64E-5249B740111A}"/>
          </ac:graphicFrameMkLst>
        </pc:graphicFrameChg>
        <pc:graphicFrameChg chg="add mod">
          <ac:chgData name="park sehun" userId="a5dd5dda71ea150a" providerId="LiveId" clId="{AB32E646-6EF5-4D32-AE23-7180A52203C7}" dt="2020-11-19T06:56:45.543" v="7473" actId="1036"/>
          <ac:graphicFrameMkLst>
            <pc:docMk/>
            <pc:sldMk cId="3764060010" sldId="1226"/>
            <ac:graphicFrameMk id="70" creationId="{A0431FD4-8646-41FE-81EB-66EC45737AE1}"/>
          </ac:graphicFrameMkLst>
        </pc:graphicFrameChg>
        <pc:graphicFrameChg chg="add del mod">
          <ac:chgData name="park sehun" userId="a5dd5dda71ea150a" providerId="LiveId" clId="{AB32E646-6EF5-4D32-AE23-7180A52203C7}" dt="2020-11-19T06:57:13.889" v="7479"/>
          <ac:graphicFrameMkLst>
            <pc:docMk/>
            <pc:sldMk cId="3764060010" sldId="1226"/>
            <ac:graphicFrameMk id="73" creationId="{D05A464D-AC0D-4760-BCB7-13664D9D895D}"/>
          </ac:graphicFrameMkLst>
        </pc:graphicFrameChg>
        <pc:graphicFrameChg chg="add del mod">
          <ac:chgData name="park sehun" userId="a5dd5dda71ea150a" providerId="LiveId" clId="{AB32E646-6EF5-4D32-AE23-7180A52203C7}" dt="2020-11-19T06:57:13.889" v="7479"/>
          <ac:graphicFrameMkLst>
            <pc:docMk/>
            <pc:sldMk cId="3764060010" sldId="1226"/>
            <ac:graphicFrameMk id="75" creationId="{051F2E99-B299-4B30-B643-03D77CEF2392}"/>
          </ac:graphicFrameMkLst>
        </pc:graphicFrameChg>
        <pc:graphicFrameChg chg="add del mod">
          <ac:chgData name="park sehun" userId="a5dd5dda71ea150a" providerId="LiveId" clId="{AB32E646-6EF5-4D32-AE23-7180A52203C7}" dt="2020-11-19T06:57:13.889" v="7479"/>
          <ac:graphicFrameMkLst>
            <pc:docMk/>
            <pc:sldMk cId="3764060010" sldId="1226"/>
            <ac:graphicFrameMk id="77" creationId="{E7998102-D43C-409A-AC7A-8F4338DB9D6E}"/>
          </ac:graphicFrameMkLst>
        </pc:graphicFrameChg>
        <pc:graphicFrameChg chg="del mod">
          <ac:chgData name="park sehun" userId="a5dd5dda71ea150a" providerId="LiveId" clId="{AB32E646-6EF5-4D32-AE23-7180A52203C7}" dt="2020-11-19T06:53:29.836" v="7255" actId="478"/>
          <ac:graphicFrameMkLst>
            <pc:docMk/>
            <pc:sldMk cId="3764060010" sldId="1226"/>
            <ac:graphicFrameMk id="81" creationId="{DCC00BAE-FEB3-4884-A0A7-166B0CAD344A}"/>
          </ac:graphicFrameMkLst>
        </pc:graphicFrameChg>
        <pc:picChg chg="mod">
          <ac:chgData name="park sehun" userId="a5dd5dda71ea150a" providerId="LiveId" clId="{AB32E646-6EF5-4D32-AE23-7180A52203C7}" dt="2020-11-19T06:54:31.344" v="7320" actId="1038"/>
          <ac:picMkLst>
            <pc:docMk/>
            <pc:sldMk cId="3764060010" sldId="1226"/>
            <ac:picMk id="23" creationId="{5FBFDAA2-FA32-4A0A-9E9B-DCA251724393}"/>
          </ac:picMkLst>
        </pc:picChg>
        <pc:picChg chg="mod">
          <ac:chgData name="park sehun" userId="a5dd5dda71ea150a" providerId="LiveId" clId="{AB32E646-6EF5-4D32-AE23-7180A52203C7}" dt="2020-11-19T06:57:36.680" v="7507" actId="1038"/>
          <ac:picMkLst>
            <pc:docMk/>
            <pc:sldMk cId="3764060010" sldId="1226"/>
            <ac:picMk id="49" creationId="{2D5E807C-EDE3-4FBF-8133-E497C73C837E}"/>
          </ac:picMkLst>
        </pc:picChg>
        <pc:picChg chg="mod">
          <ac:chgData name="park sehun" userId="a5dd5dda71ea150a" providerId="LiveId" clId="{AB32E646-6EF5-4D32-AE23-7180A52203C7}" dt="2020-11-19T06:57:39.592" v="7510" actId="1038"/>
          <ac:picMkLst>
            <pc:docMk/>
            <pc:sldMk cId="3764060010" sldId="1226"/>
            <ac:picMk id="58" creationId="{750A3771-3412-43CC-B621-3336BFD70BCB}"/>
          </ac:picMkLst>
        </pc:picChg>
        <pc:picChg chg="del mod">
          <ac:chgData name="park sehun" userId="a5dd5dda71ea150a" providerId="LiveId" clId="{AB32E646-6EF5-4D32-AE23-7180A52203C7}" dt="2020-11-19T06:54:41.399" v="7323" actId="478"/>
          <ac:picMkLst>
            <pc:docMk/>
            <pc:sldMk cId="3764060010" sldId="1226"/>
            <ac:picMk id="60" creationId="{0532F13E-F569-4EA8-B0A5-B25DA04EE6BC}"/>
          </ac:picMkLst>
        </pc:picChg>
        <pc:picChg chg="del mod">
          <ac:chgData name="park sehun" userId="a5dd5dda71ea150a" providerId="LiveId" clId="{AB32E646-6EF5-4D32-AE23-7180A52203C7}" dt="2020-11-19T06:54:43.750" v="7324" actId="478"/>
          <ac:picMkLst>
            <pc:docMk/>
            <pc:sldMk cId="3764060010" sldId="1226"/>
            <ac:picMk id="74" creationId="{48730068-462C-4CAB-9BE0-0D5F08C421EB}"/>
          </ac:picMkLst>
        </pc:picChg>
        <pc:picChg chg="del mod">
          <ac:chgData name="park sehun" userId="a5dd5dda71ea150a" providerId="LiveId" clId="{AB32E646-6EF5-4D32-AE23-7180A52203C7}" dt="2020-11-19T06:54:45.583" v="7325" actId="478"/>
          <ac:picMkLst>
            <pc:docMk/>
            <pc:sldMk cId="3764060010" sldId="1226"/>
            <ac:picMk id="76" creationId="{750AABA9-55C6-4E69-89F2-11D29C6D32BB}"/>
          </ac:picMkLst>
        </pc:picChg>
        <pc:picChg chg="del mod">
          <ac:chgData name="park sehun" userId="a5dd5dda71ea150a" providerId="LiveId" clId="{AB32E646-6EF5-4D32-AE23-7180A52203C7}" dt="2020-11-19T06:56:58.624" v="7475" actId="478"/>
          <ac:picMkLst>
            <pc:docMk/>
            <pc:sldMk cId="3764060010" sldId="1226"/>
            <ac:picMk id="78" creationId="{E76570EB-68BD-4A5E-BD8D-B26D70CEAB4B}"/>
          </ac:picMkLst>
        </pc:picChg>
        <pc:cxnChg chg="mod">
          <ac:chgData name="park sehun" userId="a5dd5dda71ea150a" providerId="LiveId" clId="{AB32E646-6EF5-4D32-AE23-7180A52203C7}" dt="2020-11-19T06:47:07.953" v="7247" actId="1037"/>
          <ac:cxnSpMkLst>
            <pc:docMk/>
            <pc:sldMk cId="3764060010" sldId="1226"/>
            <ac:cxnSpMk id="26" creationId="{24A1FD71-0A62-4C6B-B42B-C9BD7AEE4BD7}"/>
          </ac:cxnSpMkLst>
        </pc:cxnChg>
        <pc:cxnChg chg="mod">
          <ac:chgData name="park sehun" userId="a5dd5dda71ea150a" providerId="LiveId" clId="{AB32E646-6EF5-4D32-AE23-7180A52203C7}" dt="2020-11-19T06:47:07.953" v="7247" actId="1037"/>
          <ac:cxnSpMkLst>
            <pc:docMk/>
            <pc:sldMk cId="3764060010" sldId="1226"/>
            <ac:cxnSpMk id="52" creationId="{E43F0DF3-A70C-44BC-A835-09782FF6B9EB}"/>
          </ac:cxnSpMkLst>
        </pc:cxnChg>
        <pc:cxnChg chg="del mod">
          <ac:chgData name="park sehun" userId="a5dd5dda71ea150a" providerId="LiveId" clId="{AB32E646-6EF5-4D32-AE23-7180A52203C7}" dt="2020-11-19T06:55:09.262" v="7330" actId="478"/>
          <ac:cxnSpMkLst>
            <pc:docMk/>
            <pc:sldMk cId="3764060010" sldId="1226"/>
            <ac:cxnSpMk id="55" creationId="{DBB0FA4A-855A-4A8F-9CFC-A8523A31DED5}"/>
          </ac:cxnSpMkLst>
        </pc:cxnChg>
        <pc:cxnChg chg="mod">
          <ac:chgData name="park sehun" userId="a5dd5dda71ea150a" providerId="LiveId" clId="{AB32E646-6EF5-4D32-AE23-7180A52203C7}" dt="2020-11-19T06:56:49.429" v="7474" actId="14100"/>
          <ac:cxnSpMkLst>
            <pc:docMk/>
            <pc:sldMk cId="3764060010" sldId="1226"/>
            <ac:cxnSpMk id="63" creationId="{1C4B3E99-1BBC-479E-8BC3-78CB9A9785C7}"/>
          </ac:cxnSpMkLst>
        </pc:cxnChg>
        <pc:cxnChg chg="del">
          <ac:chgData name="park sehun" userId="a5dd5dda71ea150a" providerId="LiveId" clId="{AB32E646-6EF5-4D32-AE23-7180A52203C7}" dt="2020-11-19T06:46:36.039" v="7175" actId="478"/>
          <ac:cxnSpMkLst>
            <pc:docMk/>
            <pc:sldMk cId="3764060010" sldId="1226"/>
            <ac:cxnSpMk id="64" creationId="{5270DB07-824E-40A1-BADC-DE6D19836E63}"/>
          </ac:cxnSpMkLst>
        </pc:cxnChg>
        <pc:cxnChg chg="del mod">
          <ac:chgData name="park sehun" userId="a5dd5dda71ea150a" providerId="LiveId" clId="{AB32E646-6EF5-4D32-AE23-7180A52203C7}" dt="2020-11-19T06:53:43.707" v="7257" actId="478"/>
          <ac:cxnSpMkLst>
            <pc:docMk/>
            <pc:sldMk cId="3764060010" sldId="1226"/>
            <ac:cxnSpMk id="67" creationId="{06BFE1E7-1AA0-4C7C-AD9D-716CA7D0B68C}"/>
          </ac:cxnSpMkLst>
        </pc:cxnChg>
        <pc:cxnChg chg="add mod">
          <ac:chgData name="park sehun" userId="a5dd5dda71ea150a" providerId="LiveId" clId="{AB32E646-6EF5-4D32-AE23-7180A52203C7}" dt="2020-11-19T06:57:36.680" v="7507" actId="1038"/>
          <ac:cxnSpMkLst>
            <pc:docMk/>
            <pc:sldMk cId="3764060010" sldId="1226"/>
            <ac:cxnSpMk id="71" creationId="{CF3C5255-129B-49EF-9086-A715C207055D}"/>
          </ac:cxnSpMkLst>
        </pc:cxnChg>
        <pc:cxnChg chg="add mod">
          <ac:chgData name="park sehun" userId="a5dd5dda71ea150a" providerId="LiveId" clId="{AB32E646-6EF5-4D32-AE23-7180A52203C7}" dt="2020-11-19T06:56:45.543" v="7473" actId="1036"/>
          <ac:cxnSpMkLst>
            <pc:docMk/>
            <pc:sldMk cId="3764060010" sldId="1226"/>
            <ac:cxnSpMk id="72" creationId="{E855D2C2-D147-404E-BFB8-7E914F526F4D}"/>
          </ac:cxnSpMkLst>
        </pc:cxnChg>
        <pc:cxnChg chg="add del mod">
          <ac:chgData name="park sehun" userId="a5dd5dda71ea150a" providerId="LiveId" clId="{AB32E646-6EF5-4D32-AE23-7180A52203C7}" dt="2020-11-19T06:57:13.889" v="7479"/>
          <ac:cxnSpMkLst>
            <pc:docMk/>
            <pc:sldMk cId="3764060010" sldId="1226"/>
            <ac:cxnSpMk id="79" creationId="{B3AA3863-0828-4C28-BD20-48DB9C93D9CF}"/>
          </ac:cxnSpMkLst>
        </pc:cxnChg>
        <pc:cxnChg chg="add del mod">
          <ac:chgData name="park sehun" userId="a5dd5dda71ea150a" providerId="LiveId" clId="{AB32E646-6EF5-4D32-AE23-7180A52203C7}" dt="2020-11-19T06:57:13.889" v="7479"/>
          <ac:cxnSpMkLst>
            <pc:docMk/>
            <pc:sldMk cId="3764060010" sldId="1226"/>
            <ac:cxnSpMk id="80" creationId="{58260785-E6A4-451C-9DC4-D0662554105E}"/>
          </ac:cxnSpMkLst>
        </pc:cxnChg>
        <pc:cxnChg chg="del mod">
          <ac:chgData name="park sehun" userId="a5dd5dda71ea150a" providerId="LiveId" clId="{AB32E646-6EF5-4D32-AE23-7180A52203C7}" dt="2020-11-19T06:53:31.822" v="7256" actId="478"/>
          <ac:cxnSpMkLst>
            <pc:docMk/>
            <pc:sldMk cId="3764060010" sldId="1226"/>
            <ac:cxnSpMk id="82" creationId="{087AF177-2B65-4806-BF4B-18C1A17612AE}"/>
          </ac:cxnSpMkLst>
        </pc:cxnChg>
        <pc:cxnChg chg="add mod">
          <ac:chgData name="park sehun" userId="a5dd5dda71ea150a" providerId="LiveId" clId="{AB32E646-6EF5-4D32-AE23-7180A52203C7}" dt="2020-11-20T01:02:06.905" v="7602" actId="1037"/>
          <ac:cxnSpMkLst>
            <pc:docMk/>
            <pc:sldMk cId="3764060010" sldId="1226"/>
            <ac:cxnSpMk id="89" creationId="{795FC60D-F1DB-44BA-819B-7C0D0130F05E}"/>
          </ac:cxnSpMkLst>
        </pc:cxnChg>
      </pc:sldChg>
      <pc:sldChg chg="add del">
        <pc:chgData name="park sehun" userId="a5dd5dda71ea150a" providerId="LiveId" clId="{AB32E646-6EF5-4D32-AE23-7180A52203C7}" dt="2020-11-20T01:08:28.640" v="7723" actId="47"/>
        <pc:sldMkLst>
          <pc:docMk/>
          <pc:sldMk cId="2043487792" sldId="1227"/>
        </pc:sldMkLst>
      </pc:sldChg>
      <pc:sldChg chg="delSp modSp add mod modAnim">
        <pc:chgData name="park sehun" userId="a5dd5dda71ea150a" providerId="LiveId" clId="{AB32E646-6EF5-4D32-AE23-7180A52203C7}" dt="2020-11-20T04:15:58.698" v="8061" actId="1076"/>
        <pc:sldMkLst>
          <pc:docMk/>
          <pc:sldMk cId="2740386523" sldId="1227"/>
        </pc:sldMkLst>
        <pc:spChg chg="del">
          <ac:chgData name="park sehun" userId="a5dd5dda71ea150a" providerId="LiveId" clId="{AB32E646-6EF5-4D32-AE23-7180A52203C7}" dt="2020-11-20T01:24:38.414" v="7727" actId="478"/>
          <ac:spMkLst>
            <pc:docMk/>
            <pc:sldMk cId="2740386523" sldId="1227"/>
            <ac:spMk id="6" creationId="{A3F2921D-E963-47D5-89EB-5967005C32F3}"/>
          </ac:spMkLst>
        </pc:spChg>
        <pc:spChg chg="del">
          <ac:chgData name="park sehun" userId="a5dd5dda71ea150a" providerId="LiveId" clId="{AB32E646-6EF5-4D32-AE23-7180A52203C7}" dt="2020-11-20T01:24:38.414" v="7727" actId="478"/>
          <ac:spMkLst>
            <pc:docMk/>
            <pc:sldMk cId="2740386523" sldId="1227"/>
            <ac:spMk id="11" creationId="{52A99FCB-9AD9-4395-9576-5E941608D118}"/>
          </ac:spMkLst>
        </pc:spChg>
        <pc:spChg chg="del">
          <ac:chgData name="park sehun" userId="a5dd5dda71ea150a" providerId="LiveId" clId="{AB32E646-6EF5-4D32-AE23-7180A52203C7}" dt="2020-11-20T01:24:38.414" v="7727" actId="478"/>
          <ac:spMkLst>
            <pc:docMk/>
            <pc:sldMk cId="2740386523" sldId="1227"/>
            <ac:spMk id="27" creationId="{F4A11494-B244-45B1-BB14-C8660C6B2A0A}"/>
          </ac:spMkLst>
        </pc:spChg>
        <pc:spChg chg="del">
          <ac:chgData name="park sehun" userId="a5dd5dda71ea150a" providerId="LiveId" clId="{AB32E646-6EF5-4D32-AE23-7180A52203C7}" dt="2020-11-20T01:24:38.414" v="7727" actId="478"/>
          <ac:spMkLst>
            <pc:docMk/>
            <pc:sldMk cId="2740386523" sldId="1227"/>
            <ac:spMk id="45" creationId="{0A1E440D-697B-40BA-94C0-4DC1CC311A6E}"/>
          </ac:spMkLst>
        </pc:spChg>
        <pc:spChg chg="del">
          <ac:chgData name="park sehun" userId="a5dd5dda71ea150a" providerId="LiveId" clId="{AB32E646-6EF5-4D32-AE23-7180A52203C7}" dt="2020-11-20T01:24:38.414" v="7727" actId="478"/>
          <ac:spMkLst>
            <pc:docMk/>
            <pc:sldMk cId="2740386523" sldId="1227"/>
            <ac:spMk id="47" creationId="{4C9748FF-95AE-4432-A6F9-4D5B83DA9548}"/>
          </ac:spMkLst>
        </pc:spChg>
        <pc:spChg chg="del">
          <ac:chgData name="park sehun" userId="a5dd5dda71ea150a" providerId="LiveId" clId="{AB32E646-6EF5-4D32-AE23-7180A52203C7}" dt="2020-11-20T01:24:38.414" v="7727" actId="478"/>
          <ac:spMkLst>
            <pc:docMk/>
            <pc:sldMk cId="2740386523" sldId="1227"/>
            <ac:spMk id="50" creationId="{80DD2848-394F-4C87-A1D2-5A294AD6878D}"/>
          </ac:spMkLst>
        </pc:spChg>
        <pc:spChg chg="mod">
          <ac:chgData name="park sehun" userId="a5dd5dda71ea150a" providerId="LiveId" clId="{AB32E646-6EF5-4D32-AE23-7180A52203C7}" dt="2020-11-20T04:15:58.698" v="8061" actId="1076"/>
          <ac:spMkLst>
            <pc:docMk/>
            <pc:sldMk cId="2740386523" sldId="1227"/>
            <ac:spMk id="54" creationId="{C29D6112-022A-4BE0-B087-9B0A74023A45}"/>
          </ac:spMkLst>
        </pc:spChg>
        <pc:spChg chg="del">
          <ac:chgData name="park sehun" userId="a5dd5dda71ea150a" providerId="LiveId" clId="{AB32E646-6EF5-4D32-AE23-7180A52203C7}" dt="2020-11-20T01:24:38.414" v="7727" actId="478"/>
          <ac:spMkLst>
            <pc:docMk/>
            <pc:sldMk cId="2740386523" sldId="1227"/>
            <ac:spMk id="56" creationId="{BBD94C56-1AB2-4634-A417-DB8456950166}"/>
          </ac:spMkLst>
        </pc:spChg>
        <pc:spChg chg="del">
          <ac:chgData name="park sehun" userId="a5dd5dda71ea150a" providerId="LiveId" clId="{AB32E646-6EF5-4D32-AE23-7180A52203C7}" dt="2020-11-20T01:24:38.414" v="7727" actId="478"/>
          <ac:spMkLst>
            <pc:docMk/>
            <pc:sldMk cId="2740386523" sldId="1227"/>
            <ac:spMk id="59" creationId="{7AF49ED2-0882-4AA4-A6BA-608EF6953321}"/>
          </ac:spMkLst>
        </pc:spChg>
        <pc:spChg chg="del">
          <ac:chgData name="park sehun" userId="a5dd5dda71ea150a" providerId="LiveId" clId="{AB32E646-6EF5-4D32-AE23-7180A52203C7}" dt="2020-11-20T01:24:38.414" v="7727" actId="478"/>
          <ac:spMkLst>
            <pc:docMk/>
            <pc:sldMk cId="2740386523" sldId="1227"/>
            <ac:spMk id="66" creationId="{186D568E-3C76-4B43-8ACD-7EFA2134FAAA}"/>
          </ac:spMkLst>
        </pc:spChg>
        <pc:spChg chg="del">
          <ac:chgData name="park sehun" userId="a5dd5dda71ea150a" providerId="LiveId" clId="{AB32E646-6EF5-4D32-AE23-7180A52203C7}" dt="2020-11-20T01:24:38.414" v="7727" actId="478"/>
          <ac:spMkLst>
            <pc:docMk/>
            <pc:sldMk cId="2740386523" sldId="1227"/>
            <ac:spMk id="68" creationId="{82919A6A-93E8-4DAB-A771-A352D69D0BB5}"/>
          </ac:spMkLst>
        </pc:spChg>
        <pc:spChg chg="del">
          <ac:chgData name="park sehun" userId="a5dd5dda71ea150a" providerId="LiveId" clId="{AB32E646-6EF5-4D32-AE23-7180A52203C7}" dt="2020-11-20T01:24:38.414" v="7727" actId="478"/>
          <ac:spMkLst>
            <pc:docMk/>
            <pc:sldMk cId="2740386523" sldId="1227"/>
            <ac:spMk id="69" creationId="{95B28291-492C-4EC3-98CD-1D7C84B2DA63}"/>
          </ac:spMkLst>
        </pc:spChg>
        <pc:spChg chg="del">
          <ac:chgData name="park sehun" userId="a5dd5dda71ea150a" providerId="LiveId" clId="{AB32E646-6EF5-4D32-AE23-7180A52203C7}" dt="2020-11-20T01:24:38.414" v="7727" actId="478"/>
          <ac:spMkLst>
            <pc:docMk/>
            <pc:sldMk cId="2740386523" sldId="1227"/>
            <ac:spMk id="88" creationId="{6A5B9A51-4EE5-4A40-B806-C4CBD1ED5F7F}"/>
          </ac:spMkLst>
        </pc:spChg>
        <pc:spChg chg="del">
          <ac:chgData name="park sehun" userId="a5dd5dda71ea150a" providerId="LiveId" clId="{AB32E646-6EF5-4D32-AE23-7180A52203C7}" dt="2020-11-20T01:24:38.414" v="7727" actId="478"/>
          <ac:spMkLst>
            <pc:docMk/>
            <pc:sldMk cId="2740386523" sldId="1227"/>
            <ac:spMk id="90" creationId="{3947A5D0-94B1-4C08-99AC-A2BB338B8E0B}"/>
          </ac:spMkLst>
        </pc:spChg>
        <pc:spChg chg="del">
          <ac:chgData name="park sehun" userId="a5dd5dda71ea150a" providerId="LiveId" clId="{AB32E646-6EF5-4D32-AE23-7180A52203C7}" dt="2020-11-20T01:24:41.725" v="7728" actId="478"/>
          <ac:spMkLst>
            <pc:docMk/>
            <pc:sldMk cId="2740386523" sldId="1227"/>
            <ac:spMk id="91" creationId="{0E8B0C30-CF94-4B0D-BD2D-EFA11EC39FFE}"/>
          </ac:spMkLst>
        </pc:spChg>
        <pc:spChg chg="del">
          <ac:chgData name="park sehun" userId="a5dd5dda71ea150a" providerId="LiveId" clId="{AB32E646-6EF5-4D32-AE23-7180A52203C7}" dt="2020-11-20T01:24:38.414" v="7727" actId="478"/>
          <ac:spMkLst>
            <pc:docMk/>
            <pc:sldMk cId="2740386523" sldId="1227"/>
            <ac:spMk id="92" creationId="{D07DA907-1A40-4029-A357-0DB6E852F37F}"/>
          </ac:spMkLst>
        </pc:spChg>
        <pc:spChg chg="mod">
          <ac:chgData name="park sehun" userId="a5dd5dda71ea150a" providerId="LiveId" clId="{AB32E646-6EF5-4D32-AE23-7180A52203C7}" dt="2020-11-20T01:26:55.780" v="7761" actId="20577"/>
          <ac:spMkLst>
            <pc:docMk/>
            <pc:sldMk cId="2740386523" sldId="1227"/>
            <ac:spMk id="62466" creationId="{00000000-0000-0000-0000-000000000000}"/>
          </ac:spMkLst>
        </pc:spChg>
        <pc:graphicFrameChg chg="del">
          <ac:chgData name="park sehun" userId="a5dd5dda71ea150a" providerId="LiveId" clId="{AB32E646-6EF5-4D32-AE23-7180A52203C7}" dt="2020-11-20T01:24:38.414" v="7727" actId="478"/>
          <ac:graphicFrameMkLst>
            <pc:docMk/>
            <pc:sldMk cId="2740386523" sldId="1227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AB32E646-6EF5-4D32-AE23-7180A52203C7}" dt="2020-11-20T01:24:38.414" v="7727" actId="478"/>
          <ac:graphicFrameMkLst>
            <pc:docMk/>
            <pc:sldMk cId="2740386523" sldId="1227"/>
            <ac:graphicFrameMk id="25" creationId="{C0C9126C-331F-45FC-9F71-90CD554395D2}"/>
          </ac:graphicFrameMkLst>
        </pc:graphicFrameChg>
        <pc:graphicFrameChg chg="del">
          <ac:chgData name="park sehun" userId="a5dd5dda71ea150a" providerId="LiveId" clId="{AB32E646-6EF5-4D32-AE23-7180A52203C7}" dt="2020-11-20T01:24:38.414" v="7727" actId="478"/>
          <ac:graphicFrameMkLst>
            <pc:docMk/>
            <pc:sldMk cId="2740386523" sldId="1227"/>
            <ac:graphicFrameMk id="39" creationId="{A62F05A6-AD69-45C6-B6A2-4C6E055825D9}"/>
          </ac:graphicFrameMkLst>
        </pc:graphicFrameChg>
        <pc:graphicFrameChg chg="del">
          <ac:chgData name="park sehun" userId="a5dd5dda71ea150a" providerId="LiveId" clId="{AB32E646-6EF5-4D32-AE23-7180A52203C7}" dt="2020-11-20T01:24:38.414" v="7727" actId="478"/>
          <ac:graphicFrameMkLst>
            <pc:docMk/>
            <pc:sldMk cId="2740386523" sldId="1227"/>
            <ac:graphicFrameMk id="48" creationId="{72C60881-FC43-4750-AF40-028A8B803458}"/>
          </ac:graphicFrameMkLst>
        </pc:graphicFrameChg>
        <pc:graphicFrameChg chg="del">
          <ac:chgData name="park sehun" userId="a5dd5dda71ea150a" providerId="LiveId" clId="{AB32E646-6EF5-4D32-AE23-7180A52203C7}" dt="2020-11-20T01:24:38.414" v="7727" actId="478"/>
          <ac:graphicFrameMkLst>
            <pc:docMk/>
            <pc:sldMk cId="2740386523" sldId="1227"/>
            <ac:graphicFrameMk id="57" creationId="{C535BDF7-5ECB-4805-96A2-C74E45561FC4}"/>
          </ac:graphicFrameMkLst>
        </pc:graphicFrameChg>
        <pc:graphicFrameChg chg="del">
          <ac:chgData name="park sehun" userId="a5dd5dda71ea150a" providerId="LiveId" clId="{AB32E646-6EF5-4D32-AE23-7180A52203C7}" dt="2020-11-20T01:24:38.414" v="7727" actId="478"/>
          <ac:graphicFrameMkLst>
            <pc:docMk/>
            <pc:sldMk cId="2740386523" sldId="1227"/>
            <ac:graphicFrameMk id="70" creationId="{A0431FD4-8646-41FE-81EB-66EC45737AE1}"/>
          </ac:graphicFrameMkLst>
        </pc:graphicFrameChg>
        <pc:picChg chg="del">
          <ac:chgData name="park sehun" userId="a5dd5dda71ea150a" providerId="LiveId" clId="{AB32E646-6EF5-4D32-AE23-7180A52203C7}" dt="2020-11-20T01:24:38.414" v="7727" actId="478"/>
          <ac:picMkLst>
            <pc:docMk/>
            <pc:sldMk cId="2740386523" sldId="1227"/>
            <ac:picMk id="23" creationId="{5FBFDAA2-FA32-4A0A-9E9B-DCA251724393}"/>
          </ac:picMkLst>
        </pc:picChg>
        <pc:picChg chg="del">
          <ac:chgData name="park sehun" userId="a5dd5dda71ea150a" providerId="LiveId" clId="{AB32E646-6EF5-4D32-AE23-7180A52203C7}" dt="2020-11-20T01:24:38.414" v="7727" actId="478"/>
          <ac:picMkLst>
            <pc:docMk/>
            <pc:sldMk cId="2740386523" sldId="1227"/>
            <ac:picMk id="49" creationId="{2D5E807C-EDE3-4FBF-8133-E497C73C837E}"/>
          </ac:picMkLst>
        </pc:picChg>
        <pc:picChg chg="del">
          <ac:chgData name="park sehun" userId="a5dd5dda71ea150a" providerId="LiveId" clId="{AB32E646-6EF5-4D32-AE23-7180A52203C7}" dt="2020-11-20T01:24:38.414" v="7727" actId="478"/>
          <ac:picMkLst>
            <pc:docMk/>
            <pc:sldMk cId="2740386523" sldId="1227"/>
            <ac:picMk id="58" creationId="{750A3771-3412-43CC-B621-3336BFD70BCB}"/>
          </ac:picMkLst>
        </pc:picChg>
        <pc:cxnChg chg="del">
          <ac:chgData name="park sehun" userId="a5dd5dda71ea150a" providerId="LiveId" clId="{AB32E646-6EF5-4D32-AE23-7180A52203C7}" dt="2020-11-20T01:24:38.414" v="7727" actId="478"/>
          <ac:cxnSpMkLst>
            <pc:docMk/>
            <pc:sldMk cId="2740386523" sldId="1227"/>
            <ac:cxnSpMk id="16" creationId="{6F9B0103-0B6F-464E-A331-2D9AE93B5EC2}"/>
          </ac:cxnSpMkLst>
        </pc:cxnChg>
        <pc:cxnChg chg="del">
          <ac:chgData name="park sehun" userId="a5dd5dda71ea150a" providerId="LiveId" clId="{AB32E646-6EF5-4D32-AE23-7180A52203C7}" dt="2020-11-20T01:24:38.414" v="7727" actId="478"/>
          <ac:cxnSpMkLst>
            <pc:docMk/>
            <pc:sldMk cId="2740386523" sldId="1227"/>
            <ac:cxnSpMk id="26" creationId="{24A1FD71-0A62-4C6B-B42B-C9BD7AEE4BD7}"/>
          </ac:cxnSpMkLst>
        </pc:cxnChg>
        <pc:cxnChg chg="del">
          <ac:chgData name="park sehun" userId="a5dd5dda71ea150a" providerId="LiveId" clId="{AB32E646-6EF5-4D32-AE23-7180A52203C7}" dt="2020-11-20T01:24:38.414" v="7727" actId="478"/>
          <ac:cxnSpMkLst>
            <pc:docMk/>
            <pc:sldMk cId="2740386523" sldId="1227"/>
            <ac:cxnSpMk id="52" creationId="{E43F0DF3-A70C-44BC-A835-09782FF6B9EB}"/>
          </ac:cxnSpMkLst>
        </pc:cxnChg>
        <pc:cxnChg chg="del">
          <ac:chgData name="park sehun" userId="a5dd5dda71ea150a" providerId="LiveId" clId="{AB32E646-6EF5-4D32-AE23-7180A52203C7}" dt="2020-11-20T01:24:38.414" v="7727" actId="478"/>
          <ac:cxnSpMkLst>
            <pc:docMk/>
            <pc:sldMk cId="2740386523" sldId="1227"/>
            <ac:cxnSpMk id="63" creationId="{1C4B3E99-1BBC-479E-8BC3-78CB9A9785C7}"/>
          </ac:cxnSpMkLst>
        </pc:cxnChg>
        <pc:cxnChg chg="del">
          <ac:chgData name="park sehun" userId="a5dd5dda71ea150a" providerId="LiveId" clId="{AB32E646-6EF5-4D32-AE23-7180A52203C7}" dt="2020-11-20T01:24:38.414" v="7727" actId="478"/>
          <ac:cxnSpMkLst>
            <pc:docMk/>
            <pc:sldMk cId="2740386523" sldId="1227"/>
            <ac:cxnSpMk id="71" creationId="{CF3C5255-129B-49EF-9086-A715C207055D}"/>
          </ac:cxnSpMkLst>
        </pc:cxnChg>
        <pc:cxnChg chg="del">
          <ac:chgData name="park sehun" userId="a5dd5dda71ea150a" providerId="LiveId" clId="{AB32E646-6EF5-4D32-AE23-7180A52203C7}" dt="2020-11-20T01:24:38.414" v="7727" actId="478"/>
          <ac:cxnSpMkLst>
            <pc:docMk/>
            <pc:sldMk cId="2740386523" sldId="1227"/>
            <ac:cxnSpMk id="72" creationId="{E855D2C2-D147-404E-BFB8-7E914F526F4D}"/>
          </ac:cxnSpMkLst>
        </pc:cxnChg>
        <pc:cxnChg chg="del">
          <ac:chgData name="park sehun" userId="a5dd5dda71ea150a" providerId="LiveId" clId="{AB32E646-6EF5-4D32-AE23-7180A52203C7}" dt="2020-11-20T01:24:41.725" v="7728" actId="478"/>
          <ac:cxnSpMkLst>
            <pc:docMk/>
            <pc:sldMk cId="2740386523" sldId="1227"/>
            <ac:cxnSpMk id="89" creationId="{795FC60D-F1DB-44BA-819B-7C0D0130F05E}"/>
          </ac:cxnSpMkLst>
        </pc:cxnChg>
      </pc:sldChg>
      <pc:sldChg chg="add del">
        <pc:chgData name="park sehun" userId="a5dd5dda71ea150a" providerId="LiveId" clId="{AB32E646-6EF5-4D32-AE23-7180A52203C7}" dt="2020-11-20T04:23:03.358" v="8066" actId="47"/>
        <pc:sldMkLst>
          <pc:docMk/>
          <pc:sldMk cId="476573225" sldId="1228"/>
        </pc:sldMkLst>
      </pc:sldChg>
      <pc:sldChg chg="addSp delSp modSp add mod delAnim modAnim">
        <pc:chgData name="park sehun" userId="a5dd5dda71ea150a" providerId="LiveId" clId="{AB32E646-6EF5-4D32-AE23-7180A52203C7}" dt="2020-11-23T04:25:35.252" v="9163" actId="1038"/>
        <pc:sldMkLst>
          <pc:docMk/>
          <pc:sldMk cId="4147314466" sldId="1228"/>
        </pc:sldMkLst>
        <pc:spChg chg="mod">
          <ac:chgData name="park sehun" userId="a5dd5dda71ea150a" providerId="LiveId" clId="{AB32E646-6EF5-4D32-AE23-7180A52203C7}" dt="2020-11-20T04:31:26.170" v="8130" actId="1035"/>
          <ac:spMkLst>
            <pc:docMk/>
            <pc:sldMk cId="4147314466" sldId="1228"/>
            <ac:spMk id="3" creationId="{FC9E13B9-EF17-4916-B870-6423AA600E29}"/>
          </ac:spMkLst>
        </pc:spChg>
        <pc:spChg chg="del">
          <ac:chgData name="park sehun" userId="a5dd5dda71ea150a" providerId="LiveId" clId="{AB32E646-6EF5-4D32-AE23-7180A52203C7}" dt="2020-11-20T04:30:04.491" v="8115" actId="478"/>
          <ac:spMkLst>
            <pc:docMk/>
            <pc:sldMk cId="4147314466" sldId="1228"/>
            <ac:spMk id="11" creationId="{4CC4C4DC-35D1-4A60-BDA5-5B8A45E82874}"/>
          </ac:spMkLst>
        </pc:spChg>
        <pc:spChg chg="del mod">
          <ac:chgData name="park sehun" userId="a5dd5dda71ea150a" providerId="LiveId" clId="{AB32E646-6EF5-4D32-AE23-7180A52203C7}" dt="2020-11-20T04:30:01.890" v="8114" actId="478"/>
          <ac:spMkLst>
            <pc:docMk/>
            <pc:sldMk cId="4147314466" sldId="1228"/>
            <ac:spMk id="12" creationId="{DC550C38-2C22-4C02-BE56-E90200324ECD}"/>
          </ac:spMkLst>
        </pc:spChg>
        <pc:spChg chg="mod">
          <ac:chgData name="park sehun" userId="a5dd5dda71ea150a" providerId="LiveId" clId="{AB32E646-6EF5-4D32-AE23-7180A52203C7}" dt="2020-11-20T04:31:26.170" v="8130" actId="1035"/>
          <ac:spMkLst>
            <pc:docMk/>
            <pc:sldMk cId="4147314466" sldId="1228"/>
            <ac:spMk id="27" creationId="{F4A11494-B244-45B1-BB14-C8660C6B2A0A}"/>
          </ac:spMkLst>
        </pc:spChg>
        <pc:spChg chg="add mod">
          <ac:chgData name="park sehun" userId="a5dd5dda71ea150a" providerId="LiveId" clId="{AB32E646-6EF5-4D32-AE23-7180A52203C7}" dt="2020-11-20T04:43:40.810" v="8597" actId="1037"/>
          <ac:spMkLst>
            <pc:docMk/>
            <pc:sldMk cId="4147314466" sldId="1228"/>
            <ac:spMk id="38" creationId="{CA4F9CD6-BA20-4113-9A6F-DCC29F284CB1}"/>
          </ac:spMkLst>
        </pc:spChg>
        <pc:spChg chg="add mod">
          <ac:chgData name="park sehun" userId="a5dd5dda71ea150a" providerId="LiveId" clId="{AB32E646-6EF5-4D32-AE23-7180A52203C7}" dt="2020-11-23T04:25:28.528" v="9134" actId="14100"/>
          <ac:spMkLst>
            <pc:docMk/>
            <pc:sldMk cId="4147314466" sldId="1228"/>
            <ac:spMk id="39" creationId="{E406625D-1B73-4A1E-AC89-B4B6C962393C}"/>
          </ac:spMkLst>
        </pc:spChg>
        <pc:spChg chg="add mod">
          <ac:chgData name="park sehun" userId="a5dd5dda71ea150a" providerId="LiveId" clId="{AB32E646-6EF5-4D32-AE23-7180A52203C7}" dt="2020-11-23T04:25:35.252" v="9163" actId="1038"/>
          <ac:spMkLst>
            <pc:docMk/>
            <pc:sldMk cId="4147314466" sldId="1228"/>
            <ac:spMk id="40" creationId="{2F5B990B-56F6-451F-B368-C7A0A8069C9A}"/>
          </ac:spMkLst>
        </pc:spChg>
        <pc:spChg chg="del">
          <ac:chgData name="park sehun" userId="a5dd5dda71ea150a" providerId="LiveId" clId="{AB32E646-6EF5-4D32-AE23-7180A52203C7}" dt="2020-11-20T04:34:12.465" v="8247" actId="478"/>
          <ac:spMkLst>
            <pc:docMk/>
            <pc:sldMk cId="4147314466" sldId="1228"/>
            <ac:spMk id="45" creationId="{0A1E440D-697B-40BA-94C0-4DC1CC311A6E}"/>
          </ac:spMkLst>
        </pc:spChg>
        <pc:spChg chg="del">
          <ac:chgData name="park sehun" userId="a5dd5dda71ea150a" providerId="LiveId" clId="{AB32E646-6EF5-4D32-AE23-7180A52203C7}" dt="2020-11-20T04:23:56.155" v="8093" actId="478"/>
          <ac:spMkLst>
            <pc:docMk/>
            <pc:sldMk cId="4147314466" sldId="1228"/>
            <ac:spMk id="49" creationId="{F1C550BB-8126-47BF-A0C9-1941897E1A80}"/>
          </ac:spMkLst>
        </pc:spChg>
        <pc:spChg chg="del">
          <ac:chgData name="park sehun" userId="a5dd5dda71ea150a" providerId="LiveId" clId="{AB32E646-6EF5-4D32-AE23-7180A52203C7}" dt="2020-11-20T04:23:58.758" v="8094" actId="478"/>
          <ac:spMkLst>
            <pc:docMk/>
            <pc:sldMk cId="4147314466" sldId="1228"/>
            <ac:spMk id="50" creationId="{B8D768AF-1B1D-49E2-98FF-069552C8FCC2}"/>
          </ac:spMkLst>
        </pc:spChg>
        <pc:spChg chg="mod">
          <ac:chgData name="park sehun" userId="a5dd5dda71ea150a" providerId="LiveId" clId="{AB32E646-6EF5-4D32-AE23-7180A52203C7}" dt="2020-11-20T05:21:48.983" v="9125" actId="20577"/>
          <ac:spMkLst>
            <pc:docMk/>
            <pc:sldMk cId="4147314466" sldId="1228"/>
            <ac:spMk id="54" creationId="{C29D6112-022A-4BE0-B087-9B0A74023A45}"/>
          </ac:spMkLst>
        </pc:spChg>
        <pc:spChg chg="mod">
          <ac:chgData name="park sehun" userId="a5dd5dda71ea150a" providerId="LiveId" clId="{AB32E646-6EF5-4D32-AE23-7180A52203C7}" dt="2020-11-20T04:32:49.497" v="8182" actId="1037"/>
          <ac:spMkLst>
            <pc:docMk/>
            <pc:sldMk cId="4147314466" sldId="1228"/>
            <ac:spMk id="56" creationId="{BBD94C56-1AB2-4634-A417-DB8456950166}"/>
          </ac:spMkLst>
        </pc:spChg>
        <pc:spChg chg="del">
          <ac:chgData name="park sehun" userId="a5dd5dda71ea150a" providerId="LiveId" clId="{AB32E646-6EF5-4D32-AE23-7180A52203C7}" dt="2020-11-20T04:24:11.587" v="8100" actId="478"/>
          <ac:spMkLst>
            <pc:docMk/>
            <pc:sldMk cId="4147314466" sldId="1228"/>
            <ac:spMk id="57" creationId="{5C8A7932-1CDE-4997-BC38-D0E49DF30554}"/>
          </ac:spMkLst>
        </pc:spChg>
        <pc:spChg chg="del">
          <ac:chgData name="park sehun" userId="a5dd5dda71ea150a" providerId="LiveId" clId="{AB32E646-6EF5-4D32-AE23-7180A52203C7}" dt="2020-11-20T04:24:18.091" v="8103" actId="478"/>
          <ac:spMkLst>
            <pc:docMk/>
            <pc:sldMk cId="4147314466" sldId="1228"/>
            <ac:spMk id="58" creationId="{23C6D94D-FE4B-4252-903B-9E0A0A9D05F0}"/>
          </ac:spMkLst>
        </pc:spChg>
        <pc:spChg chg="mod">
          <ac:chgData name="park sehun" userId="a5dd5dda71ea150a" providerId="LiveId" clId="{AB32E646-6EF5-4D32-AE23-7180A52203C7}" dt="2020-11-20T04:35:07.121" v="8265" actId="1036"/>
          <ac:spMkLst>
            <pc:docMk/>
            <pc:sldMk cId="4147314466" sldId="1228"/>
            <ac:spMk id="59" creationId="{7AF49ED2-0882-4AA4-A6BA-608EF6953321}"/>
          </ac:spMkLst>
        </pc:spChg>
        <pc:spChg chg="del">
          <ac:chgData name="park sehun" userId="a5dd5dda71ea150a" providerId="LiveId" clId="{AB32E646-6EF5-4D32-AE23-7180A52203C7}" dt="2020-11-20T04:24:13.387" v="8101" actId="478"/>
          <ac:spMkLst>
            <pc:docMk/>
            <pc:sldMk cId="4147314466" sldId="1228"/>
            <ac:spMk id="60" creationId="{09D36DA2-A591-428B-BF1C-469601DB5380}"/>
          </ac:spMkLst>
        </pc:spChg>
        <pc:spChg chg="del">
          <ac:chgData name="park sehun" userId="a5dd5dda71ea150a" providerId="LiveId" clId="{AB32E646-6EF5-4D32-AE23-7180A52203C7}" dt="2020-11-20T04:24:15.803" v="8102" actId="478"/>
          <ac:spMkLst>
            <pc:docMk/>
            <pc:sldMk cId="4147314466" sldId="1228"/>
            <ac:spMk id="62" creationId="{2D1BD04D-F36C-4069-AB7D-E52930EF5A4E}"/>
          </ac:spMkLst>
        </pc:spChg>
        <pc:spChg chg="add del mod">
          <ac:chgData name="park sehun" userId="a5dd5dda71ea150a" providerId="LiveId" clId="{AB32E646-6EF5-4D32-AE23-7180A52203C7}" dt="2020-11-20T04:45:10.193" v="8724" actId="20577"/>
          <ac:spMkLst>
            <pc:docMk/>
            <pc:sldMk cId="4147314466" sldId="1228"/>
            <ac:spMk id="66" creationId="{186D568E-3C76-4B43-8ACD-7EFA2134FAAA}"/>
          </ac:spMkLst>
        </pc:spChg>
        <pc:spChg chg="add mod">
          <ac:chgData name="park sehun" userId="a5dd5dda71ea150a" providerId="LiveId" clId="{AB32E646-6EF5-4D32-AE23-7180A52203C7}" dt="2020-11-20T05:09:03.888" v="8778" actId="20577"/>
          <ac:spMkLst>
            <pc:docMk/>
            <pc:sldMk cId="4147314466" sldId="1228"/>
            <ac:spMk id="80" creationId="{29FB1AB4-9F11-4E25-9523-3DF9296EB6A9}"/>
          </ac:spMkLst>
        </pc:spChg>
        <pc:spChg chg="mod">
          <ac:chgData name="park sehun" userId="a5dd5dda71ea150a" providerId="LiveId" clId="{AB32E646-6EF5-4D32-AE23-7180A52203C7}" dt="2020-11-20T05:10:06.759" v="8827" actId="20577"/>
          <ac:spMkLst>
            <pc:docMk/>
            <pc:sldMk cId="4147314466" sldId="1228"/>
            <ac:spMk id="62466" creationId="{00000000-0000-0000-0000-000000000000}"/>
          </ac:spMkLst>
        </pc:spChg>
        <pc:graphicFrameChg chg="mod">
          <ac:chgData name="park sehun" userId="a5dd5dda71ea150a" providerId="LiveId" clId="{AB32E646-6EF5-4D32-AE23-7180A52203C7}" dt="2020-11-20T04:31:26.170" v="8130" actId="1035"/>
          <ac:graphicFrameMkLst>
            <pc:docMk/>
            <pc:sldMk cId="4147314466" sldId="1228"/>
            <ac:graphicFrameMk id="2" creationId="{811A7EBA-E1AD-458F-8685-69A517FB66EB}"/>
          </ac:graphicFrameMkLst>
        </pc:graphicFrameChg>
        <pc:graphicFrameChg chg="add mod modGraphic">
          <ac:chgData name="park sehun" userId="a5dd5dda71ea150a" providerId="LiveId" clId="{AB32E646-6EF5-4D32-AE23-7180A52203C7}" dt="2020-11-20T04:37:38.897" v="8326" actId="20577"/>
          <ac:graphicFrameMkLst>
            <pc:docMk/>
            <pc:sldMk cId="4147314466" sldId="1228"/>
            <ac:graphicFrameMk id="22" creationId="{B28D0536-1CF4-4148-BED1-63DADE090138}"/>
          </ac:graphicFrameMkLst>
        </pc:graphicFrameChg>
        <pc:graphicFrameChg chg="add mod modGraphic">
          <ac:chgData name="park sehun" userId="a5dd5dda71ea150a" providerId="LiveId" clId="{AB32E646-6EF5-4D32-AE23-7180A52203C7}" dt="2020-11-20T04:42:16.785" v="8501" actId="255"/>
          <ac:graphicFrameMkLst>
            <pc:docMk/>
            <pc:sldMk cId="4147314466" sldId="1228"/>
            <ac:graphicFrameMk id="23" creationId="{B9E0D7DD-64E2-4B43-9579-A757BCC7B732}"/>
          </ac:graphicFrameMkLst>
        </pc:graphicFrameChg>
        <pc:graphicFrameChg chg="add mod modGraphic">
          <ac:chgData name="park sehun" userId="a5dd5dda71ea150a" providerId="LiveId" clId="{AB32E646-6EF5-4D32-AE23-7180A52203C7}" dt="2020-11-20T04:42:37.560" v="8522" actId="20577"/>
          <ac:graphicFrameMkLst>
            <pc:docMk/>
            <pc:sldMk cId="4147314466" sldId="1228"/>
            <ac:graphicFrameMk id="24" creationId="{AEE405D3-75DA-411A-B20C-1C61942BCAEB}"/>
          </ac:graphicFrameMkLst>
        </pc:graphicFrameChg>
        <pc:graphicFrameChg chg="mod modGraphic">
          <ac:chgData name="park sehun" userId="a5dd5dda71ea150a" providerId="LiveId" clId="{AB32E646-6EF5-4D32-AE23-7180A52203C7}" dt="2020-11-20T04:33:49.914" v="8246" actId="20577"/>
          <ac:graphicFrameMkLst>
            <pc:docMk/>
            <pc:sldMk cId="4147314466" sldId="1228"/>
            <ac:graphicFrameMk id="25" creationId="{C0C9126C-331F-45FC-9F71-90CD554395D2}"/>
          </ac:graphicFrameMkLst>
        </pc:graphicFrameChg>
        <pc:graphicFrameChg chg="add mod modGraphic">
          <ac:chgData name="park sehun" userId="a5dd5dda71ea150a" providerId="LiveId" clId="{AB32E646-6EF5-4D32-AE23-7180A52203C7}" dt="2020-11-20T04:42:47.505" v="8527" actId="20577"/>
          <ac:graphicFrameMkLst>
            <pc:docMk/>
            <pc:sldMk cId="4147314466" sldId="1228"/>
            <ac:graphicFrameMk id="28" creationId="{99D75C2A-493F-4EC6-9D28-1082AB81F031}"/>
          </ac:graphicFrameMkLst>
        </pc:graphicFrameChg>
        <pc:graphicFrameChg chg="add mod modGraphic">
          <ac:chgData name="park sehun" userId="a5dd5dda71ea150a" providerId="LiveId" clId="{AB32E646-6EF5-4D32-AE23-7180A52203C7}" dt="2020-11-20T04:42:57.018" v="8540" actId="20577"/>
          <ac:graphicFrameMkLst>
            <pc:docMk/>
            <pc:sldMk cId="4147314466" sldId="1228"/>
            <ac:graphicFrameMk id="29" creationId="{3FC13D9F-573F-406A-B511-E85FE9193301}"/>
          </ac:graphicFrameMkLst>
        </pc:graphicFrameChg>
        <pc:graphicFrameChg chg="add mod modGraphic">
          <ac:chgData name="park sehun" userId="a5dd5dda71ea150a" providerId="LiveId" clId="{AB32E646-6EF5-4D32-AE23-7180A52203C7}" dt="2020-11-20T04:43:06.057" v="8552" actId="20577"/>
          <ac:graphicFrameMkLst>
            <pc:docMk/>
            <pc:sldMk cId="4147314466" sldId="1228"/>
            <ac:graphicFrameMk id="30" creationId="{08247392-65D9-4B7C-AF43-A817E61F0224}"/>
          </ac:graphicFrameMkLst>
        </pc:graphicFrameChg>
        <pc:graphicFrameChg chg="add mod">
          <ac:chgData name="park sehun" userId="a5dd5dda71ea150a" providerId="LiveId" clId="{AB32E646-6EF5-4D32-AE23-7180A52203C7}" dt="2020-11-20T04:43:20.786" v="8570" actId="1035"/>
          <ac:graphicFrameMkLst>
            <pc:docMk/>
            <pc:sldMk cId="4147314466" sldId="1228"/>
            <ac:graphicFrameMk id="31" creationId="{1F7D9759-72EF-452A-A079-4311B468BC71}"/>
          </ac:graphicFrameMkLst>
        </pc:graphicFrameChg>
        <pc:graphicFrameChg chg="add mod">
          <ac:chgData name="park sehun" userId="a5dd5dda71ea150a" providerId="LiveId" clId="{AB32E646-6EF5-4D32-AE23-7180A52203C7}" dt="2020-11-20T04:43:20.786" v="8570" actId="1035"/>
          <ac:graphicFrameMkLst>
            <pc:docMk/>
            <pc:sldMk cId="4147314466" sldId="1228"/>
            <ac:graphicFrameMk id="32" creationId="{C57C9051-9CE0-4217-9E39-7F725F8EA869}"/>
          </ac:graphicFrameMkLst>
        </pc:graphicFrameChg>
        <pc:graphicFrameChg chg="add mod modGraphic">
          <ac:chgData name="park sehun" userId="a5dd5dda71ea150a" providerId="LiveId" clId="{AB32E646-6EF5-4D32-AE23-7180A52203C7}" dt="2020-11-20T05:08:52.079" v="8776" actId="20577"/>
          <ac:graphicFrameMkLst>
            <pc:docMk/>
            <pc:sldMk cId="4147314466" sldId="1228"/>
            <ac:graphicFrameMk id="33" creationId="{8E5B4933-9041-4CA7-AB99-F59393ABF584}"/>
          </ac:graphicFrameMkLst>
        </pc:graphicFrameChg>
        <pc:graphicFrameChg chg="add mod modGraphic">
          <ac:chgData name="park sehun" userId="a5dd5dda71ea150a" providerId="LiveId" clId="{AB32E646-6EF5-4D32-AE23-7180A52203C7}" dt="2020-11-20T05:09:13.935" v="8790" actId="20577"/>
          <ac:graphicFrameMkLst>
            <pc:docMk/>
            <pc:sldMk cId="4147314466" sldId="1228"/>
            <ac:graphicFrameMk id="34" creationId="{BD497456-C5D9-45E1-BFEE-3D8263B28806}"/>
          </ac:graphicFrameMkLst>
        </pc:graphicFrameChg>
        <pc:graphicFrameChg chg="add mod modGraphic">
          <ac:chgData name="park sehun" userId="a5dd5dda71ea150a" providerId="LiveId" clId="{AB32E646-6EF5-4D32-AE23-7180A52203C7}" dt="2020-11-20T05:09:30.564" v="8795" actId="20577"/>
          <ac:graphicFrameMkLst>
            <pc:docMk/>
            <pc:sldMk cId="4147314466" sldId="1228"/>
            <ac:graphicFrameMk id="35" creationId="{35C49BBF-B92A-45A9-9F86-3842FBE1251B}"/>
          </ac:graphicFrameMkLst>
        </pc:graphicFrameChg>
        <pc:graphicFrameChg chg="add mod modGraphic">
          <ac:chgData name="park sehun" userId="a5dd5dda71ea150a" providerId="LiveId" clId="{AB32E646-6EF5-4D32-AE23-7180A52203C7}" dt="2020-11-20T05:09:24.043" v="8792" actId="20577"/>
          <ac:graphicFrameMkLst>
            <pc:docMk/>
            <pc:sldMk cId="4147314466" sldId="1228"/>
            <ac:graphicFrameMk id="36" creationId="{CF50E91A-13AC-4DE2-B308-1E6BCB82BF75}"/>
          </ac:graphicFrameMkLst>
        </pc:graphicFrameChg>
        <pc:graphicFrameChg chg="add mod modGraphic">
          <ac:chgData name="park sehun" userId="a5dd5dda71ea150a" providerId="LiveId" clId="{AB32E646-6EF5-4D32-AE23-7180A52203C7}" dt="2020-11-20T05:09:21.585" v="8791" actId="20577"/>
          <ac:graphicFrameMkLst>
            <pc:docMk/>
            <pc:sldMk cId="4147314466" sldId="1228"/>
            <ac:graphicFrameMk id="37" creationId="{4ED3D4DD-788E-45D8-9E8C-835B7A870FD5}"/>
          </ac:graphicFrameMkLst>
        </pc:graphicFrameChg>
        <pc:graphicFrameChg chg="del">
          <ac:chgData name="park sehun" userId="a5dd5dda71ea150a" providerId="LiveId" clId="{AB32E646-6EF5-4D32-AE23-7180A52203C7}" dt="2020-11-20T04:26:07.834" v="8111" actId="478"/>
          <ac:graphicFrameMkLst>
            <pc:docMk/>
            <pc:sldMk cId="4147314466" sldId="1228"/>
            <ac:graphicFrameMk id="39" creationId="{A62F05A6-AD69-45C6-B6A2-4C6E055825D9}"/>
          </ac:graphicFrameMkLst>
        </pc:graphicFrameChg>
        <pc:graphicFrameChg chg="del">
          <ac:chgData name="park sehun" userId="a5dd5dda71ea150a" providerId="LiveId" clId="{AB32E646-6EF5-4D32-AE23-7180A52203C7}" dt="2020-11-20T04:34:12.465" v="8247" actId="478"/>
          <ac:graphicFrameMkLst>
            <pc:docMk/>
            <pc:sldMk cId="4147314466" sldId="1228"/>
            <ac:graphicFrameMk id="43" creationId="{429A1E22-AB41-47DA-8059-32655F8402F8}"/>
          </ac:graphicFrameMkLst>
        </pc:graphicFrameChg>
        <pc:graphicFrameChg chg="mod modGraphic">
          <ac:chgData name="park sehun" userId="a5dd5dda71ea150a" providerId="LiveId" clId="{AB32E646-6EF5-4D32-AE23-7180A52203C7}" dt="2020-11-20T04:37:11.559" v="8308" actId="14100"/>
          <ac:graphicFrameMkLst>
            <pc:docMk/>
            <pc:sldMk cId="4147314466" sldId="1228"/>
            <ac:graphicFrameMk id="53" creationId="{41C6BE4E-8526-416A-8A8B-276BCD742713}"/>
          </ac:graphicFrameMkLst>
        </pc:graphicFrameChg>
        <pc:cxnChg chg="mod">
          <ac:chgData name="park sehun" userId="a5dd5dda71ea150a" providerId="LiveId" clId="{AB32E646-6EF5-4D32-AE23-7180A52203C7}" dt="2020-11-20T05:21:55.722" v="9126" actId="1076"/>
          <ac:cxnSpMkLst>
            <pc:docMk/>
            <pc:sldMk cId="4147314466" sldId="1228"/>
            <ac:cxnSpMk id="16" creationId="{6F9B0103-0B6F-464E-A331-2D9AE93B5EC2}"/>
          </ac:cxnSpMkLst>
        </pc:cxnChg>
        <pc:cxnChg chg="mod">
          <ac:chgData name="park sehun" userId="a5dd5dda71ea150a" providerId="LiveId" clId="{AB32E646-6EF5-4D32-AE23-7180A52203C7}" dt="2020-11-20T04:33:37.906" v="8223" actId="14100"/>
          <ac:cxnSpMkLst>
            <pc:docMk/>
            <pc:sldMk cId="4147314466" sldId="1228"/>
            <ac:cxnSpMk id="26" creationId="{24A1FD71-0A62-4C6B-B42B-C9BD7AEE4BD7}"/>
          </ac:cxnSpMkLst>
        </pc:cxnChg>
        <pc:cxnChg chg="del">
          <ac:chgData name="park sehun" userId="a5dd5dda71ea150a" providerId="LiveId" clId="{AB32E646-6EF5-4D32-AE23-7180A52203C7}" dt="2020-11-20T04:34:12.465" v="8247" actId="478"/>
          <ac:cxnSpMkLst>
            <pc:docMk/>
            <pc:sldMk cId="4147314466" sldId="1228"/>
            <ac:cxnSpMk id="44" creationId="{9F10C886-3C7F-4A66-834F-1C58190B4B59}"/>
          </ac:cxnSpMkLst>
        </pc:cxnChg>
        <pc:cxnChg chg="del mod">
          <ac:chgData name="park sehun" userId="a5dd5dda71ea150a" providerId="LiveId" clId="{AB32E646-6EF5-4D32-AE23-7180A52203C7}" dt="2020-11-20T04:26:09.698" v="8112" actId="478"/>
          <ac:cxnSpMkLst>
            <pc:docMk/>
            <pc:sldMk cId="4147314466" sldId="1228"/>
            <ac:cxnSpMk id="52" creationId="{E43F0DF3-A70C-44BC-A835-09782FF6B9EB}"/>
          </ac:cxnSpMkLst>
        </pc:cxnChg>
        <pc:cxnChg chg="mod">
          <ac:chgData name="park sehun" userId="a5dd5dda71ea150a" providerId="LiveId" clId="{AB32E646-6EF5-4D32-AE23-7180A52203C7}" dt="2020-11-20T04:44:10.541" v="8605" actId="14100"/>
          <ac:cxnSpMkLst>
            <pc:docMk/>
            <pc:sldMk cId="4147314466" sldId="1228"/>
            <ac:cxnSpMk id="55" creationId="{DBB0FA4A-855A-4A8F-9CFC-A8523A31DED5}"/>
          </ac:cxnSpMkLst>
        </pc:cxnChg>
        <pc:cxnChg chg="del mod">
          <ac:chgData name="park sehun" userId="a5dd5dda71ea150a" providerId="LiveId" clId="{AB32E646-6EF5-4D32-AE23-7180A52203C7}" dt="2020-11-20T04:30:06.513" v="8116" actId="478"/>
          <ac:cxnSpMkLst>
            <pc:docMk/>
            <pc:sldMk cId="4147314466" sldId="1228"/>
            <ac:cxnSpMk id="64" creationId="{5270DB07-824E-40A1-BADC-DE6D19836E63}"/>
          </ac:cxnSpMkLst>
        </pc:cxnChg>
        <pc:cxnChg chg="add mod">
          <ac:chgData name="park sehun" userId="a5dd5dda71ea150a" providerId="LiveId" clId="{AB32E646-6EF5-4D32-AE23-7180A52203C7}" dt="2020-11-20T04:44:06.300" v="8604" actId="14100"/>
          <ac:cxnSpMkLst>
            <pc:docMk/>
            <pc:sldMk cId="4147314466" sldId="1228"/>
            <ac:cxnSpMk id="73" creationId="{E502DF9D-B5BB-46B1-AA36-D111CCB6A9AD}"/>
          </ac:cxnSpMkLst>
        </pc:cxnChg>
      </pc:sldChg>
      <pc:sldChg chg="modSp add del mod">
        <pc:chgData name="park sehun" userId="a5dd5dda71ea150a" providerId="LiveId" clId="{AB32E646-6EF5-4D32-AE23-7180A52203C7}" dt="2020-11-23T04:28:17.563" v="9199" actId="47"/>
        <pc:sldMkLst>
          <pc:docMk/>
          <pc:sldMk cId="2491607393" sldId="1229"/>
        </pc:sldMkLst>
        <pc:spChg chg="mod">
          <ac:chgData name="park sehun" userId="a5dd5dda71ea150a" providerId="LiveId" clId="{AB32E646-6EF5-4D32-AE23-7180A52203C7}" dt="2020-11-23T04:27:25.362" v="9196" actId="20577"/>
          <ac:spMkLst>
            <pc:docMk/>
            <pc:sldMk cId="2491607393" sldId="1229"/>
            <ac:spMk id="62466" creationId="{00000000-0000-0000-0000-000000000000}"/>
          </ac:spMkLst>
        </pc:spChg>
      </pc:sldChg>
      <pc:sldChg chg="addSp delSp modSp add mod delAnim modAnim">
        <pc:chgData name="park sehun" userId="a5dd5dda71ea150a" providerId="LiveId" clId="{AB32E646-6EF5-4D32-AE23-7180A52203C7}" dt="2020-11-23T04:51:41.203" v="9906"/>
        <pc:sldMkLst>
          <pc:docMk/>
          <pc:sldMk cId="3333894941" sldId="1230"/>
        </pc:sldMkLst>
        <pc:spChg chg="add del mod">
          <ac:chgData name="park sehun" userId="a5dd5dda71ea150a" providerId="LiveId" clId="{AB32E646-6EF5-4D32-AE23-7180A52203C7}" dt="2020-11-23T04:29:00.691" v="9241" actId="478"/>
          <ac:spMkLst>
            <pc:docMk/>
            <pc:sldMk cId="3333894941" sldId="1230"/>
            <ac:spMk id="2" creationId="{6A74990E-868D-4C41-94A9-AA4918528897}"/>
          </ac:spMkLst>
        </pc:spChg>
        <pc:spChg chg="del">
          <ac:chgData name="park sehun" userId="a5dd5dda71ea150a" providerId="LiveId" clId="{AB32E646-6EF5-4D32-AE23-7180A52203C7}" dt="2020-11-23T04:28:35.801" v="9201" actId="478"/>
          <ac:spMkLst>
            <pc:docMk/>
            <pc:sldMk cId="3333894941" sldId="1230"/>
            <ac:spMk id="4" creationId="{9DA76C4A-1B38-4C07-A24B-3F7114B667CD}"/>
          </ac:spMkLst>
        </pc:spChg>
        <pc:spChg chg="mod">
          <ac:chgData name="park sehun" userId="a5dd5dda71ea150a" providerId="LiveId" clId="{AB32E646-6EF5-4D32-AE23-7180A52203C7}" dt="2020-11-23T04:28:44.674" v="9235" actId="1037"/>
          <ac:spMkLst>
            <pc:docMk/>
            <pc:sldMk cId="3333894941" sldId="1230"/>
            <ac:spMk id="6" creationId="{379C8D09-03C4-4F97-9D50-D8469787BCB6}"/>
          </ac:spMkLst>
        </pc:spChg>
        <pc:spChg chg="mod">
          <ac:chgData name="park sehun" userId="a5dd5dda71ea150a" providerId="LiveId" clId="{AB32E646-6EF5-4D32-AE23-7180A52203C7}" dt="2020-11-23T04:28:44.674" v="9235" actId="1037"/>
          <ac:spMkLst>
            <pc:docMk/>
            <pc:sldMk cId="3333894941" sldId="1230"/>
            <ac:spMk id="8" creationId="{2D91623B-55A2-4A65-923A-04278861E7DD}"/>
          </ac:spMkLst>
        </pc:spChg>
        <pc:spChg chg="mod">
          <ac:chgData name="park sehun" userId="a5dd5dda71ea150a" providerId="LiveId" clId="{AB32E646-6EF5-4D32-AE23-7180A52203C7}" dt="2020-11-23T04:44:23.065" v="9464" actId="1035"/>
          <ac:spMkLst>
            <pc:docMk/>
            <pc:sldMk cId="3333894941" sldId="1230"/>
            <ac:spMk id="11" creationId="{0A2C9E16-32D6-4AA0-AD94-9885A7971B1D}"/>
          </ac:spMkLst>
        </pc:spChg>
        <pc:spChg chg="del mod">
          <ac:chgData name="park sehun" userId="a5dd5dda71ea150a" providerId="LiveId" clId="{AB32E646-6EF5-4D32-AE23-7180A52203C7}" dt="2020-11-23T04:44:01.713" v="9462" actId="478"/>
          <ac:spMkLst>
            <pc:docMk/>
            <pc:sldMk cId="3333894941" sldId="1230"/>
            <ac:spMk id="14" creationId="{B8122E45-E26B-4681-B586-D94B93F9FBE3}"/>
          </ac:spMkLst>
        </pc:spChg>
        <pc:spChg chg="add mod">
          <ac:chgData name="park sehun" userId="a5dd5dda71ea150a" providerId="LiveId" clId="{AB32E646-6EF5-4D32-AE23-7180A52203C7}" dt="2020-11-23T04:31:40.771" v="9367" actId="20577"/>
          <ac:spMkLst>
            <pc:docMk/>
            <pc:sldMk cId="3333894941" sldId="1230"/>
            <ac:spMk id="22" creationId="{695A5057-C8D6-4045-83D1-C0BAC0F74944}"/>
          </ac:spMkLst>
        </pc:spChg>
        <pc:spChg chg="del">
          <ac:chgData name="park sehun" userId="a5dd5dda71ea150a" providerId="LiveId" clId="{AB32E646-6EF5-4D32-AE23-7180A52203C7}" dt="2020-11-23T04:28:35.801" v="9201" actId="478"/>
          <ac:spMkLst>
            <pc:docMk/>
            <pc:sldMk cId="3333894941" sldId="1230"/>
            <ac:spMk id="30" creationId="{479256D7-2A73-403B-B540-B2C0094C1976}"/>
          </ac:spMkLst>
        </pc:spChg>
        <pc:spChg chg="add del">
          <ac:chgData name="park sehun" userId="a5dd5dda71ea150a" providerId="LiveId" clId="{AB32E646-6EF5-4D32-AE23-7180A52203C7}" dt="2020-11-23T04:46:49.501" v="9727" actId="22"/>
          <ac:spMkLst>
            <pc:docMk/>
            <pc:sldMk cId="3333894941" sldId="1230"/>
            <ac:spMk id="32" creationId="{ED49506E-6275-4297-99C3-DDB2D96BC2BB}"/>
          </ac:spMkLst>
        </pc:spChg>
        <pc:spChg chg="add del">
          <ac:chgData name="park sehun" userId="a5dd5dda71ea150a" providerId="LiveId" clId="{AB32E646-6EF5-4D32-AE23-7180A52203C7}" dt="2020-11-23T04:46:54.126" v="9729" actId="22"/>
          <ac:spMkLst>
            <pc:docMk/>
            <pc:sldMk cId="3333894941" sldId="1230"/>
            <ac:spMk id="34" creationId="{6C269C5A-CB03-46CF-BCCC-9AB2F6017EBD}"/>
          </ac:spMkLst>
        </pc:spChg>
        <pc:spChg chg="add mod">
          <ac:chgData name="park sehun" userId="a5dd5dda71ea150a" providerId="LiveId" clId="{AB32E646-6EF5-4D32-AE23-7180A52203C7}" dt="2020-11-23T04:47:24.265" v="9798" actId="1037"/>
          <ac:spMkLst>
            <pc:docMk/>
            <pc:sldMk cId="3333894941" sldId="1230"/>
            <ac:spMk id="35" creationId="{67E90E3E-FD47-486C-9CA1-5B1F59C7B905}"/>
          </ac:spMkLst>
        </pc:spChg>
        <pc:spChg chg="del">
          <ac:chgData name="park sehun" userId="a5dd5dda71ea150a" providerId="LiveId" clId="{AB32E646-6EF5-4D32-AE23-7180A52203C7}" dt="2020-11-23T04:28:35.801" v="9201" actId="478"/>
          <ac:spMkLst>
            <pc:docMk/>
            <pc:sldMk cId="3333894941" sldId="1230"/>
            <ac:spMk id="36" creationId="{99609107-BBDE-4288-88B4-A5BB7D107BB4}"/>
          </ac:spMkLst>
        </pc:spChg>
        <pc:spChg chg="add mod">
          <ac:chgData name="park sehun" userId="a5dd5dda71ea150a" providerId="LiveId" clId="{AB32E646-6EF5-4D32-AE23-7180A52203C7}" dt="2020-11-23T04:47:30.865" v="9809" actId="1035"/>
          <ac:spMkLst>
            <pc:docMk/>
            <pc:sldMk cId="3333894941" sldId="1230"/>
            <ac:spMk id="39" creationId="{3928D062-B41F-424A-8E55-1792A8810872}"/>
          </ac:spMkLst>
        </pc:spChg>
        <pc:spChg chg="add mod">
          <ac:chgData name="park sehun" userId="a5dd5dda71ea150a" providerId="LiveId" clId="{AB32E646-6EF5-4D32-AE23-7180A52203C7}" dt="2020-11-23T04:48:13.025" v="9869" actId="20577"/>
          <ac:spMkLst>
            <pc:docMk/>
            <pc:sldMk cId="3333894941" sldId="1230"/>
            <ac:spMk id="41" creationId="{9BD34136-7236-4B68-8F75-5D5A1D805883}"/>
          </ac:spMkLst>
        </pc:spChg>
        <pc:spChg chg="add mod">
          <ac:chgData name="park sehun" userId="a5dd5dda71ea150a" providerId="LiveId" clId="{AB32E646-6EF5-4D32-AE23-7180A52203C7}" dt="2020-11-23T04:50:07.130" v="9882" actId="14100"/>
          <ac:spMkLst>
            <pc:docMk/>
            <pc:sldMk cId="3333894941" sldId="1230"/>
            <ac:spMk id="42" creationId="{2D0D9321-A27F-461E-B942-0F71A5A66953}"/>
          </ac:spMkLst>
        </pc:spChg>
        <pc:spChg chg="add mod">
          <ac:chgData name="park sehun" userId="a5dd5dda71ea150a" providerId="LiveId" clId="{AB32E646-6EF5-4D32-AE23-7180A52203C7}" dt="2020-11-23T04:50:16.736" v="9885" actId="14100"/>
          <ac:spMkLst>
            <pc:docMk/>
            <pc:sldMk cId="3333894941" sldId="1230"/>
            <ac:spMk id="43" creationId="{0399FA30-36C6-442F-8F1F-F932D3731AAE}"/>
          </ac:spMkLst>
        </pc:spChg>
        <pc:spChg chg="add del mod">
          <ac:chgData name="park sehun" userId="a5dd5dda71ea150a" providerId="LiveId" clId="{AB32E646-6EF5-4D32-AE23-7180A52203C7}" dt="2020-11-23T04:50:30.912" v="9889" actId="21"/>
          <ac:spMkLst>
            <pc:docMk/>
            <pc:sldMk cId="3333894941" sldId="1230"/>
            <ac:spMk id="44" creationId="{21F75E60-9589-48BE-A0B0-D05E9690AA8F}"/>
          </ac:spMkLst>
        </pc:spChg>
        <pc:spChg chg="add mod">
          <ac:chgData name="park sehun" userId="a5dd5dda71ea150a" providerId="LiveId" clId="{AB32E646-6EF5-4D32-AE23-7180A52203C7}" dt="2020-11-23T04:50:32.437" v="9890"/>
          <ac:spMkLst>
            <pc:docMk/>
            <pc:sldMk cId="3333894941" sldId="1230"/>
            <ac:spMk id="45" creationId="{FF181AB5-5204-46A5-B99D-4E7A681F69C9}"/>
          </ac:spMkLst>
        </pc:spChg>
        <pc:spChg chg="add mod">
          <ac:chgData name="park sehun" userId="a5dd5dda71ea150a" providerId="LiveId" clId="{AB32E646-6EF5-4D32-AE23-7180A52203C7}" dt="2020-11-23T04:50:44.166" v="9894" actId="14100"/>
          <ac:spMkLst>
            <pc:docMk/>
            <pc:sldMk cId="3333894941" sldId="1230"/>
            <ac:spMk id="46" creationId="{506E67BE-EA85-477E-B609-E163B5177839}"/>
          </ac:spMkLst>
        </pc:spChg>
        <pc:spChg chg="add mod">
          <ac:chgData name="park sehun" userId="a5dd5dda71ea150a" providerId="LiveId" clId="{AB32E646-6EF5-4D32-AE23-7180A52203C7}" dt="2020-11-23T04:50:59.990" v="9897" actId="14100"/>
          <ac:spMkLst>
            <pc:docMk/>
            <pc:sldMk cId="3333894941" sldId="1230"/>
            <ac:spMk id="47" creationId="{25E08B88-AEA2-4B81-A5FA-3E879D473DAD}"/>
          </ac:spMkLst>
        </pc:spChg>
        <pc:spChg chg="add mod">
          <ac:chgData name="park sehun" userId="a5dd5dda71ea150a" providerId="LiveId" clId="{AB32E646-6EF5-4D32-AE23-7180A52203C7}" dt="2020-11-23T04:51:10.390" v="9902" actId="14100"/>
          <ac:spMkLst>
            <pc:docMk/>
            <pc:sldMk cId="3333894941" sldId="1230"/>
            <ac:spMk id="48" creationId="{F65215BE-F04B-47BC-8603-0868668B7864}"/>
          </ac:spMkLst>
        </pc:spChg>
        <pc:spChg chg="mod">
          <ac:chgData name="park sehun" userId="a5dd5dda71ea150a" providerId="LiveId" clId="{AB32E646-6EF5-4D32-AE23-7180A52203C7}" dt="2020-11-23T04:32:08.868" v="9368" actId="6549"/>
          <ac:spMkLst>
            <pc:docMk/>
            <pc:sldMk cId="3333894941" sldId="1230"/>
            <ac:spMk id="54" creationId="{C29D6112-022A-4BE0-B087-9B0A74023A45}"/>
          </ac:spMkLst>
        </pc:spChg>
        <pc:spChg chg="del">
          <ac:chgData name="park sehun" userId="a5dd5dda71ea150a" providerId="LiveId" clId="{AB32E646-6EF5-4D32-AE23-7180A52203C7}" dt="2020-11-23T04:28:26.833" v="9200" actId="478"/>
          <ac:spMkLst>
            <pc:docMk/>
            <pc:sldMk cId="3333894941" sldId="1230"/>
            <ac:spMk id="65" creationId="{53F129E3-6D7B-48BB-9761-A6DEE22347C5}"/>
          </ac:spMkLst>
        </pc:spChg>
        <pc:spChg chg="mod">
          <ac:chgData name="park sehun" userId="a5dd5dda71ea150a" providerId="LiveId" clId="{AB32E646-6EF5-4D32-AE23-7180A52203C7}" dt="2020-11-23T04:29:07.265" v="9289" actId="1037"/>
          <ac:spMkLst>
            <pc:docMk/>
            <pc:sldMk cId="3333894941" sldId="1230"/>
            <ac:spMk id="66" creationId="{186D568E-3C76-4B43-8ACD-7EFA2134FAAA}"/>
          </ac:spMkLst>
        </pc:spChg>
        <pc:spChg chg="mod">
          <ac:chgData name="park sehun" userId="a5dd5dda71ea150a" providerId="LiveId" clId="{AB32E646-6EF5-4D32-AE23-7180A52203C7}" dt="2020-11-23T04:28:14.135" v="9198"/>
          <ac:spMkLst>
            <pc:docMk/>
            <pc:sldMk cId="3333894941" sldId="1230"/>
            <ac:spMk id="62466" creationId="{00000000-0000-0000-0000-000000000000}"/>
          </ac:spMkLst>
        </pc:spChg>
        <pc:graphicFrameChg chg="add mod">
          <ac:chgData name="park sehun" userId="a5dd5dda71ea150a" providerId="LiveId" clId="{AB32E646-6EF5-4D32-AE23-7180A52203C7}" dt="2020-11-23T04:33:38.049" v="9419" actId="1035"/>
          <ac:graphicFrameMkLst>
            <pc:docMk/>
            <pc:sldMk cId="3333894941" sldId="1230"/>
            <ac:graphicFrameMk id="3" creationId="{D731F8DC-B398-4CB4-9143-01679F725B86}"/>
          </ac:graphicFrameMkLst>
        </pc:graphicFrameChg>
        <pc:graphicFrameChg chg="del mod">
          <ac:chgData name="park sehun" userId="a5dd5dda71ea150a" providerId="LiveId" clId="{AB32E646-6EF5-4D32-AE23-7180A52203C7}" dt="2020-11-23T04:33:32.739" v="9369" actId="478"/>
          <ac:graphicFrameMkLst>
            <pc:docMk/>
            <pc:sldMk cId="3333894941" sldId="1230"/>
            <ac:graphicFrameMk id="5" creationId="{167BD068-7AF6-4D2C-B90A-7AAD265F8A0E}"/>
          </ac:graphicFrameMkLst>
        </pc:graphicFrameChg>
        <pc:graphicFrameChg chg="del mod">
          <ac:chgData name="park sehun" userId="a5dd5dda71ea150a" providerId="LiveId" clId="{AB32E646-6EF5-4D32-AE23-7180A52203C7}" dt="2020-11-23T04:35:09.875" v="9420" actId="478"/>
          <ac:graphicFrameMkLst>
            <pc:docMk/>
            <pc:sldMk cId="3333894941" sldId="1230"/>
            <ac:graphicFrameMk id="7" creationId="{26D75B4D-A1DA-4C74-8A2E-D8702C1ACA0F}"/>
          </ac:graphicFrameMkLst>
        </pc:graphicFrameChg>
        <pc:graphicFrameChg chg="del mod">
          <ac:chgData name="park sehun" userId="a5dd5dda71ea150a" providerId="LiveId" clId="{AB32E646-6EF5-4D32-AE23-7180A52203C7}" dt="2020-11-23T04:36:59.402" v="9423" actId="478"/>
          <ac:graphicFrameMkLst>
            <pc:docMk/>
            <pc:sldMk cId="3333894941" sldId="1230"/>
            <ac:graphicFrameMk id="10" creationId="{B80D858C-F0E7-4E4B-9645-7908CE13379B}"/>
          </ac:graphicFrameMkLst>
        </pc:graphicFrameChg>
        <pc:graphicFrameChg chg="del mod">
          <ac:chgData name="park sehun" userId="a5dd5dda71ea150a" providerId="LiveId" clId="{AB32E646-6EF5-4D32-AE23-7180A52203C7}" dt="2020-11-23T04:44:01.713" v="9462" actId="478"/>
          <ac:graphicFrameMkLst>
            <pc:docMk/>
            <pc:sldMk cId="3333894941" sldId="1230"/>
            <ac:graphicFrameMk id="13" creationId="{45F1DF90-51A6-4298-A0D7-2D8D2CB79F32}"/>
          </ac:graphicFrameMkLst>
        </pc:graphicFrameChg>
        <pc:graphicFrameChg chg="add mod">
          <ac:chgData name="park sehun" userId="a5dd5dda71ea150a" providerId="LiveId" clId="{AB32E646-6EF5-4D32-AE23-7180A52203C7}" dt="2020-11-23T04:35:16.831" v="9422" actId="1076"/>
          <ac:graphicFrameMkLst>
            <pc:docMk/>
            <pc:sldMk cId="3333894941" sldId="1230"/>
            <ac:graphicFrameMk id="15" creationId="{D4421AE1-3F19-46D2-A566-966E12A1D8D0}"/>
          </ac:graphicFrameMkLst>
        </pc:graphicFrameChg>
        <pc:graphicFrameChg chg="add mod">
          <ac:chgData name="park sehun" userId="a5dd5dda71ea150a" providerId="LiveId" clId="{AB32E646-6EF5-4D32-AE23-7180A52203C7}" dt="2020-11-23T04:44:23.065" v="9464" actId="1035"/>
          <ac:graphicFrameMkLst>
            <pc:docMk/>
            <pc:sldMk cId="3333894941" sldId="1230"/>
            <ac:graphicFrameMk id="17" creationId="{A8E7E386-06E9-47E0-B1DC-51BB6550E473}"/>
          </ac:graphicFrameMkLst>
        </pc:graphicFrameChg>
        <pc:graphicFrameChg chg="add mod">
          <ac:chgData name="park sehun" userId="a5dd5dda71ea150a" providerId="LiveId" clId="{AB32E646-6EF5-4D32-AE23-7180A52203C7}" dt="2020-11-23T04:45:54.369" v="9637" actId="1036"/>
          <ac:graphicFrameMkLst>
            <pc:docMk/>
            <pc:sldMk cId="3333894941" sldId="1230"/>
            <ac:graphicFrameMk id="18" creationId="{217EF921-1083-45C2-B464-D189761B80CA}"/>
          </ac:graphicFrameMkLst>
        </pc:graphicFrameChg>
        <pc:graphicFrameChg chg="add mod">
          <ac:chgData name="park sehun" userId="a5dd5dda71ea150a" providerId="LiveId" clId="{AB32E646-6EF5-4D32-AE23-7180A52203C7}" dt="2020-11-23T04:46:02.265" v="9640" actId="1035"/>
          <ac:graphicFrameMkLst>
            <pc:docMk/>
            <pc:sldMk cId="3333894941" sldId="1230"/>
            <ac:graphicFrameMk id="19" creationId="{1F9FE61D-AF19-4455-ABB3-6208A6BA891D}"/>
          </ac:graphicFrameMkLst>
        </pc:graphicFrameChg>
        <pc:graphicFrameChg chg="add mod modGraphic">
          <ac:chgData name="park sehun" userId="a5dd5dda71ea150a" providerId="LiveId" clId="{AB32E646-6EF5-4D32-AE23-7180A52203C7}" dt="2020-11-23T04:48:45.625" v="9871" actId="20577"/>
          <ac:graphicFrameMkLst>
            <pc:docMk/>
            <pc:sldMk cId="3333894941" sldId="1230"/>
            <ac:graphicFrameMk id="20" creationId="{ABBDAD50-5669-4667-9197-8593152CDE01}"/>
          </ac:graphicFrameMkLst>
        </pc:graphicFrameChg>
        <pc:graphicFrameChg chg="add mod">
          <ac:chgData name="park sehun" userId="a5dd5dda71ea150a" providerId="LiveId" clId="{AB32E646-6EF5-4D32-AE23-7180A52203C7}" dt="2020-11-23T04:51:03.956" v="9900" actId="1076"/>
          <ac:graphicFrameMkLst>
            <pc:docMk/>
            <pc:sldMk cId="3333894941" sldId="1230"/>
            <ac:graphicFrameMk id="24" creationId="{8C708A73-6067-4A0C-BE63-8C8B3CA4CC42}"/>
          </ac:graphicFrameMkLst>
        </pc:graphicFrameChg>
        <pc:graphicFrameChg chg="add mod modGraphic">
          <ac:chgData name="park sehun" userId="a5dd5dda71ea150a" providerId="LiveId" clId="{AB32E646-6EF5-4D32-AE23-7180A52203C7}" dt="2020-11-23T04:49:26.807" v="9874"/>
          <ac:graphicFrameMkLst>
            <pc:docMk/>
            <pc:sldMk cId="3333894941" sldId="1230"/>
            <ac:graphicFrameMk id="37" creationId="{59D4935D-176B-4C69-BC62-998E7C7AED22}"/>
          </ac:graphicFrameMkLst>
        </pc:graphicFrameChg>
        <pc:picChg chg="mod">
          <ac:chgData name="park sehun" userId="a5dd5dda71ea150a" providerId="LiveId" clId="{AB32E646-6EF5-4D32-AE23-7180A52203C7}" dt="2020-11-23T04:28:44.674" v="9235" actId="1037"/>
          <ac:picMkLst>
            <pc:docMk/>
            <pc:sldMk cId="3333894941" sldId="1230"/>
            <ac:picMk id="9" creationId="{9B4442B0-F8C1-4F04-AEEA-1C7B74A6279D}"/>
          </ac:picMkLst>
        </pc:picChg>
        <pc:picChg chg="del mod">
          <ac:chgData name="park sehun" userId="a5dd5dda71ea150a" providerId="LiveId" clId="{AB32E646-6EF5-4D32-AE23-7180A52203C7}" dt="2020-11-23T04:44:01.713" v="9462" actId="478"/>
          <ac:picMkLst>
            <pc:docMk/>
            <pc:sldMk cId="3333894941" sldId="1230"/>
            <ac:picMk id="12" creationId="{B2FD85BD-6926-4056-B122-949BA4D8DE29}"/>
          </ac:picMkLst>
        </pc:picChg>
        <pc:picChg chg="add mod">
          <ac:chgData name="park sehun" userId="a5dd5dda71ea150a" providerId="LiveId" clId="{AB32E646-6EF5-4D32-AE23-7180A52203C7}" dt="2020-11-23T04:46:08.401" v="9655" actId="1037"/>
          <ac:picMkLst>
            <pc:docMk/>
            <pc:sldMk cId="3333894941" sldId="1230"/>
            <ac:picMk id="28" creationId="{D5499540-03D5-4BAC-B7A0-70E01A9A6853}"/>
          </ac:picMkLst>
        </pc:picChg>
        <pc:picChg chg="add mod">
          <ac:chgData name="park sehun" userId="a5dd5dda71ea150a" providerId="LiveId" clId="{AB32E646-6EF5-4D32-AE23-7180A52203C7}" dt="2020-11-23T04:46:13.177" v="9671" actId="1035"/>
          <ac:picMkLst>
            <pc:docMk/>
            <pc:sldMk cId="3333894941" sldId="1230"/>
            <ac:picMk id="29" creationId="{3166EAFF-4DE3-4102-9855-B97D063EEDC3}"/>
          </ac:picMkLst>
        </pc:picChg>
        <pc:picChg chg="add mod">
          <ac:chgData name="park sehun" userId="a5dd5dda71ea150a" providerId="LiveId" clId="{AB32E646-6EF5-4D32-AE23-7180A52203C7}" dt="2020-11-23T04:47:30.865" v="9809" actId="1035"/>
          <ac:picMkLst>
            <pc:docMk/>
            <pc:sldMk cId="3333894941" sldId="1230"/>
            <ac:picMk id="38" creationId="{F4934543-DFB5-42F6-AF5E-CED9FA3143D5}"/>
          </ac:picMkLst>
        </pc:picChg>
        <pc:picChg chg="add mod">
          <ac:chgData name="park sehun" userId="a5dd5dda71ea150a" providerId="LiveId" clId="{AB32E646-6EF5-4D32-AE23-7180A52203C7}" dt="2020-11-23T04:47:54.758" v="9817" actId="1076"/>
          <ac:picMkLst>
            <pc:docMk/>
            <pc:sldMk cId="3333894941" sldId="1230"/>
            <ac:picMk id="40" creationId="{B83D8BB7-8CA1-49FD-BF35-BB369B673D26}"/>
          </ac:picMkLst>
        </pc:picChg>
        <pc:cxnChg chg="mod">
          <ac:chgData name="park sehun" userId="a5dd5dda71ea150a" providerId="LiveId" clId="{AB32E646-6EF5-4D32-AE23-7180A52203C7}" dt="2020-11-23T04:29:49.731" v="9337" actId="1037"/>
          <ac:cxnSpMkLst>
            <pc:docMk/>
            <pc:sldMk cId="3333894941" sldId="1230"/>
            <ac:cxnSpMk id="64" creationId="{5270DB07-824E-40A1-BADC-DE6D19836E63}"/>
          </ac:cxnSpMkLst>
        </pc:cxnChg>
      </pc:sldChg>
      <pc:sldMasterChg chg="modSldLayout">
        <pc:chgData name="park sehun" userId="a5dd5dda71ea150a" providerId="LiveId" clId="{AB32E646-6EF5-4D32-AE23-7180A52203C7}" dt="2020-11-23T04:52:19.089" v="9909" actId="20577"/>
        <pc:sldMasterMkLst>
          <pc:docMk/>
          <pc:sldMasterMk cId="0" sldId="2147484752"/>
        </pc:sldMasterMkLst>
        <pc:sldLayoutChg chg="modSp mod">
          <pc:chgData name="park sehun" userId="a5dd5dda71ea150a" providerId="LiveId" clId="{AB32E646-6EF5-4D32-AE23-7180A52203C7}" dt="2020-11-23T04:52:19.089" v="9909" actId="20577"/>
          <pc:sldLayoutMkLst>
            <pc:docMk/>
            <pc:sldMasterMk cId="0" sldId="2147484752"/>
            <pc:sldLayoutMk cId="1633808973" sldId="2147484755"/>
          </pc:sldLayoutMkLst>
          <pc:spChg chg="mod">
            <ac:chgData name="park sehun" userId="a5dd5dda71ea150a" providerId="LiveId" clId="{AB32E646-6EF5-4D32-AE23-7180A52203C7}" dt="2020-11-19T00:44:48.636" v="1758" actId="20577"/>
            <ac:spMkLst>
              <pc:docMk/>
              <pc:sldMasterMk cId="0" sldId="2147484752"/>
              <pc:sldLayoutMk cId="1633808973" sldId="2147484755"/>
              <ac:spMk id="9" creationId="{00000000-0000-0000-0000-000000000000}"/>
            </ac:spMkLst>
          </pc:spChg>
          <pc:spChg chg="mod">
            <ac:chgData name="park sehun" userId="a5dd5dda71ea150a" providerId="LiveId" clId="{AB32E646-6EF5-4D32-AE23-7180A52203C7}" dt="2020-11-23T04:52:19.089" v="9909" actId="20577"/>
            <ac:spMkLst>
              <pc:docMk/>
              <pc:sldMasterMk cId="0" sldId="2147484752"/>
              <pc:sldLayoutMk cId="1633808973" sldId="2147484755"/>
              <ac:spMk id="12" creationId="{34BAE1B7-DCD2-4BBC-BBC7-276E03FCA526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0"/>
            <a:ext cx="28908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8908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b" anchorCtr="0" compatLnSpc="1">
            <a:prstTxWarp prst="textNoShape">
              <a:avLst/>
            </a:prstTxWarp>
          </a:bodyPr>
          <a:lstStyle>
            <a:lvl1pPr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431338"/>
            <a:ext cx="28908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b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348B15C-2670-41FB-9D71-D399A372F82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983978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6663" y="0"/>
            <a:ext cx="28908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05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1116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8908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b" anchorCtr="0" compatLnSpc="1">
            <a:prstTxWarp prst="textNoShape">
              <a:avLst/>
            </a:prstTxWarp>
          </a:bodyPr>
          <a:lstStyle>
            <a:lvl1pPr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16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6663" y="9431338"/>
            <a:ext cx="28908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b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EE53C47-703D-469E-97B4-11BA20746AD5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936489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2012292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7170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484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9046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2754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1590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4879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6270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7411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3254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9811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1977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A5DCD-77BC-4D0E-AB62-2E29CBD74ECB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802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088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78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587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395536" y="764704"/>
            <a:ext cx="8352928" cy="45719"/>
          </a:xfrm>
          <a:prstGeom prst="roundRect">
            <a:avLst/>
          </a:prstGeom>
          <a:gradFill flip="none" rotWithShape="1">
            <a:gsLst>
              <a:gs pos="0">
                <a:srgbClr val="C00000"/>
              </a:gs>
              <a:gs pos="50000">
                <a:srgbClr val="F5BBBB"/>
              </a:gs>
              <a:gs pos="100000">
                <a:srgbClr val="F4E2E2"/>
              </a:gs>
            </a:gsLst>
            <a:path path="circle">
              <a:fillToRect r="100000" b="100000"/>
            </a:path>
            <a:tileRect l="-100000" t="-100000"/>
          </a:gradFill>
          <a:ln w="3175" cap="rnd">
            <a:gradFill>
              <a:gsLst>
                <a:gs pos="0">
                  <a:srgbClr val="C00000"/>
                </a:gs>
                <a:gs pos="50000">
                  <a:srgbClr val="F5BBBB"/>
                </a:gs>
                <a:gs pos="100000">
                  <a:srgbClr val="F4E2E2"/>
                </a:gs>
              </a:gsLst>
              <a:lin ang="5400000" scaled="0"/>
            </a:gra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C00000"/>
                </a:solidFill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나눔고딕" pitchFamily="50" charset="-127"/>
                <a:ea typeface="나눔고딕" pitchFamily="50" charset="-127"/>
              </a:defRPr>
            </a:lvl1pPr>
            <a:lvl2pPr>
              <a:defRPr sz="1200">
                <a:latin typeface="나눔고딕" pitchFamily="50" charset="-127"/>
                <a:ea typeface="나눔고딕" pitchFamily="50" charset="-127"/>
              </a:defRPr>
            </a:lvl2pPr>
            <a:lvl3pPr>
              <a:defRPr sz="1100">
                <a:latin typeface="나눔고딕" pitchFamily="50" charset="-127"/>
                <a:ea typeface="나눔고딕" pitchFamily="50" charset="-127"/>
              </a:defRPr>
            </a:lvl3pPr>
            <a:lvl4pPr>
              <a:defRPr sz="1100">
                <a:latin typeface="나눔고딕" pitchFamily="50" charset="-127"/>
                <a:ea typeface="나눔고딕" pitchFamily="50" charset="-127"/>
              </a:defRPr>
            </a:lvl4pPr>
            <a:lvl5pPr>
              <a:defRPr sz="1100"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6553200" y="6311900"/>
            <a:ext cx="2133600" cy="40957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pPr>
              <a:defRPr/>
            </a:pPr>
            <a:fld id="{EAC14C25-81AC-4AF3-97DC-113E56CD0A9F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8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A5DCD-77BC-4D0E-AB62-2E29CBD74ECB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8022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CUBRID 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15207" y="6415718"/>
            <a:ext cx="1463040" cy="299453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368588" y="6495746"/>
            <a:ext cx="26452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© 2011 CUBRID Co., Ltd. All rights reserved.</a:t>
            </a:r>
            <a:endParaRPr lang="ko-KR" altLang="en-US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5313846"/>
            <a:ext cx="9144000" cy="1544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그림 7" descr="cubrid-logo-big.jp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7406776" y="6202532"/>
            <a:ext cx="1584000" cy="4931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tx1">
                    <a:lumMod val="95000"/>
                    <a:lumOff val="5000"/>
                  </a:schemeClr>
                </a:solidFill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나눔고딕" pitchFamily="50" charset="-127"/>
                <a:ea typeface="나눔고딕" pitchFamily="50" charset="-127"/>
              </a:defRPr>
            </a:lvl1pPr>
            <a:lvl2pPr>
              <a:defRPr sz="1200">
                <a:latin typeface="나눔고딕" pitchFamily="50" charset="-127"/>
                <a:ea typeface="나눔고딕" pitchFamily="50" charset="-127"/>
              </a:defRPr>
            </a:lvl2pPr>
            <a:lvl3pPr>
              <a:defRPr sz="1100">
                <a:latin typeface="나눔고딕" pitchFamily="50" charset="-127"/>
                <a:ea typeface="나눔고딕" pitchFamily="50" charset="-127"/>
              </a:defRPr>
            </a:lvl3pPr>
            <a:lvl4pPr>
              <a:defRPr sz="1100">
                <a:latin typeface="나눔고딕" pitchFamily="50" charset="-127"/>
                <a:ea typeface="나눔고딕" pitchFamily="50" charset="-127"/>
              </a:defRPr>
            </a:lvl4pPr>
            <a:lvl5pPr>
              <a:defRPr sz="1100"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</p:spPr>
        <p:txBody>
          <a:bodyPr/>
          <a:lstStyle/>
          <a:p>
            <a:fld id="{5C4604D4-4702-4E3E-9945-7EF825D4584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8" name="그림 7" descr="cubrid-logo-big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84368" y="6351212"/>
            <a:ext cx="1106408" cy="344436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07504" y="6495746"/>
            <a:ext cx="26452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© 2020 CUBRID Co., Ltd. All rights reserved.</a:t>
            </a:r>
            <a:endParaRPr lang="ko-KR" altLang="en-US" sz="9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395536" y="768978"/>
            <a:ext cx="8280920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34BAE1B7-DCD2-4BBC-BBC7-276E03FCA526}"/>
              </a:ext>
            </a:extLst>
          </p:cNvPr>
          <p:cNvSpPr txBox="1">
            <a:spLocks/>
          </p:cNvSpPr>
          <p:nvPr userDrawn="1"/>
        </p:nvSpPr>
        <p:spPr>
          <a:xfrm>
            <a:off x="3923928" y="6474602"/>
            <a:ext cx="858471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/ 11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3808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16" r:id="rId1"/>
    <p:sldLayoutId id="2147484681" r:id="rId2"/>
    <p:sldLayoutId id="2147484682" r:id="rId3"/>
    <p:sldLayoutId id="2147484683" r:id="rId4"/>
    <p:sldLayoutId id="2147484760" r:id="rId5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604D4-4702-4E3E-9945-7EF825D4584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59" r:id="rId1"/>
    <p:sldLayoutId id="2147484753" r:id="rId2"/>
    <p:sldLayoutId id="2147484755" r:id="rId3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23528" y="332657"/>
            <a:ext cx="84729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나눔고딕" pitchFamily="50" charset="-127"/>
                <a:ea typeface="나눔고딕" pitchFamily="50" charset="-127"/>
              </a:rPr>
              <a:t>Hierarchical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528" y="2175248"/>
            <a:ext cx="5760640" cy="337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Date: 2020-11-18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Hierarchical Query</a:t>
            </a:r>
            <a:endParaRPr lang="ko-KR" altLang="en-US" sz="14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9DA76C4A-1B38-4C07-A24B-3F7114B667C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74816" y="2515615"/>
            <a:ext cx="2696983" cy="216023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ko-KR" dirty="0"/>
              <a:t>SELECT id, </a:t>
            </a:r>
            <a:r>
              <a:rPr lang="en-US" altLang="ko-KR" dirty="0" err="1"/>
              <a:t>mgrid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FROM tree</a:t>
            </a:r>
          </a:p>
          <a:p>
            <a:pPr marL="0" indent="0">
              <a:buNone/>
            </a:pPr>
            <a:r>
              <a:rPr lang="en-US" altLang="ko-KR" dirty="0"/>
              <a:t>START WITH </a:t>
            </a:r>
            <a:r>
              <a:rPr lang="en-US" altLang="ko-KR" dirty="0" err="1"/>
              <a:t>mgrid</a:t>
            </a:r>
            <a:r>
              <a:rPr lang="en-US" altLang="ko-KR" dirty="0"/>
              <a:t> is null</a:t>
            </a:r>
          </a:p>
          <a:p>
            <a:pPr marL="0" indent="0">
              <a:buNone/>
            </a:pPr>
            <a:r>
              <a:rPr lang="en-US" altLang="ko-KR" dirty="0"/>
              <a:t>CONNECT BY PRIOR id=</a:t>
            </a:r>
            <a:r>
              <a:rPr lang="en-US" altLang="ko-KR" dirty="0" err="1"/>
              <a:t>mgrid</a:t>
            </a:r>
            <a:endParaRPr lang="en-US" altLang="ko-KR" dirty="0"/>
          </a:p>
          <a:p>
            <a:pPr lvl="2" eaLnBrk="1" hangingPunct="1"/>
            <a:endParaRPr lang="en-US" altLang="ko-KR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898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sz="1200" dirty="0"/>
              <a:t>Hierarchical Query is used to obtain a set of data organized in a hierarchy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sz="1200" dirty="0"/>
              <a:t>The START WITH clause will filter the rows from which the hierarchy will start.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sz="1200" dirty="0"/>
              <a:t>The CONNECT BY condition is tested for a pair of rows. (parent-child relationship)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2721563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930748" y="1605372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QUERY</a:t>
            </a:r>
          </a:p>
        </p:txBody>
      </p: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5407596" y="159459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RESULT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9609107-BBDE-4288-88B4-A5BB7D107BB4}"/>
              </a:ext>
            </a:extLst>
          </p:cNvPr>
          <p:cNvSpPr/>
          <p:nvPr/>
        </p:nvSpPr>
        <p:spPr>
          <a:xfrm>
            <a:off x="105408" y="3308240"/>
            <a:ext cx="2594384" cy="250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79256D7-2A73-403B-B540-B2C0094C1976}"/>
              </a:ext>
            </a:extLst>
          </p:cNvPr>
          <p:cNvSpPr/>
          <p:nvPr/>
        </p:nvSpPr>
        <p:spPr>
          <a:xfrm>
            <a:off x="105408" y="3055881"/>
            <a:ext cx="2234340" cy="250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67BD068-7AF6-4D2C-B90A-7AAD265F8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010810"/>
              </p:ext>
            </p:extLst>
          </p:nvPr>
        </p:nvGraphicFramePr>
        <p:xfrm>
          <a:off x="2983071" y="2362122"/>
          <a:ext cx="977900" cy="8058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697">
                  <a:extLst>
                    <a:ext uri="{9D8B030D-6E8A-4147-A177-3AD203B41FA5}">
                      <a16:colId xmlns:a16="http://schemas.microsoft.com/office/drawing/2014/main" val="3962148733"/>
                    </a:ext>
                  </a:extLst>
                </a:gridCol>
                <a:gridCol w="484203">
                  <a:extLst>
                    <a:ext uri="{9D8B030D-6E8A-4147-A177-3AD203B41FA5}">
                      <a16:colId xmlns:a16="http://schemas.microsoft.com/office/drawing/2014/main" val="340772654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20564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null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333514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1526221"/>
                  </a:ext>
                </a:extLst>
              </a:tr>
              <a:tr h="150196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7903053"/>
                  </a:ext>
                </a:extLst>
              </a:tr>
            </a:tbl>
          </a:graphicData>
        </a:graphic>
      </p:graphicFrame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379C8D09-03C4-4F97-9D50-D8469787BCB6}"/>
              </a:ext>
            </a:extLst>
          </p:cNvPr>
          <p:cNvSpPr txBox="1">
            <a:spLocks/>
          </p:cNvSpPr>
          <p:nvPr/>
        </p:nvSpPr>
        <p:spPr bwMode="auto">
          <a:xfrm>
            <a:off x="2915816" y="2108302"/>
            <a:ext cx="1045155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dirty="0"/>
              <a:t>TREE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6D75B4D-A1DA-4C74-8A2E-D8702C1AC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490243"/>
              </p:ext>
            </p:extLst>
          </p:nvPr>
        </p:nvGraphicFramePr>
        <p:xfrm>
          <a:off x="2978746" y="3849614"/>
          <a:ext cx="977900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697">
                  <a:extLst>
                    <a:ext uri="{9D8B030D-6E8A-4147-A177-3AD203B41FA5}">
                      <a16:colId xmlns:a16="http://schemas.microsoft.com/office/drawing/2014/main" val="4191983425"/>
                    </a:ext>
                  </a:extLst>
                </a:gridCol>
                <a:gridCol w="484203">
                  <a:extLst>
                    <a:ext uri="{9D8B030D-6E8A-4147-A177-3AD203B41FA5}">
                      <a16:colId xmlns:a16="http://schemas.microsoft.com/office/drawing/2014/main" val="4109600178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025212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null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06426011"/>
                  </a:ext>
                </a:extLst>
              </a:tr>
            </a:tbl>
          </a:graphicData>
        </a:graphic>
      </p:graphicFrame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2D91623B-55A2-4A65-923A-04278861E7DD}"/>
              </a:ext>
            </a:extLst>
          </p:cNvPr>
          <p:cNvSpPr txBox="1">
            <a:spLocks/>
          </p:cNvSpPr>
          <p:nvPr/>
        </p:nvSpPr>
        <p:spPr bwMode="auto">
          <a:xfrm>
            <a:off x="2915816" y="3573016"/>
            <a:ext cx="1152128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dirty="0"/>
              <a:t>START WITH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pic>
        <p:nvPicPr>
          <p:cNvPr id="9" name="그래픽 8" descr="직선 화살표">
            <a:extLst>
              <a:ext uri="{FF2B5EF4-FFF2-40B4-BE49-F238E27FC236}">
                <a16:creationId xmlns:a16="http://schemas.microsoft.com/office/drawing/2014/main" id="{9B4442B0-F8C1-4F04-AEEA-1C7B74A62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067944" y="3784744"/>
            <a:ext cx="525315" cy="525315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80D858C-F0E7-4E4B-9645-7908CE133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506553"/>
              </p:ext>
            </p:extLst>
          </p:nvPr>
        </p:nvGraphicFramePr>
        <p:xfrm>
          <a:off x="4763840" y="3849614"/>
          <a:ext cx="977900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697">
                  <a:extLst>
                    <a:ext uri="{9D8B030D-6E8A-4147-A177-3AD203B41FA5}">
                      <a16:colId xmlns:a16="http://schemas.microsoft.com/office/drawing/2014/main" val="2612592467"/>
                    </a:ext>
                  </a:extLst>
                </a:gridCol>
                <a:gridCol w="484203">
                  <a:extLst>
                    <a:ext uri="{9D8B030D-6E8A-4147-A177-3AD203B41FA5}">
                      <a16:colId xmlns:a16="http://schemas.microsoft.com/office/drawing/2014/main" val="405978742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86971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16570043"/>
                  </a:ext>
                </a:extLst>
              </a:tr>
            </a:tbl>
          </a:graphicData>
        </a:graphic>
      </p:graphicFrame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0A2C9E16-32D6-4AA0-AD94-9885A7971B1D}"/>
              </a:ext>
            </a:extLst>
          </p:cNvPr>
          <p:cNvSpPr txBox="1">
            <a:spLocks/>
          </p:cNvSpPr>
          <p:nvPr/>
        </p:nvSpPr>
        <p:spPr bwMode="auto">
          <a:xfrm>
            <a:off x="4665779" y="3590456"/>
            <a:ext cx="1152128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dirty="0"/>
              <a:t>CONNECT BY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pic>
        <p:nvPicPr>
          <p:cNvPr id="12" name="그래픽 11" descr="직선 화살표">
            <a:extLst>
              <a:ext uri="{FF2B5EF4-FFF2-40B4-BE49-F238E27FC236}">
                <a16:creationId xmlns:a16="http://schemas.microsoft.com/office/drawing/2014/main" id="{B2FD85BD-6926-4056-B122-949BA4D8D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846373" y="3786464"/>
            <a:ext cx="525315" cy="525315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5F1DF90-51A6-4298-A0D7-2D8D2CB79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432643"/>
              </p:ext>
            </p:extLst>
          </p:nvPr>
        </p:nvGraphicFramePr>
        <p:xfrm>
          <a:off x="6542269" y="3851334"/>
          <a:ext cx="977900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697">
                  <a:extLst>
                    <a:ext uri="{9D8B030D-6E8A-4147-A177-3AD203B41FA5}">
                      <a16:colId xmlns:a16="http://schemas.microsoft.com/office/drawing/2014/main" val="2612592467"/>
                    </a:ext>
                  </a:extLst>
                </a:gridCol>
                <a:gridCol w="484203">
                  <a:extLst>
                    <a:ext uri="{9D8B030D-6E8A-4147-A177-3AD203B41FA5}">
                      <a16:colId xmlns:a16="http://schemas.microsoft.com/office/drawing/2014/main" val="405978742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86971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16570043"/>
                  </a:ext>
                </a:extLst>
              </a:tr>
            </a:tbl>
          </a:graphicData>
        </a:graphic>
      </p:graphicFrame>
      <p:sp>
        <p:nvSpPr>
          <p:cNvPr id="14" name="내용 개체 틀 4">
            <a:extLst>
              <a:ext uri="{FF2B5EF4-FFF2-40B4-BE49-F238E27FC236}">
                <a16:creationId xmlns:a16="http://schemas.microsoft.com/office/drawing/2014/main" id="{B8122E45-E26B-4681-B586-D94B93F9FBE3}"/>
              </a:ext>
            </a:extLst>
          </p:cNvPr>
          <p:cNvSpPr txBox="1">
            <a:spLocks/>
          </p:cNvSpPr>
          <p:nvPr/>
        </p:nvSpPr>
        <p:spPr bwMode="auto">
          <a:xfrm>
            <a:off x="6444208" y="3592176"/>
            <a:ext cx="1152128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dirty="0"/>
              <a:t>CONNECT BY</a:t>
            </a: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7499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Hierarchical Query with join</a:t>
            </a:r>
            <a:endParaRPr lang="ko-KR" altLang="en-US" sz="14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9DA76C4A-1B38-4C07-A24B-3F7114B667C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74816" y="2515615"/>
            <a:ext cx="2875463" cy="216023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ko-KR" dirty="0"/>
              <a:t>SELECT t.id,t.name,t2.job,level</a:t>
            </a:r>
          </a:p>
          <a:p>
            <a:pPr marL="0" indent="0">
              <a:buNone/>
            </a:pPr>
            <a:r>
              <a:rPr lang="en-US" altLang="ko-KR" dirty="0"/>
              <a:t>FROM tree t INNER JOIN tree2 t2 ON t.id=t2.treeid</a:t>
            </a:r>
          </a:p>
          <a:p>
            <a:pPr marL="0" indent="0">
              <a:buNone/>
            </a:pPr>
            <a:r>
              <a:rPr lang="en-US" altLang="ko-KR" dirty="0"/>
              <a:t>WHERE LEVEL=2</a:t>
            </a:r>
          </a:p>
          <a:p>
            <a:pPr marL="0" indent="0">
              <a:buNone/>
            </a:pPr>
            <a:r>
              <a:rPr lang="en-US" altLang="ko-KR" dirty="0"/>
              <a:t>START WITH </a:t>
            </a:r>
            <a:r>
              <a:rPr lang="en-US" altLang="ko-KR" dirty="0" err="1"/>
              <a:t>t.mgrid</a:t>
            </a:r>
            <a:r>
              <a:rPr lang="en-US" altLang="ko-KR" dirty="0"/>
              <a:t> is null</a:t>
            </a:r>
          </a:p>
          <a:p>
            <a:pPr marL="0" indent="0">
              <a:buNone/>
            </a:pPr>
            <a:r>
              <a:rPr lang="en-US" altLang="ko-KR" dirty="0"/>
              <a:t>CONNECT BY prior t.id=</a:t>
            </a:r>
            <a:r>
              <a:rPr lang="en-US" altLang="ko-KR" dirty="0" err="1"/>
              <a:t>t.mgrid</a:t>
            </a:r>
            <a:endParaRPr lang="en-US" altLang="ko-KR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898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sz="1200" dirty="0"/>
              <a:t>CUBRID applies the JOIN, then CONNECT BY clause; at last, WHERE clause.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2887350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930748" y="1605372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QUERY</a:t>
            </a:r>
          </a:p>
        </p:txBody>
      </p: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5407596" y="159459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RESULT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9609107-BBDE-4288-88B4-A5BB7D107BB4}"/>
              </a:ext>
            </a:extLst>
          </p:cNvPr>
          <p:cNvSpPr/>
          <p:nvPr/>
        </p:nvSpPr>
        <p:spPr>
          <a:xfrm>
            <a:off x="118357" y="3257332"/>
            <a:ext cx="2657695" cy="819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79256D7-2A73-403B-B540-B2C0094C1976}"/>
              </a:ext>
            </a:extLst>
          </p:cNvPr>
          <p:cNvSpPr/>
          <p:nvPr/>
        </p:nvSpPr>
        <p:spPr>
          <a:xfrm>
            <a:off x="710978" y="2802061"/>
            <a:ext cx="2143579" cy="250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67BD068-7AF6-4D2C-B90A-7AAD265F8A0E}"/>
              </a:ext>
            </a:extLst>
          </p:cNvPr>
          <p:cNvGraphicFramePr>
            <a:graphicFrameLocks noGrp="1"/>
          </p:cNvGraphicFramePr>
          <p:nvPr/>
        </p:nvGraphicFramePr>
        <p:xfrm>
          <a:off x="2983071" y="2362122"/>
          <a:ext cx="977900" cy="8058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697">
                  <a:extLst>
                    <a:ext uri="{9D8B030D-6E8A-4147-A177-3AD203B41FA5}">
                      <a16:colId xmlns:a16="http://schemas.microsoft.com/office/drawing/2014/main" val="3962148733"/>
                    </a:ext>
                  </a:extLst>
                </a:gridCol>
                <a:gridCol w="484203">
                  <a:extLst>
                    <a:ext uri="{9D8B030D-6E8A-4147-A177-3AD203B41FA5}">
                      <a16:colId xmlns:a16="http://schemas.microsoft.com/office/drawing/2014/main" val="340772654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20564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null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333514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1526221"/>
                  </a:ext>
                </a:extLst>
              </a:tr>
              <a:tr h="150196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7903053"/>
                  </a:ext>
                </a:extLst>
              </a:tr>
            </a:tbl>
          </a:graphicData>
        </a:graphic>
      </p:graphicFrame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379C8D09-03C4-4F97-9D50-D8469787BCB6}"/>
              </a:ext>
            </a:extLst>
          </p:cNvPr>
          <p:cNvSpPr txBox="1">
            <a:spLocks/>
          </p:cNvSpPr>
          <p:nvPr/>
        </p:nvSpPr>
        <p:spPr bwMode="auto">
          <a:xfrm>
            <a:off x="2915816" y="2108302"/>
            <a:ext cx="1045155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dirty="0"/>
              <a:t>TREE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2D91623B-55A2-4A65-923A-04278861E7DD}"/>
              </a:ext>
            </a:extLst>
          </p:cNvPr>
          <p:cNvSpPr txBox="1">
            <a:spLocks/>
          </p:cNvSpPr>
          <p:nvPr/>
        </p:nvSpPr>
        <p:spPr bwMode="auto">
          <a:xfrm>
            <a:off x="2915816" y="3703642"/>
            <a:ext cx="1152128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dirty="0"/>
              <a:t>START WITH</a:t>
            </a:r>
            <a:endParaRPr kumimoji="0" lang="ko-KR" altLang="en-US" dirty="0"/>
          </a:p>
        </p:txBody>
      </p:sp>
      <p:pic>
        <p:nvPicPr>
          <p:cNvPr id="9" name="그래픽 8" descr="직선 화살표">
            <a:extLst>
              <a:ext uri="{FF2B5EF4-FFF2-40B4-BE49-F238E27FC236}">
                <a16:creationId xmlns:a16="http://schemas.microsoft.com/office/drawing/2014/main" id="{9B4442B0-F8C1-4F04-AEEA-1C7B74A62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427985" y="3861048"/>
            <a:ext cx="525315" cy="525315"/>
          </a:xfrm>
          <a:prstGeom prst="rect">
            <a:avLst/>
          </a:prstGeom>
        </p:spPr>
      </p:pic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0A2C9E16-32D6-4AA0-AD94-9885A7971B1D}"/>
              </a:ext>
            </a:extLst>
          </p:cNvPr>
          <p:cNvSpPr txBox="1">
            <a:spLocks/>
          </p:cNvSpPr>
          <p:nvPr/>
        </p:nvSpPr>
        <p:spPr bwMode="auto">
          <a:xfrm>
            <a:off x="5183787" y="3708617"/>
            <a:ext cx="1152128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dirty="0"/>
              <a:t>CONNECT BY</a:t>
            </a:r>
            <a:endParaRPr kumimoji="0" lang="ko-KR" altLang="en-US" dirty="0"/>
          </a:p>
        </p:txBody>
      </p:sp>
      <p:pic>
        <p:nvPicPr>
          <p:cNvPr id="12" name="그래픽 11" descr="직선 화살표">
            <a:extLst>
              <a:ext uri="{FF2B5EF4-FFF2-40B4-BE49-F238E27FC236}">
                <a16:creationId xmlns:a16="http://schemas.microsoft.com/office/drawing/2014/main" id="{B2FD85BD-6926-4056-B122-949BA4D8D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427985" y="4654331"/>
            <a:ext cx="525315" cy="525315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FBB49B7-767F-454D-88FF-76327E2AB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679043"/>
              </p:ext>
            </p:extLst>
          </p:nvPr>
        </p:nvGraphicFramePr>
        <p:xfrm>
          <a:off x="4351223" y="2364181"/>
          <a:ext cx="977900" cy="8058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697">
                  <a:extLst>
                    <a:ext uri="{9D8B030D-6E8A-4147-A177-3AD203B41FA5}">
                      <a16:colId xmlns:a16="http://schemas.microsoft.com/office/drawing/2014/main" val="3962148733"/>
                    </a:ext>
                  </a:extLst>
                </a:gridCol>
                <a:gridCol w="484203">
                  <a:extLst>
                    <a:ext uri="{9D8B030D-6E8A-4147-A177-3AD203B41FA5}">
                      <a16:colId xmlns:a16="http://schemas.microsoft.com/office/drawing/2014/main" val="340772654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treeid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20564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Kim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333514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Park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1526221"/>
                  </a:ext>
                </a:extLst>
              </a:tr>
              <a:tr h="150196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Yoo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7903053"/>
                  </a:ext>
                </a:extLst>
              </a:tr>
            </a:tbl>
          </a:graphicData>
        </a:graphic>
      </p:graphicFrame>
      <p:sp>
        <p:nvSpPr>
          <p:cNvPr id="17" name="내용 개체 틀 4">
            <a:extLst>
              <a:ext uri="{FF2B5EF4-FFF2-40B4-BE49-F238E27FC236}">
                <a16:creationId xmlns:a16="http://schemas.microsoft.com/office/drawing/2014/main" id="{B7892FC1-0EC3-4C14-99A8-430B5F89DB61}"/>
              </a:ext>
            </a:extLst>
          </p:cNvPr>
          <p:cNvSpPr txBox="1">
            <a:spLocks/>
          </p:cNvSpPr>
          <p:nvPr/>
        </p:nvSpPr>
        <p:spPr bwMode="auto">
          <a:xfrm>
            <a:off x="4283968" y="2110361"/>
            <a:ext cx="1045155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dirty="0"/>
              <a:t>TREE2</a:t>
            </a:r>
            <a:endParaRPr kumimoji="0" lang="ko-KR" altLang="en-US" dirty="0"/>
          </a:p>
        </p:txBody>
      </p:sp>
      <p:sp>
        <p:nvSpPr>
          <p:cNvPr id="18" name="내용 개체 틀 4">
            <a:extLst>
              <a:ext uri="{FF2B5EF4-FFF2-40B4-BE49-F238E27FC236}">
                <a16:creationId xmlns:a16="http://schemas.microsoft.com/office/drawing/2014/main" id="{492776F6-435A-44D1-BB4F-38AD9605A268}"/>
              </a:ext>
            </a:extLst>
          </p:cNvPr>
          <p:cNvSpPr txBox="1">
            <a:spLocks/>
          </p:cNvSpPr>
          <p:nvPr/>
        </p:nvSpPr>
        <p:spPr bwMode="auto">
          <a:xfrm>
            <a:off x="3932847" y="2520878"/>
            <a:ext cx="368451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ko-KR" altLang="en-US" sz="2400" b="0" i="0" dirty="0">
                <a:solidFill>
                  <a:srgbClr val="202124"/>
                </a:solidFill>
                <a:effectLst/>
                <a:latin typeface="Apple SD Gothic Neo"/>
              </a:rPr>
              <a:t>⋈</a:t>
            </a:r>
            <a:endParaRPr kumimoji="0" lang="ko-KR" altLang="en-US" sz="24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E33BE5A5-0889-41F8-A150-DFE1118B45F3}"/>
              </a:ext>
            </a:extLst>
          </p:cNvPr>
          <p:cNvSpPr txBox="1">
            <a:spLocks/>
          </p:cNvSpPr>
          <p:nvPr/>
        </p:nvSpPr>
        <p:spPr bwMode="auto">
          <a:xfrm>
            <a:off x="5350924" y="2528766"/>
            <a:ext cx="368451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2400" dirty="0">
                <a:solidFill>
                  <a:srgbClr val="202124"/>
                </a:solidFill>
                <a:latin typeface="Apple SD Gothic Neo"/>
              </a:rPr>
              <a:t>=</a:t>
            </a:r>
            <a:endParaRPr kumimoji="0" lang="ko-KR" altLang="en-US" sz="24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22A223FE-76B7-46E5-910A-F4BAFD2E8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900643"/>
              </p:ext>
            </p:extLst>
          </p:nvPr>
        </p:nvGraphicFramePr>
        <p:xfrm>
          <a:off x="5817907" y="2362431"/>
          <a:ext cx="2057400" cy="838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58184523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32619677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83762688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name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51955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null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kim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5593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park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88526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yoo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4772145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511C53B8-7322-4381-9378-4FD7ADEA8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796478"/>
              </p:ext>
            </p:extLst>
          </p:nvPr>
        </p:nvGraphicFramePr>
        <p:xfrm>
          <a:off x="2983071" y="3933056"/>
          <a:ext cx="1219200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1206296391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557316682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492619447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name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489157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null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kim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0301160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2B5FB77C-3EB2-48ED-BDE4-CD7604CFE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097583"/>
              </p:ext>
            </p:extLst>
          </p:nvPr>
        </p:nvGraphicFramePr>
        <p:xfrm>
          <a:off x="5226526" y="3933056"/>
          <a:ext cx="1219200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99345136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977449389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194836068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name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943433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park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0569967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007821C1-72A3-466D-8089-99AFF6792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280500"/>
              </p:ext>
            </p:extLst>
          </p:nvPr>
        </p:nvGraphicFramePr>
        <p:xfrm>
          <a:off x="5221585" y="4883126"/>
          <a:ext cx="1219200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1042641734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88824346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13264276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name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430221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yoo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7162050"/>
                  </a:ext>
                </a:extLst>
              </a:tr>
            </a:tbl>
          </a:graphicData>
        </a:graphic>
      </p:graphicFrame>
      <p:sp>
        <p:nvSpPr>
          <p:cNvPr id="34" name="내용 개체 틀 4">
            <a:extLst>
              <a:ext uri="{FF2B5EF4-FFF2-40B4-BE49-F238E27FC236}">
                <a16:creationId xmlns:a16="http://schemas.microsoft.com/office/drawing/2014/main" id="{308189B9-0BB1-4EF9-BC46-B69E955B63EA}"/>
              </a:ext>
            </a:extLst>
          </p:cNvPr>
          <p:cNvSpPr txBox="1">
            <a:spLocks/>
          </p:cNvSpPr>
          <p:nvPr/>
        </p:nvSpPr>
        <p:spPr bwMode="auto">
          <a:xfrm>
            <a:off x="5184349" y="4680444"/>
            <a:ext cx="1152128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dirty="0"/>
              <a:t>CONNECT BY</a:t>
            </a:r>
            <a:endParaRPr kumimoji="0" lang="ko-KR" altLang="en-US" dirty="0"/>
          </a:p>
        </p:txBody>
      </p:sp>
      <p:pic>
        <p:nvPicPr>
          <p:cNvPr id="35" name="그래픽 34" descr="직선 화살표">
            <a:extLst>
              <a:ext uri="{FF2B5EF4-FFF2-40B4-BE49-F238E27FC236}">
                <a16:creationId xmlns:a16="http://schemas.microsoft.com/office/drawing/2014/main" id="{F092D988-EC53-46B0-BEAC-274B84986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615948" y="4385309"/>
            <a:ext cx="525315" cy="525315"/>
          </a:xfrm>
          <a:prstGeom prst="rect">
            <a:avLst/>
          </a:prstGeom>
        </p:spPr>
      </p:pic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567DC457-D5A1-42E6-A1E6-F1A032CCD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740404"/>
              </p:ext>
            </p:extLst>
          </p:nvPr>
        </p:nvGraphicFramePr>
        <p:xfrm>
          <a:off x="7287534" y="4281975"/>
          <a:ext cx="1625601" cy="628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4335">
                  <a:extLst>
                    <a:ext uri="{9D8B030D-6E8A-4147-A177-3AD203B41FA5}">
                      <a16:colId xmlns:a16="http://schemas.microsoft.com/office/drawing/2014/main" val="287418812"/>
                    </a:ext>
                  </a:extLst>
                </a:gridCol>
                <a:gridCol w="240830">
                  <a:extLst>
                    <a:ext uri="{9D8B030D-6E8A-4147-A177-3AD203B41FA5}">
                      <a16:colId xmlns:a16="http://schemas.microsoft.com/office/drawing/2014/main" val="3212007473"/>
                    </a:ext>
                  </a:extLst>
                </a:gridCol>
                <a:gridCol w="481659">
                  <a:extLst>
                    <a:ext uri="{9D8B030D-6E8A-4147-A177-3AD203B41FA5}">
                      <a16:colId xmlns:a16="http://schemas.microsoft.com/office/drawing/2014/main" val="1283439002"/>
                    </a:ext>
                  </a:extLst>
                </a:gridCol>
                <a:gridCol w="408777">
                  <a:extLst>
                    <a:ext uri="{9D8B030D-6E8A-4147-A177-3AD203B41FA5}">
                      <a16:colId xmlns:a16="http://schemas.microsoft.com/office/drawing/2014/main" val="340157425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name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level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539876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park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113659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yoo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358264"/>
                  </a:ext>
                </a:extLst>
              </a:tr>
            </a:tbl>
          </a:graphicData>
        </a:graphic>
      </p:graphicFrame>
      <p:sp>
        <p:nvSpPr>
          <p:cNvPr id="38" name="내용 개체 틀 4">
            <a:extLst>
              <a:ext uri="{FF2B5EF4-FFF2-40B4-BE49-F238E27FC236}">
                <a16:creationId xmlns:a16="http://schemas.microsoft.com/office/drawing/2014/main" id="{052F9BFD-2470-4848-BC48-E8652AC2F223}"/>
              </a:ext>
            </a:extLst>
          </p:cNvPr>
          <p:cNvSpPr txBox="1">
            <a:spLocks/>
          </p:cNvSpPr>
          <p:nvPr/>
        </p:nvSpPr>
        <p:spPr bwMode="auto">
          <a:xfrm>
            <a:off x="7524270" y="4046886"/>
            <a:ext cx="1152128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dirty="0"/>
              <a:t>WHERE</a:t>
            </a: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5762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XASL for HQ(single table)</a:t>
            </a:r>
            <a:endParaRPr lang="ko-KR" altLang="en-US" sz="14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9DA76C4A-1B38-4C07-A24B-3F7114B667C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33581" y="2204864"/>
            <a:ext cx="2150187" cy="18722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ko-KR" sz="1100" dirty="0"/>
              <a:t>SELECT id, </a:t>
            </a:r>
            <a:r>
              <a:rPr lang="en-US" altLang="ko-KR" sz="1100" dirty="0" err="1"/>
              <a:t>mgrid</a:t>
            </a:r>
            <a:endParaRPr lang="en-US" altLang="ko-KR" sz="1100" dirty="0"/>
          </a:p>
          <a:p>
            <a:pPr marL="0" indent="0">
              <a:buNone/>
            </a:pPr>
            <a:r>
              <a:rPr lang="en-US" altLang="ko-KR" sz="1100" dirty="0"/>
              <a:t>FROM tree</a:t>
            </a:r>
          </a:p>
          <a:p>
            <a:pPr marL="0" indent="0">
              <a:buNone/>
            </a:pPr>
            <a:r>
              <a:rPr lang="en-US" altLang="ko-KR" sz="1100" dirty="0"/>
              <a:t>WHERE</a:t>
            </a:r>
            <a:r>
              <a:rPr lang="ko-KR" altLang="en-US" sz="1100" dirty="0"/>
              <a:t> </a:t>
            </a:r>
            <a:r>
              <a:rPr lang="en-US" altLang="ko-KR" sz="1100" dirty="0"/>
              <a:t>level</a:t>
            </a:r>
            <a:r>
              <a:rPr lang="ko-KR" altLang="en-US" sz="1100" dirty="0"/>
              <a:t> </a:t>
            </a:r>
            <a:r>
              <a:rPr lang="en-US" altLang="ko-KR" sz="1100" dirty="0"/>
              <a:t>= 2</a:t>
            </a:r>
          </a:p>
          <a:p>
            <a:pPr marL="0" indent="0">
              <a:buNone/>
            </a:pPr>
            <a:r>
              <a:rPr lang="en-US" altLang="ko-KR" sz="1100" dirty="0"/>
              <a:t>START WITH </a:t>
            </a:r>
            <a:r>
              <a:rPr lang="en-US" altLang="ko-KR" sz="1100" dirty="0" err="1"/>
              <a:t>mgrid</a:t>
            </a:r>
            <a:r>
              <a:rPr lang="en-US" altLang="ko-KR" sz="1100" dirty="0"/>
              <a:t> is null</a:t>
            </a:r>
          </a:p>
          <a:p>
            <a:pPr marL="0" indent="0">
              <a:buNone/>
            </a:pPr>
            <a:r>
              <a:rPr lang="en-US" altLang="ko-KR" sz="1100" dirty="0"/>
              <a:t>CONNECT BY PRIOR id=</a:t>
            </a:r>
            <a:r>
              <a:rPr lang="en-US" altLang="ko-KR" sz="1100" dirty="0" err="1"/>
              <a:t>mgrid</a:t>
            </a:r>
            <a:endParaRPr lang="en-US" altLang="ko-KR" sz="11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There are two modes: single table and join query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Single table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1A7EBA-E1AD-458F-8685-69A517FB6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564638"/>
              </p:ext>
            </p:extLst>
          </p:nvPr>
        </p:nvGraphicFramePr>
        <p:xfrm>
          <a:off x="2908333" y="2060848"/>
          <a:ext cx="1519651" cy="1968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651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9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6796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</a:t>
                      </a:r>
                      <a:r>
                        <a:rPr lang="en-US" altLang="ko-KR" sz="1200" b="1" dirty="0" err="1"/>
                        <a:t>outptr_list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  </a:t>
                      </a:r>
                      <a:r>
                        <a:rPr lang="en-US" altLang="ko-KR" sz="1200" b="1" dirty="0" err="1"/>
                        <a:t>var_list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r>
                        <a:rPr lang="en-US" altLang="ko-KR" sz="1200" b="1" dirty="0" err="1"/>
                        <a:t>spec_list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</a:t>
                      </a:r>
                      <a:r>
                        <a:rPr lang="en-US" altLang="ko-KR" sz="1200" b="1" dirty="0" err="1"/>
                        <a:t>connect_by_ptr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2771800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979984" y="1605372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QUERY</a:t>
            </a:r>
          </a:p>
        </p:txBody>
      </p: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5364091" y="159459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0C9126C-331F-45FC-9F71-90CD55439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453525"/>
              </p:ext>
            </p:extLst>
          </p:nvPr>
        </p:nvGraphicFramePr>
        <p:xfrm>
          <a:off x="2963343" y="4600601"/>
          <a:ext cx="171919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197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100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CONNECTBY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       </a:t>
                      </a:r>
                      <a:r>
                        <a:rPr lang="en-US" altLang="ko-KR" sz="1200" b="1" dirty="0" err="1"/>
                        <a:t>spec_list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proc.connect_by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       </a:t>
                      </a:r>
                      <a:r>
                        <a:rPr lang="en-US" altLang="ko-KR" sz="1200" b="1" dirty="0" err="1"/>
                        <a:t>val_list</a:t>
                      </a:r>
                      <a:endParaRPr lang="en-US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4A1FD71-0A62-4C6B-B42B-C9BD7AEE4BD7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 flipH="1">
            <a:off x="2963343" y="3421423"/>
            <a:ext cx="1355210" cy="1727818"/>
          </a:xfrm>
          <a:prstGeom prst="bentConnector5">
            <a:avLst>
              <a:gd name="adj1" fmla="val -16868"/>
              <a:gd name="adj2" fmla="val 53941"/>
              <a:gd name="adj3" fmla="val 10553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내용 개체 틀 4">
            <a:extLst>
              <a:ext uri="{FF2B5EF4-FFF2-40B4-BE49-F238E27FC236}">
                <a16:creationId xmlns:a16="http://schemas.microsoft.com/office/drawing/2014/main" id="{F4A11494-B244-45B1-BB14-C8660C6B2A0A}"/>
              </a:ext>
            </a:extLst>
          </p:cNvPr>
          <p:cNvSpPr txBox="1">
            <a:spLocks/>
          </p:cNvSpPr>
          <p:nvPr/>
        </p:nvSpPr>
        <p:spPr bwMode="auto">
          <a:xfrm>
            <a:off x="4206343" y="3394952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A62F05A6-AD69-45C6-B6A2-4C6E05582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225452"/>
              </p:ext>
            </p:extLst>
          </p:nvPr>
        </p:nvGraphicFramePr>
        <p:xfrm>
          <a:off x="5346670" y="2049876"/>
          <a:ext cx="1296143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3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ACCESS_SPEC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             </a:t>
                      </a:r>
                      <a:r>
                        <a:rPr lang="en-US" altLang="ko-KR" sz="1000" b="1" dirty="0" err="1"/>
                        <a:t>indexptr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   </a:t>
                      </a:r>
                      <a:r>
                        <a:rPr lang="en-US" altLang="ko-KR" sz="1000" b="1" dirty="0" err="1"/>
                        <a:t>where_key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 s(scan node)</a:t>
                      </a:r>
                    </a:p>
                    <a:p>
                      <a:pPr latinLnBrk="1"/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E43F0DF3-A70C-44BC-A835-09782FF6B9EB}"/>
              </a:ext>
            </a:extLst>
          </p:cNvPr>
          <p:cNvCxnSpPr>
            <a:cxnSpLocks/>
            <a:stCxn id="56" idx="3"/>
            <a:endCxn id="39" idx="1"/>
          </p:cNvCxnSpPr>
          <p:nvPr/>
        </p:nvCxnSpPr>
        <p:spPr>
          <a:xfrm flipV="1">
            <a:off x="4318553" y="2537556"/>
            <a:ext cx="1028117" cy="50766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내용 개체 틀 4">
            <a:extLst>
              <a:ext uri="{FF2B5EF4-FFF2-40B4-BE49-F238E27FC236}">
                <a16:creationId xmlns:a16="http://schemas.microsoft.com/office/drawing/2014/main" id="{BBD94C56-1AB2-4634-A417-DB8456950166}"/>
              </a:ext>
            </a:extLst>
          </p:cNvPr>
          <p:cNvSpPr txBox="1">
            <a:spLocks/>
          </p:cNvSpPr>
          <p:nvPr/>
        </p:nvSpPr>
        <p:spPr bwMode="auto">
          <a:xfrm>
            <a:off x="4206343" y="3018748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FC9E13B9-EF17-4916-B870-6423AA600E29}"/>
              </a:ext>
            </a:extLst>
          </p:cNvPr>
          <p:cNvSpPr txBox="1">
            <a:spLocks/>
          </p:cNvSpPr>
          <p:nvPr/>
        </p:nvSpPr>
        <p:spPr bwMode="auto">
          <a:xfrm flipV="1">
            <a:off x="4363795" y="3615996"/>
            <a:ext cx="45719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35" name="내용 개체 틀 4">
            <a:extLst>
              <a:ext uri="{FF2B5EF4-FFF2-40B4-BE49-F238E27FC236}">
                <a16:creationId xmlns:a16="http://schemas.microsoft.com/office/drawing/2014/main" id="{DC12904C-C3CC-450E-A0AE-EFFA62B8A391}"/>
              </a:ext>
            </a:extLst>
          </p:cNvPr>
          <p:cNvSpPr txBox="1">
            <a:spLocks/>
          </p:cNvSpPr>
          <p:nvPr/>
        </p:nvSpPr>
        <p:spPr bwMode="auto">
          <a:xfrm>
            <a:off x="6638461" y="2060848"/>
            <a:ext cx="2076553" cy="984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100" dirty="0"/>
              <a:t>START WITH QUERY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100" dirty="0"/>
              <a:t>Select .. From tree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100" dirty="0"/>
              <a:t>Where </a:t>
            </a:r>
            <a:r>
              <a:rPr kumimoji="0" lang="en-US" altLang="ko-KR" sz="1100" dirty="0" err="1"/>
              <a:t>mgrid</a:t>
            </a:r>
            <a:r>
              <a:rPr kumimoji="0" lang="en-US" altLang="ko-KR" sz="1100" dirty="0"/>
              <a:t> is null </a:t>
            </a: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429A1E22-AB41-47DA-8059-32655F840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528375"/>
              </p:ext>
            </p:extLst>
          </p:nvPr>
        </p:nvGraphicFramePr>
        <p:xfrm>
          <a:off x="5350860" y="3212976"/>
          <a:ext cx="1296143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3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ACCESS_SPEC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             </a:t>
                      </a:r>
                      <a:r>
                        <a:rPr lang="en-US" altLang="ko-KR" sz="1000" b="1" dirty="0" err="1"/>
                        <a:t>indexptr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   </a:t>
                      </a:r>
                      <a:r>
                        <a:rPr lang="en-US" altLang="ko-KR" sz="1000" b="1" dirty="0" err="1"/>
                        <a:t>where_key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 s(scan node)</a:t>
                      </a:r>
                    </a:p>
                    <a:p>
                      <a:pPr latinLnBrk="1"/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9F10C886-3C7F-4A66-834F-1C58190B4B59}"/>
              </a:ext>
            </a:extLst>
          </p:cNvPr>
          <p:cNvCxnSpPr>
            <a:cxnSpLocks/>
            <a:stCxn id="45" idx="3"/>
            <a:endCxn id="43" idx="1"/>
          </p:cNvCxnSpPr>
          <p:nvPr/>
        </p:nvCxnSpPr>
        <p:spPr>
          <a:xfrm flipV="1">
            <a:off x="4592803" y="3700656"/>
            <a:ext cx="758057" cy="149763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내용 개체 틀 4">
            <a:extLst>
              <a:ext uri="{FF2B5EF4-FFF2-40B4-BE49-F238E27FC236}">
                <a16:creationId xmlns:a16="http://schemas.microsoft.com/office/drawing/2014/main" id="{0A1E440D-697B-40BA-94C0-4DC1CC311A6E}"/>
              </a:ext>
            </a:extLst>
          </p:cNvPr>
          <p:cNvSpPr txBox="1">
            <a:spLocks/>
          </p:cNvSpPr>
          <p:nvPr/>
        </p:nvSpPr>
        <p:spPr bwMode="auto">
          <a:xfrm>
            <a:off x="4480593" y="5171822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46" name="내용 개체 틀 4">
            <a:extLst>
              <a:ext uri="{FF2B5EF4-FFF2-40B4-BE49-F238E27FC236}">
                <a16:creationId xmlns:a16="http://schemas.microsoft.com/office/drawing/2014/main" id="{39596502-F217-40A1-9309-171F126184B4}"/>
              </a:ext>
            </a:extLst>
          </p:cNvPr>
          <p:cNvSpPr txBox="1">
            <a:spLocks/>
          </p:cNvSpPr>
          <p:nvPr/>
        </p:nvSpPr>
        <p:spPr bwMode="auto">
          <a:xfrm>
            <a:off x="6657281" y="3223948"/>
            <a:ext cx="2076553" cy="984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100" dirty="0"/>
              <a:t>CONNECT BY QUERY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100" dirty="0"/>
              <a:t>Select .. From tree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100" dirty="0"/>
              <a:t>Where PRIOR id = </a:t>
            </a:r>
            <a:r>
              <a:rPr kumimoji="0" lang="en-US" altLang="ko-KR" sz="1100" dirty="0" err="1"/>
              <a:t>mgrid</a:t>
            </a:r>
            <a:r>
              <a:rPr kumimoji="0" lang="en-US" altLang="ko-KR" sz="1100" dirty="0"/>
              <a:t> </a:t>
            </a: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41C6BE4E-8526-416A-8A8B-276BCD742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742830"/>
              </p:ext>
            </p:extLst>
          </p:nvPr>
        </p:nvGraphicFramePr>
        <p:xfrm>
          <a:off x="5364088" y="5063786"/>
          <a:ext cx="162894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94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Connect_by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              </a:t>
                      </a:r>
                      <a:r>
                        <a:rPr lang="en-US" altLang="ko-KR" sz="1000" b="1" dirty="0" err="1"/>
                        <a:t>prior_val_list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</a:t>
                      </a:r>
                      <a:r>
                        <a:rPr lang="en-US" altLang="ko-KR" sz="1000" b="1" dirty="0" err="1"/>
                        <a:t>after_connect_by_pred</a:t>
                      </a:r>
                      <a:r>
                        <a:rPr lang="en-US" altLang="ko-KR" sz="1000" b="1" dirty="0"/>
                        <a:t>       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DBB0FA4A-855A-4A8F-9CFC-A8523A31DED5}"/>
              </a:ext>
            </a:extLst>
          </p:cNvPr>
          <p:cNvCxnSpPr>
            <a:cxnSpLocks/>
            <a:stCxn id="59" idx="3"/>
            <a:endCxn id="53" idx="1"/>
          </p:cNvCxnSpPr>
          <p:nvPr/>
        </p:nvCxnSpPr>
        <p:spPr>
          <a:xfrm>
            <a:off x="4596430" y="5398545"/>
            <a:ext cx="767658" cy="52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내용 개체 틀 4">
            <a:extLst>
              <a:ext uri="{FF2B5EF4-FFF2-40B4-BE49-F238E27FC236}">
                <a16:creationId xmlns:a16="http://schemas.microsoft.com/office/drawing/2014/main" id="{7AF49ED2-0882-4AA4-A6BA-608EF6953321}"/>
              </a:ext>
            </a:extLst>
          </p:cNvPr>
          <p:cNvSpPr txBox="1">
            <a:spLocks/>
          </p:cNvSpPr>
          <p:nvPr/>
        </p:nvSpPr>
        <p:spPr bwMode="auto">
          <a:xfrm>
            <a:off x="4484220" y="5372074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BBF664F1-B26D-4361-81B2-336EFE77B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16838"/>
              </p:ext>
            </p:extLst>
          </p:nvPr>
        </p:nvGraphicFramePr>
        <p:xfrm>
          <a:off x="7429232" y="5104435"/>
          <a:ext cx="745184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184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pred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Level = 2     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1C4B3E99-1BBC-479E-8BC3-78CB9A9785C7}"/>
              </a:ext>
            </a:extLst>
          </p:cNvPr>
          <p:cNvCxnSpPr>
            <a:cxnSpLocks/>
            <a:stCxn id="69" idx="3"/>
            <a:endCxn id="61" idx="1"/>
          </p:cNvCxnSpPr>
          <p:nvPr/>
        </p:nvCxnSpPr>
        <p:spPr>
          <a:xfrm flipV="1">
            <a:off x="6894252" y="5398842"/>
            <a:ext cx="534980" cy="23543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내용 개체 틀 4">
            <a:extLst>
              <a:ext uri="{FF2B5EF4-FFF2-40B4-BE49-F238E27FC236}">
                <a16:creationId xmlns:a16="http://schemas.microsoft.com/office/drawing/2014/main" id="{95B28291-492C-4EC3-98CD-1D7C84B2DA63}"/>
              </a:ext>
            </a:extLst>
          </p:cNvPr>
          <p:cNvSpPr txBox="1">
            <a:spLocks/>
          </p:cNvSpPr>
          <p:nvPr/>
        </p:nvSpPr>
        <p:spPr bwMode="auto">
          <a:xfrm>
            <a:off x="6782042" y="5607810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B0E4E7D-88AA-4B9B-8112-E1FB861D8FA8}"/>
              </a:ext>
            </a:extLst>
          </p:cNvPr>
          <p:cNvSpPr/>
          <p:nvPr/>
        </p:nvSpPr>
        <p:spPr>
          <a:xfrm>
            <a:off x="373638" y="2824818"/>
            <a:ext cx="2143579" cy="2167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85E808A-0722-487C-B886-B682A4789536}"/>
              </a:ext>
            </a:extLst>
          </p:cNvPr>
          <p:cNvSpPr/>
          <p:nvPr/>
        </p:nvSpPr>
        <p:spPr>
          <a:xfrm>
            <a:off x="374733" y="3043053"/>
            <a:ext cx="2143579" cy="216780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5AC43DE-1449-4AB0-A620-8F76879695C5}"/>
              </a:ext>
            </a:extLst>
          </p:cNvPr>
          <p:cNvSpPr/>
          <p:nvPr/>
        </p:nvSpPr>
        <p:spPr>
          <a:xfrm>
            <a:off x="373591" y="2608794"/>
            <a:ext cx="2143579" cy="216780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1C55460-73F0-4034-8134-416725BC4CF2}"/>
              </a:ext>
            </a:extLst>
          </p:cNvPr>
          <p:cNvSpPr/>
          <p:nvPr/>
        </p:nvSpPr>
        <p:spPr>
          <a:xfrm>
            <a:off x="5306709" y="2025414"/>
            <a:ext cx="3059765" cy="10247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34EA82B-DF6C-434D-B212-41885432C2EF}"/>
              </a:ext>
            </a:extLst>
          </p:cNvPr>
          <p:cNvSpPr/>
          <p:nvPr/>
        </p:nvSpPr>
        <p:spPr>
          <a:xfrm>
            <a:off x="5328655" y="3195453"/>
            <a:ext cx="3059769" cy="1024754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12D1234-B3D4-4B23-A113-97B53EE6197C}"/>
              </a:ext>
            </a:extLst>
          </p:cNvPr>
          <p:cNvSpPr/>
          <p:nvPr/>
        </p:nvSpPr>
        <p:spPr>
          <a:xfrm>
            <a:off x="5342143" y="5041841"/>
            <a:ext cx="3024323" cy="724822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37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48" grpId="0" animBg="1"/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EXECUTOR for HQ(single table)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Step 1 : Main block(start with)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Step 2 : </a:t>
            </a:r>
            <a:r>
              <a:rPr kumimoji="0" lang="en-US" altLang="ko-KR" dirty="0" err="1"/>
              <a:t>connect_by_ptr</a:t>
            </a:r>
            <a:r>
              <a:rPr kumimoji="0" lang="en-US" altLang="ko-KR" dirty="0"/>
              <a:t> (parent and child iteration)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4 temp file is needed (START WITH, parent, child, output )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1A7EBA-E1AD-458F-8685-69A517FB6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996695"/>
              </p:ext>
            </p:extLst>
          </p:nvPr>
        </p:nvGraphicFramePr>
        <p:xfrm>
          <a:off x="323528" y="2060848"/>
          <a:ext cx="1519651" cy="1968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651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9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6796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</a:t>
                      </a:r>
                      <a:r>
                        <a:rPr lang="en-US" altLang="ko-KR" sz="1200" b="1" dirty="0" err="1"/>
                        <a:t>outptr_list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  </a:t>
                      </a:r>
                      <a:r>
                        <a:rPr lang="en-US" altLang="ko-KR" sz="1200" b="1" dirty="0" err="1"/>
                        <a:t>var_list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r>
                        <a:rPr lang="en-US" altLang="ko-KR" sz="1200" b="1" dirty="0" err="1"/>
                        <a:t>spec_list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</a:t>
                      </a:r>
                      <a:r>
                        <a:rPr lang="en-US" altLang="ko-KR" sz="1200" b="1" dirty="0" err="1"/>
                        <a:t>connect_by_ptr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4139952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1403651" y="159459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0C9126C-331F-45FC-9F71-90CD55439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776255"/>
              </p:ext>
            </p:extLst>
          </p:nvPr>
        </p:nvGraphicFramePr>
        <p:xfrm>
          <a:off x="378538" y="4600601"/>
          <a:ext cx="171919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197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100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CONNECTBY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       </a:t>
                      </a:r>
                      <a:r>
                        <a:rPr lang="en-US" altLang="ko-KR" sz="1200" b="1" dirty="0" err="1"/>
                        <a:t>spec_list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proc.connect_by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       </a:t>
                      </a:r>
                      <a:r>
                        <a:rPr lang="en-US" altLang="ko-KR" sz="1200" b="1" dirty="0" err="1"/>
                        <a:t>val_list</a:t>
                      </a:r>
                      <a:endParaRPr lang="en-US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4A1FD71-0A62-4C6B-B42B-C9BD7AEE4BD7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 flipH="1">
            <a:off x="378538" y="3421423"/>
            <a:ext cx="1355210" cy="1727818"/>
          </a:xfrm>
          <a:prstGeom prst="bentConnector5">
            <a:avLst>
              <a:gd name="adj1" fmla="val -16868"/>
              <a:gd name="adj2" fmla="val 53941"/>
              <a:gd name="adj3" fmla="val 10553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내용 개체 틀 4">
            <a:extLst>
              <a:ext uri="{FF2B5EF4-FFF2-40B4-BE49-F238E27FC236}">
                <a16:creationId xmlns:a16="http://schemas.microsoft.com/office/drawing/2014/main" id="{F4A11494-B244-45B1-BB14-C8660C6B2A0A}"/>
              </a:ext>
            </a:extLst>
          </p:cNvPr>
          <p:cNvSpPr txBox="1">
            <a:spLocks/>
          </p:cNvSpPr>
          <p:nvPr/>
        </p:nvSpPr>
        <p:spPr bwMode="auto">
          <a:xfrm>
            <a:off x="1621538" y="3394952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A62F05A6-AD69-45C6-B6A2-4C6E05582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216302"/>
              </p:ext>
            </p:extLst>
          </p:nvPr>
        </p:nvGraphicFramePr>
        <p:xfrm>
          <a:off x="2461945" y="2708246"/>
          <a:ext cx="116953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53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ACCESS_SPEC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Start with</a:t>
                      </a:r>
                    </a:p>
                    <a:p>
                      <a:pPr latinLnBrk="1"/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E43F0DF3-A70C-44BC-A835-09782FF6B9EB}"/>
              </a:ext>
            </a:extLst>
          </p:cNvPr>
          <p:cNvCxnSpPr>
            <a:cxnSpLocks/>
            <a:stCxn id="56" idx="3"/>
            <a:endCxn id="39" idx="1"/>
          </p:cNvCxnSpPr>
          <p:nvPr/>
        </p:nvCxnSpPr>
        <p:spPr>
          <a:xfrm flipV="1">
            <a:off x="1733748" y="3043526"/>
            <a:ext cx="728197" cy="169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내용 개체 틀 4">
            <a:extLst>
              <a:ext uri="{FF2B5EF4-FFF2-40B4-BE49-F238E27FC236}">
                <a16:creationId xmlns:a16="http://schemas.microsoft.com/office/drawing/2014/main" id="{BBD94C56-1AB2-4634-A417-DB8456950166}"/>
              </a:ext>
            </a:extLst>
          </p:cNvPr>
          <p:cNvSpPr txBox="1">
            <a:spLocks/>
          </p:cNvSpPr>
          <p:nvPr/>
        </p:nvSpPr>
        <p:spPr bwMode="auto">
          <a:xfrm>
            <a:off x="1621538" y="3018748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FC9E13B9-EF17-4916-B870-6423AA600E29}"/>
              </a:ext>
            </a:extLst>
          </p:cNvPr>
          <p:cNvSpPr txBox="1">
            <a:spLocks/>
          </p:cNvSpPr>
          <p:nvPr/>
        </p:nvSpPr>
        <p:spPr bwMode="auto">
          <a:xfrm flipV="1">
            <a:off x="1778990" y="3615996"/>
            <a:ext cx="45719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429A1E22-AB41-47DA-8059-32655F840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085628"/>
              </p:ext>
            </p:extLst>
          </p:nvPr>
        </p:nvGraphicFramePr>
        <p:xfrm>
          <a:off x="2491251" y="4342616"/>
          <a:ext cx="116953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53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ACCESS_SPEC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 err="1"/>
                        <a:t>Connect_by</a:t>
                      </a:r>
                      <a:endParaRPr lang="en-US" altLang="ko-KR" sz="1000" b="1" dirty="0"/>
                    </a:p>
                    <a:p>
                      <a:pPr latinLnBrk="1"/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9F10C886-3C7F-4A66-834F-1C58190B4B59}"/>
              </a:ext>
            </a:extLst>
          </p:cNvPr>
          <p:cNvCxnSpPr>
            <a:cxnSpLocks/>
            <a:stCxn id="45" idx="3"/>
            <a:endCxn id="43" idx="1"/>
          </p:cNvCxnSpPr>
          <p:nvPr/>
        </p:nvCxnSpPr>
        <p:spPr>
          <a:xfrm flipV="1">
            <a:off x="2007998" y="4677896"/>
            <a:ext cx="483253" cy="52039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내용 개체 틀 4">
            <a:extLst>
              <a:ext uri="{FF2B5EF4-FFF2-40B4-BE49-F238E27FC236}">
                <a16:creationId xmlns:a16="http://schemas.microsoft.com/office/drawing/2014/main" id="{0A1E440D-697B-40BA-94C0-4DC1CC311A6E}"/>
              </a:ext>
            </a:extLst>
          </p:cNvPr>
          <p:cNvSpPr txBox="1">
            <a:spLocks/>
          </p:cNvSpPr>
          <p:nvPr/>
        </p:nvSpPr>
        <p:spPr bwMode="auto">
          <a:xfrm>
            <a:off x="1895788" y="5171822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41C6BE4E-8526-416A-8A8B-276BCD742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111112"/>
              </p:ext>
            </p:extLst>
          </p:nvPr>
        </p:nvGraphicFramePr>
        <p:xfrm>
          <a:off x="2491251" y="5063786"/>
          <a:ext cx="162894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94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Connect_by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              </a:t>
                      </a:r>
                      <a:r>
                        <a:rPr lang="en-US" altLang="ko-KR" sz="1000" b="1" dirty="0" err="1"/>
                        <a:t>prior_val_list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</a:t>
                      </a:r>
                      <a:r>
                        <a:rPr lang="en-US" altLang="ko-KR" sz="1000" b="1" dirty="0" err="1"/>
                        <a:t>after_connect_by_pred</a:t>
                      </a:r>
                      <a:r>
                        <a:rPr lang="en-US" altLang="ko-KR" sz="1000" b="1" dirty="0"/>
                        <a:t>       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DBB0FA4A-855A-4A8F-9CFC-A8523A31DED5}"/>
              </a:ext>
            </a:extLst>
          </p:cNvPr>
          <p:cNvCxnSpPr>
            <a:cxnSpLocks/>
            <a:stCxn id="59" idx="3"/>
            <a:endCxn id="53" idx="1"/>
          </p:cNvCxnSpPr>
          <p:nvPr/>
        </p:nvCxnSpPr>
        <p:spPr>
          <a:xfrm>
            <a:off x="2011625" y="5398545"/>
            <a:ext cx="479626" cy="52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내용 개체 틀 4">
            <a:extLst>
              <a:ext uri="{FF2B5EF4-FFF2-40B4-BE49-F238E27FC236}">
                <a16:creationId xmlns:a16="http://schemas.microsoft.com/office/drawing/2014/main" id="{7AF49ED2-0882-4AA4-A6BA-608EF6953321}"/>
              </a:ext>
            </a:extLst>
          </p:cNvPr>
          <p:cNvSpPr txBox="1">
            <a:spLocks/>
          </p:cNvSpPr>
          <p:nvPr/>
        </p:nvSpPr>
        <p:spPr bwMode="auto">
          <a:xfrm>
            <a:off x="1899415" y="5372074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4CC4C4DC-35D1-4A60-BDA5-5B8A45E82874}"/>
              </a:ext>
            </a:extLst>
          </p:cNvPr>
          <p:cNvSpPr txBox="1">
            <a:spLocks/>
          </p:cNvSpPr>
          <p:nvPr/>
        </p:nvSpPr>
        <p:spPr bwMode="auto">
          <a:xfrm>
            <a:off x="6012163" y="1593367"/>
            <a:ext cx="1296137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EXECUTOR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DC550C38-2C22-4C02-BE56-E90200324ECD}"/>
              </a:ext>
            </a:extLst>
          </p:cNvPr>
          <p:cNvSpPr txBox="1">
            <a:spLocks/>
          </p:cNvSpPr>
          <p:nvPr/>
        </p:nvSpPr>
        <p:spPr bwMode="auto">
          <a:xfrm>
            <a:off x="4181186" y="1998727"/>
            <a:ext cx="4847815" cy="439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 err="1"/>
              <a:t>qexec_execute_mainblock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  <a:r>
              <a:rPr kumimoji="0" lang="en-US" altLang="ko-KR" dirty="0" err="1"/>
              <a:t>qexec_intprt_fnc</a:t>
            </a:r>
            <a:r>
              <a:rPr kumimoji="0" lang="en-US" altLang="ko-KR" dirty="0"/>
              <a:t>() 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while </a:t>
            </a:r>
            <a:r>
              <a:rPr kumimoji="0" lang="en-US" altLang="ko-KR" dirty="0" err="1"/>
              <a:t>scan_next_scan</a:t>
            </a:r>
            <a:r>
              <a:rPr kumimoji="0" lang="en-US" altLang="ko-KR" dirty="0"/>
              <a:t>() (</a:t>
            </a:r>
            <a:r>
              <a:rPr kumimoji="0" lang="en-US" altLang="ko-KR" b="1" dirty="0"/>
              <a:t>START WITH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</a:t>
            </a:r>
            <a:r>
              <a:rPr kumimoji="0" lang="en-US" altLang="ko-KR" b="1" dirty="0" err="1"/>
              <a:t>qexec_update_connect_by_lists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  <a:r>
              <a:rPr kumimoji="0" lang="en-US" altLang="ko-KR" b="1" dirty="0" err="1"/>
              <a:t>qexec_execute_connect_by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parent temp = start with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while parent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while </a:t>
            </a:r>
            <a:r>
              <a:rPr kumimoji="0" lang="en-US" altLang="ko-KR" dirty="0" err="1"/>
              <a:t>file_next</a:t>
            </a:r>
            <a:r>
              <a:rPr kumimoji="0" lang="en-US" altLang="ko-KR" dirty="0"/>
              <a:t>(parent temp)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while </a:t>
            </a:r>
            <a:r>
              <a:rPr kumimoji="0" lang="en-US" altLang="ko-KR" dirty="0" err="1"/>
              <a:t>scan_next_scan</a:t>
            </a:r>
            <a:r>
              <a:rPr kumimoji="0" lang="en-US" altLang="ko-KR" dirty="0"/>
              <a:t>(</a:t>
            </a:r>
            <a:r>
              <a:rPr kumimoji="0" lang="en-US" altLang="ko-KR" b="1" dirty="0"/>
              <a:t>CONNECT BY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   add child to child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   add parent, child to output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parent temp = child temp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</a:t>
            </a:r>
            <a:r>
              <a:rPr kumimoji="0" lang="en-US" altLang="ko-KR" b="1" dirty="0" err="1"/>
              <a:t>qexec_iterate_connect_by_results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eval (</a:t>
            </a:r>
            <a:r>
              <a:rPr kumimoji="0" lang="en-US" altLang="ko-KR" dirty="0" err="1"/>
              <a:t>after_connect_by_pred</a:t>
            </a:r>
            <a:r>
              <a:rPr kumimoji="0" lang="en-US" altLang="ko-KR" dirty="0"/>
              <a:t>)</a:t>
            </a:r>
          </a:p>
          <a:p>
            <a:pPr marL="914400" lvl="2" indent="0" fontAlgn="auto">
              <a:spcAft>
                <a:spcPts val="0"/>
              </a:spcAft>
              <a:buNone/>
            </a:pPr>
            <a:endParaRPr kumimoji="0" lang="en-US" altLang="ko-KR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1C550BB-8126-47BF-A0C9-1941897E1A80}"/>
              </a:ext>
            </a:extLst>
          </p:cNvPr>
          <p:cNvSpPr/>
          <p:nvPr/>
        </p:nvSpPr>
        <p:spPr>
          <a:xfrm>
            <a:off x="4216783" y="2269424"/>
            <a:ext cx="3811601" cy="10868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8D768AF-1B1D-49E2-98FF-069552C8FCC2}"/>
              </a:ext>
            </a:extLst>
          </p:cNvPr>
          <p:cNvSpPr/>
          <p:nvPr/>
        </p:nvSpPr>
        <p:spPr>
          <a:xfrm>
            <a:off x="2411761" y="2702143"/>
            <a:ext cx="1296144" cy="6928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C8A7932-1CDE-4997-BC38-D0E49DF30554}"/>
              </a:ext>
            </a:extLst>
          </p:cNvPr>
          <p:cNvSpPr/>
          <p:nvPr/>
        </p:nvSpPr>
        <p:spPr>
          <a:xfrm>
            <a:off x="4788024" y="4590344"/>
            <a:ext cx="3096344" cy="268559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3C6D94D-FE4B-4252-903B-9E0A0A9D05F0}"/>
              </a:ext>
            </a:extLst>
          </p:cNvPr>
          <p:cNvSpPr/>
          <p:nvPr/>
        </p:nvSpPr>
        <p:spPr>
          <a:xfrm>
            <a:off x="2461946" y="4306119"/>
            <a:ext cx="1245960" cy="741521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9D36DA2-A591-428B-BF1C-469601DB5380}"/>
              </a:ext>
            </a:extLst>
          </p:cNvPr>
          <p:cNvSpPr/>
          <p:nvPr/>
        </p:nvSpPr>
        <p:spPr>
          <a:xfrm>
            <a:off x="4283977" y="5862652"/>
            <a:ext cx="3744407" cy="536058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D1BD04D-F36C-4069-AB7D-E52930EF5A4E}"/>
              </a:ext>
            </a:extLst>
          </p:cNvPr>
          <p:cNvSpPr/>
          <p:nvPr/>
        </p:nvSpPr>
        <p:spPr>
          <a:xfrm>
            <a:off x="2591789" y="5545874"/>
            <a:ext cx="1476155" cy="166357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19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7" grpId="0" animBg="1"/>
      <p:bldP spid="58" grpId="0" animBg="1"/>
      <p:bldP spid="60" grpId="0" animBg="1"/>
      <p:bldP spid="6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Added </a:t>
            </a:r>
            <a:r>
              <a:rPr lang="en-US" altLang="ko-KR" dirty="0" err="1"/>
              <a:t>outptr_list</a:t>
            </a:r>
            <a:r>
              <a:rPr lang="en-US" altLang="ko-KR" dirty="0"/>
              <a:t> for HQ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127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There are two </a:t>
            </a:r>
            <a:r>
              <a:rPr kumimoji="0" lang="en-US" altLang="ko-KR" dirty="0" err="1"/>
              <a:t>outptr_list</a:t>
            </a:r>
            <a:r>
              <a:rPr kumimoji="0" lang="en-US" altLang="ko-KR" dirty="0"/>
              <a:t>, Child </a:t>
            </a:r>
            <a:r>
              <a:rPr kumimoji="0" lang="en-US" altLang="ko-KR" dirty="0" err="1"/>
              <a:t>output_list</a:t>
            </a:r>
            <a:r>
              <a:rPr kumimoji="0" lang="en-US" altLang="ko-KR" dirty="0"/>
              <a:t> and parent </a:t>
            </a:r>
            <a:r>
              <a:rPr kumimoji="0" lang="en-US" altLang="ko-KR" dirty="0" err="1"/>
              <a:t>output_list</a:t>
            </a:r>
            <a:endParaRPr kumimoji="0" lang="en-US" altLang="ko-KR" dirty="0"/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5 internal items are added. 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PARENT is parent’s </a:t>
            </a:r>
            <a:r>
              <a:rPr kumimoji="0" lang="en-US" altLang="ko-KR" dirty="0" err="1"/>
              <a:t>vpid</a:t>
            </a:r>
            <a:r>
              <a:rPr kumimoji="0" lang="en-US" altLang="ko-KR" dirty="0"/>
              <a:t>. It is needed to check cycle.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INDEX is the number of positions like </a:t>
            </a:r>
            <a:r>
              <a:rPr kumimoji="0" lang="en-US" altLang="ko-KR" dirty="0" err="1"/>
              <a:t>parent.child</a:t>
            </a:r>
            <a:r>
              <a:rPr kumimoji="0" lang="en-US" altLang="ko-KR" dirty="0"/>
              <a:t> to sort by parent child order. 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1A7EBA-E1AD-458F-8685-69A517FB6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980892"/>
              </p:ext>
            </p:extLst>
          </p:nvPr>
        </p:nvGraphicFramePr>
        <p:xfrm>
          <a:off x="323528" y="2348880"/>
          <a:ext cx="1519651" cy="1968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651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9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6796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</a:t>
                      </a:r>
                      <a:r>
                        <a:rPr lang="en-US" altLang="ko-KR" sz="1200" b="1" dirty="0" err="1"/>
                        <a:t>outptr_list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  </a:t>
                      </a:r>
                      <a:r>
                        <a:rPr lang="en-US" altLang="ko-KR" sz="1200" b="1" dirty="0" err="1"/>
                        <a:t>var_list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r>
                        <a:rPr lang="en-US" altLang="ko-KR" sz="1200" b="1" dirty="0" err="1"/>
                        <a:t>spec_list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</a:t>
                      </a:r>
                      <a:r>
                        <a:rPr lang="en-US" altLang="ko-KR" sz="1200" b="1" dirty="0" err="1"/>
                        <a:t>connect_by_ptr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64704" y="2011544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4949808" y="3775426"/>
            <a:ext cx="2233648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b="1" dirty="0"/>
              <a:t>CHILD OUTPUT LIST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200" dirty="0"/>
          </a:p>
          <a:p>
            <a:pPr lvl="2" fontAlgn="auto">
              <a:spcAft>
                <a:spcPts val="0"/>
              </a:spcAft>
            </a:pPr>
            <a:endParaRPr kumimoji="0" lang="en-US" altLang="ko-KR" sz="1200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0C9126C-331F-45FC-9F71-90CD55439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919059"/>
              </p:ext>
            </p:extLst>
          </p:nvPr>
        </p:nvGraphicFramePr>
        <p:xfrm>
          <a:off x="2506431" y="2481532"/>
          <a:ext cx="2569625" cy="984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962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100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CONNECTBY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                    </a:t>
                      </a:r>
                      <a:r>
                        <a:rPr lang="en-US" altLang="ko-KR" sz="1200" b="1" dirty="0" err="1"/>
                        <a:t>outptr_list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 err="1"/>
                        <a:t>proc.connect_by.prior_outptr_list</a:t>
                      </a:r>
                      <a:endParaRPr lang="en-US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4A1FD71-0A62-4C6B-B42B-C9BD7AEE4BD7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 flipV="1">
            <a:off x="1733748" y="2973717"/>
            <a:ext cx="772683" cy="73573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내용 개체 틀 4">
            <a:extLst>
              <a:ext uri="{FF2B5EF4-FFF2-40B4-BE49-F238E27FC236}">
                <a16:creationId xmlns:a16="http://schemas.microsoft.com/office/drawing/2014/main" id="{F4A11494-B244-45B1-BB14-C8660C6B2A0A}"/>
              </a:ext>
            </a:extLst>
          </p:cNvPr>
          <p:cNvSpPr txBox="1">
            <a:spLocks/>
          </p:cNvSpPr>
          <p:nvPr/>
        </p:nvSpPr>
        <p:spPr bwMode="auto">
          <a:xfrm>
            <a:off x="1621538" y="3682984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56" name="내용 개체 틀 4">
            <a:extLst>
              <a:ext uri="{FF2B5EF4-FFF2-40B4-BE49-F238E27FC236}">
                <a16:creationId xmlns:a16="http://schemas.microsoft.com/office/drawing/2014/main" id="{BBD94C56-1AB2-4634-A417-DB8456950166}"/>
              </a:ext>
            </a:extLst>
          </p:cNvPr>
          <p:cNvSpPr txBox="1">
            <a:spLocks/>
          </p:cNvSpPr>
          <p:nvPr/>
        </p:nvSpPr>
        <p:spPr bwMode="auto">
          <a:xfrm>
            <a:off x="4106789" y="3064110"/>
            <a:ext cx="45719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FC9E13B9-EF17-4916-B870-6423AA600E29}"/>
              </a:ext>
            </a:extLst>
          </p:cNvPr>
          <p:cNvSpPr txBox="1">
            <a:spLocks/>
          </p:cNvSpPr>
          <p:nvPr/>
        </p:nvSpPr>
        <p:spPr bwMode="auto">
          <a:xfrm flipV="1">
            <a:off x="1778990" y="3904028"/>
            <a:ext cx="45719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41C6BE4E-8526-416A-8A8B-276BCD742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655968"/>
              </p:ext>
            </p:extLst>
          </p:nvPr>
        </p:nvGraphicFramePr>
        <p:xfrm>
          <a:off x="2771800" y="4051796"/>
          <a:ext cx="864096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OUTPTR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COLUMN1       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DBB0FA4A-855A-4A8F-9CFC-A8523A31DED5}"/>
              </a:ext>
            </a:extLst>
          </p:cNvPr>
          <p:cNvCxnSpPr>
            <a:cxnSpLocks/>
            <a:stCxn id="59" idx="3"/>
            <a:endCxn id="53" idx="1"/>
          </p:cNvCxnSpPr>
          <p:nvPr/>
        </p:nvCxnSpPr>
        <p:spPr>
          <a:xfrm flipH="1">
            <a:off x="2771800" y="3084817"/>
            <a:ext cx="2210949" cy="1261386"/>
          </a:xfrm>
          <a:prstGeom prst="bentConnector5">
            <a:avLst>
              <a:gd name="adj1" fmla="val -10339"/>
              <a:gd name="adj2" fmla="val 52747"/>
              <a:gd name="adj3" fmla="val 11033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내용 개체 틀 4">
            <a:extLst>
              <a:ext uri="{FF2B5EF4-FFF2-40B4-BE49-F238E27FC236}">
                <a16:creationId xmlns:a16="http://schemas.microsoft.com/office/drawing/2014/main" id="{7AF49ED2-0882-4AA4-A6BA-608EF6953321}"/>
              </a:ext>
            </a:extLst>
          </p:cNvPr>
          <p:cNvSpPr txBox="1">
            <a:spLocks/>
          </p:cNvSpPr>
          <p:nvPr/>
        </p:nvSpPr>
        <p:spPr bwMode="auto">
          <a:xfrm>
            <a:off x="4870539" y="3058346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28D0536-1CF4-4148-BED1-63DADE090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658108"/>
              </p:ext>
            </p:extLst>
          </p:nvPr>
        </p:nvGraphicFramePr>
        <p:xfrm>
          <a:off x="3651132" y="4048481"/>
          <a:ext cx="864096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OUTPTR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COLUMN2       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B9E0D7DD-64E2-4B43-9579-A757BCC7B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620068"/>
              </p:ext>
            </p:extLst>
          </p:nvPr>
        </p:nvGraphicFramePr>
        <p:xfrm>
          <a:off x="4532417" y="4044867"/>
          <a:ext cx="864096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OUTPTR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PARENTPOS</a:t>
                      </a:r>
                      <a:endParaRPr lang="en-US" altLang="ko-K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AEE405D3-75DA-411A-B20C-1C61942BC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220821"/>
              </p:ext>
            </p:extLst>
          </p:nvPr>
        </p:nvGraphicFramePr>
        <p:xfrm>
          <a:off x="5409483" y="4044867"/>
          <a:ext cx="864096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OUTPTR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INDEX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99D75C2A-493F-4EC6-9D28-1082AB81F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195003"/>
              </p:ext>
            </p:extLst>
          </p:nvPr>
        </p:nvGraphicFramePr>
        <p:xfrm>
          <a:off x="6287222" y="4044867"/>
          <a:ext cx="864096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OUTPTR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LEVEL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3FC13D9F-573F-406A-B511-E85FE9193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701852"/>
              </p:ext>
            </p:extLst>
          </p:nvPr>
        </p:nvGraphicFramePr>
        <p:xfrm>
          <a:off x="7170773" y="4043974"/>
          <a:ext cx="864096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OUTPTR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ISLEAF  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08247392-65D9-4B7C-AF43-A817E61F0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251938"/>
              </p:ext>
            </p:extLst>
          </p:nvPr>
        </p:nvGraphicFramePr>
        <p:xfrm>
          <a:off x="8054324" y="4038382"/>
          <a:ext cx="864096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OUTPTR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ISCYCLE    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1F7D9759-72EF-452A-A079-4311B468B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368657"/>
              </p:ext>
            </p:extLst>
          </p:nvPr>
        </p:nvGraphicFramePr>
        <p:xfrm>
          <a:off x="2771800" y="5098598"/>
          <a:ext cx="864096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OUTPTR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COLUMN1       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C57C9051-9CE0-4217-9E39-7F725F8EA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491236"/>
              </p:ext>
            </p:extLst>
          </p:nvPr>
        </p:nvGraphicFramePr>
        <p:xfrm>
          <a:off x="3651132" y="5095283"/>
          <a:ext cx="864096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OUTPTR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COLUMN2       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8E5B4933-9041-4CA7-AB99-F59393ABF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354716"/>
              </p:ext>
            </p:extLst>
          </p:nvPr>
        </p:nvGraphicFramePr>
        <p:xfrm>
          <a:off x="4532417" y="5091669"/>
          <a:ext cx="864096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OUTPTR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{0,0,11}</a:t>
                      </a:r>
                      <a:endParaRPr lang="en-US" altLang="ko-K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BD497456-C5D9-45E1-BFEE-3D8263B28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809261"/>
              </p:ext>
            </p:extLst>
          </p:nvPr>
        </p:nvGraphicFramePr>
        <p:xfrm>
          <a:off x="5409483" y="5091669"/>
          <a:ext cx="864096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OUTPTR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1.2.2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35C49BBF-B92A-45A9-9F86-3842FBE12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138223"/>
              </p:ext>
            </p:extLst>
          </p:nvPr>
        </p:nvGraphicFramePr>
        <p:xfrm>
          <a:off x="6287222" y="5091669"/>
          <a:ext cx="864096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OUTPTR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CF50E91A-13AC-4DE2-B308-1E6BCB82B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118590"/>
              </p:ext>
            </p:extLst>
          </p:nvPr>
        </p:nvGraphicFramePr>
        <p:xfrm>
          <a:off x="7170773" y="5090776"/>
          <a:ext cx="864096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OUTPTR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1  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4ED3D4DD-788E-45D8-9E8C-835B7A870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186937"/>
              </p:ext>
            </p:extLst>
          </p:nvPr>
        </p:nvGraphicFramePr>
        <p:xfrm>
          <a:off x="8054324" y="5085184"/>
          <a:ext cx="864096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OUTPTR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0    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E502DF9D-B5BB-46B1-AA36-D111CCB6A9AD}"/>
              </a:ext>
            </a:extLst>
          </p:cNvPr>
          <p:cNvCxnSpPr>
            <a:cxnSpLocks/>
            <a:stCxn id="38" idx="3"/>
            <a:endCxn id="31" idx="1"/>
          </p:cNvCxnSpPr>
          <p:nvPr/>
        </p:nvCxnSpPr>
        <p:spPr>
          <a:xfrm flipH="1">
            <a:off x="2771800" y="3276127"/>
            <a:ext cx="2233649" cy="2116878"/>
          </a:xfrm>
          <a:prstGeom prst="bentConnector5">
            <a:avLst>
              <a:gd name="adj1" fmla="val -5589"/>
              <a:gd name="adj2" fmla="val 17325"/>
              <a:gd name="adj3" fmla="val 12213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내용 개체 틀 4">
            <a:extLst>
              <a:ext uri="{FF2B5EF4-FFF2-40B4-BE49-F238E27FC236}">
                <a16:creationId xmlns:a16="http://schemas.microsoft.com/office/drawing/2014/main" id="{CA4F9CD6-BA20-4113-9A6F-DCC29F284CB1}"/>
              </a:ext>
            </a:extLst>
          </p:cNvPr>
          <p:cNvSpPr txBox="1">
            <a:spLocks/>
          </p:cNvSpPr>
          <p:nvPr/>
        </p:nvSpPr>
        <p:spPr bwMode="auto">
          <a:xfrm>
            <a:off x="4893239" y="3249656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80" name="내용 개체 틀 4">
            <a:extLst>
              <a:ext uri="{FF2B5EF4-FFF2-40B4-BE49-F238E27FC236}">
                <a16:creationId xmlns:a16="http://schemas.microsoft.com/office/drawing/2014/main" id="{29FB1AB4-9F11-4E25-9523-3DF9296EB6A9}"/>
              </a:ext>
            </a:extLst>
          </p:cNvPr>
          <p:cNvSpPr txBox="1">
            <a:spLocks/>
          </p:cNvSpPr>
          <p:nvPr/>
        </p:nvSpPr>
        <p:spPr bwMode="auto">
          <a:xfrm>
            <a:off x="4951495" y="4838634"/>
            <a:ext cx="2233648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b="1" dirty="0"/>
              <a:t>PARENT OUTPUT LIST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200" dirty="0"/>
          </a:p>
          <a:p>
            <a:pPr lvl="2" fontAlgn="auto">
              <a:spcAft>
                <a:spcPts val="0"/>
              </a:spcAft>
            </a:pPr>
            <a:endParaRPr kumimoji="0" lang="en-US" altLang="ko-KR" sz="12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406625D-1B73-4A1E-AC89-B4B6C962393C}"/>
              </a:ext>
            </a:extLst>
          </p:cNvPr>
          <p:cNvSpPr/>
          <p:nvPr/>
        </p:nvSpPr>
        <p:spPr>
          <a:xfrm>
            <a:off x="4547932" y="4039473"/>
            <a:ext cx="4370488" cy="6011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F5B990B-56F6-451F-B368-C7A0A8069C9A}"/>
              </a:ext>
            </a:extLst>
          </p:cNvPr>
          <p:cNvSpPr/>
          <p:nvPr/>
        </p:nvSpPr>
        <p:spPr>
          <a:xfrm>
            <a:off x="4545387" y="5085184"/>
            <a:ext cx="4370488" cy="6011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31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Parent child iteration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898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sz="1200" dirty="0"/>
              <a:t>The START WITH clause will filter the rows from which the hierarchy will start.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sz="1200" dirty="0"/>
              <a:t>The CONNECT BY condition is tested for a pair of rows. (parent-child relationship)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5292080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2123728" y="159459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RESULT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379C8D09-03C4-4F97-9D50-D8469787BCB6}"/>
              </a:ext>
            </a:extLst>
          </p:cNvPr>
          <p:cNvSpPr txBox="1">
            <a:spLocks/>
          </p:cNvSpPr>
          <p:nvPr/>
        </p:nvSpPr>
        <p:spPr bwMode="auto">
          <a:xfrm>
            <a:off x="467544" y="2108302"/>
            <a:ext cx="1045155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dirty="0"/>
              <a:t>TREE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2D91623B-55A2-4A65-923A-04278861E7DD}"/>
              </a:ext>
            </a:extLst>
          </p:cNvPr>
          <p:cNvSpPr txBox="1">
            <a:spLocks/>
          </p:cNvSpPr>
          <p:nvPr/>
        </p:nvSpPr>
        <p:spPr bwMode="auto">
          <a:xfrm>
            <a:off x="467544" y="3573016"/>
            <a:ext cx="1152128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dirty="0"/>
              <a:t>START WITH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pic>
        <p:nvPicPr>
          <p:cNvPr id="9" name="그래픽 8" descr="직선 화살표">
            <a:extLst>
              <a:ext uri="{FF2B5EF4-FFF2-40B4-BE49-F238E27FC236}">
                <a16:creationId xmlns:a16="http://schemas.microsoft.com/office/drawing/2014/main" id="{9B4442B0-F8C1-4F04-AEEA-1C7B74A62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19672" y="3784744"/>
            <a:ext cx="525315" cy="525315"/>
          </a:xfrm>
          <a:prstGeom prst="rect">
            <a:avLst/>
          </a:prstGeom>
        </p:spPr>
      </p:pic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0A2C9E16-32D6-4AA0-AD94-9885A7971B1D}"/>
              </a:ext>
            </a:extLst>
          </p:cNvPr>
          <p:cNvSpPr txBox="1">
            <a:spLocks/>
          </p:cNvSpPr>
          <p:nvPr/>
        </p:nvSpPr>
        <p:spPr bwMode="auto">
          <a:xfrm>
            <a:off x="2217507" y="3501008"/>
            <a:ext cx="1152128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dirty="0"/>
              <a:t>CONNECT BY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22" name="내용 개체 틀 4">
            <a:extLst>
              <a:ext uri="{FF2B5EF4-FFF2-40B4-BE49-F238E27FC236}">
                <a16:creationId xmlns:a16="http://schemas.microsoft.com/office/drawing/2014/main" id="{695A5057-C8D6-4045-83D1-C0BAC0F74944}"/>
              </a:ext>
            </a:extLst>
          </p:cNvPr>
          <p:cNvSpPr txBox="1">
            <a:spLocks/>
          </p:cNvSpPr>
          <p:nvPr/>
        </p:nvSpPr>
        <p:spPr bwMode="auto">
          <a:xfrm>
            <a:off x="5292080" y="1988840"/>
            <a:ext cx="3866658" cy="439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b="1" dirty="0" err="1"/>
              <a:t>qexec_execute_connect_by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parent temp = start with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while parent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while </a:t>
            </a:r>
            <a:r>
              <a:rPr kumimoji="0" lang="en-US" altLang="ko-KR" dirty="0" err="1"/>
              <a:t>file_next</a:t>
            </a:r>
            <a:r>
              <a:rPr kumimoji="0" lang="en-US" altLang="ko-KR" dirty="0"/>
              <a:t>(parent temp)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while </a:t>
            </a:r>
            <a:r>
              <a:rPr kumimoji="0" lang="en-US" altLang="ko-KR" dirty="0" err="1"/>
              <a:t>scan_next_scan</a:t>
            </a:r>
            <a:r>
              <a:rPr kumimoji="0" lang="en-US" altLang="ko-KR" dirty="0"/>
              <a:t>(</a:t>
            </a:r>
            <a:r>
              <a:rPr kumimoji="0" lang="en-US" altLang="ko-KR" b="1" dirty="0"/>
              <a:t>CONNECT BY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   add child to child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   add parent, child to output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parent temp = child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sort by index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</a:t>
            </a:r>
            <a:r>
              <a:rPr kumimoji="0" lang="en-US" altLang="ko-KR" b="1" dirty="0" err="1"/>
              <a:t>qexec_iterate_connect_by_results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eval (</a:t>
            </a:r>
            <a:r>
              <a:rPr kumimoji="0" lang="en-US" altLang="ko-KR" dirty="0" err="1"/>
              <a:t>after_connect_by_pred</a:t>
            </a:r>
            <a:r>
              <a:rPr kumimoji="0" lang="en-US" altLang="ko-KR" dirty="0"/>
              <a:t>)</a:t>
            </a:r>
          </a:p>
          <a:p>
            <a:pPr marL="914400" lvl="2" indent="0" fontAlgn="auto">
              <a:spcAft>
                <a:spcPts val="0"/>
              </a:spcAft>
              <a:buNone/>
            </a:pPr>
            <a:endParaRPr kumimoji="0"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731F8DC-B398-4CB4-9143-01679F725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038289"/>
              </p:ext>
            </p:extLst>
          </p:nvPr>
        </p:nvGraphicFramePr>
        <p:xfrm>
          <a:off x="497756" y="2348880"/>
          <a:ext cx="977900" cy="1047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697">
                  <a:extLst>
                    <a:ext uri="{9D8B030D-6E8A-4147-A177-3AD203B41FA5}">
                      <a16:colId xmlns:a16="http://schemas.microsoft.com/office/drawing/2014/main" val="1069157442"/>
                    </a:ext>
                  </a:extLst>
                </a:gridCol>
                <a:gridCol w="484203">
                  <a:extLst>
                    <a:ext uri="{9D8B030D-6E8A-4147-A177-3AD203B41FA5}">
                      <a16:colId xmlns:a16="http://schemas.microsoft.com/office/drawing/2014/main" val="4167259315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282181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null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6623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949072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799788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 dirty="0">
                          <a:effectLst/>
                        </a:rPr>
                        <a:t>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3330774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4421AE1-3F19-46D2-A566-966E12A1D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734670"/>
              </p:ext>
            </p:extLst>
          </p:nvPr>
        </p:nvGraphicFramePr>
        <p:xfrm>
          <a:off x="395536" y="3874873"/>
          <a:ext cx="1193800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1073656933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91466385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195393730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166512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null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11392462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A8E7E386-06E9-47E0-B1DC-51BB6550E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605913"/>
              </p:ext>
            </p:extLst>
          </p:nvPr>
        </p:nvGraphicFramePr>
        <p:xfrm>
          <a:off x="2195736" y="3771600"/>
          <a:ext cx="1193800" cy="628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349501130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454476488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37442818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50256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067972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 dirty="0">
                          <a:effectLst/>
                        </a:rPr>
                        <a:t>1.2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7437914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217EF921-1083-45C2-B464-D189761B8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808608"/>
              </p:ext>
            </p:extLst>
          </p:nvPr>
        </p:nvGraphicFramePr>
        <p:xfrm>
          <a:off x="353864" y="4594076"/>
          <a:ext cx="1193800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1447454369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784423322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365669711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6917534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 dirty="0">
                          <a:effectLst/>
                        </a:rPr>
                        <a:t>1.1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6625516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1F9FE61D-AF19-4455-ABB3-6208A6BA8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929010"/>
              </p:ext>
            </p:extLst>
          </p:nvPr>
        </p:nvGraphicFramePr>
        <p:xfrm>
          <a:off x="323528" y="5157192"/>
          <a:ext cx="1193800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375976411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91000318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1122626226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167373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 dirty="0">
                          <a:effectLst/>
                        </a:rPr>
                        <a:t>1.2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6526384"/>
                  </a:ext>
                </a:extLst>
              </a:tr>
            </a:tbl>
          </a:graphicData>
        </a:graphic>
      </p:graphicFrame>
      <p:pic>
        <p:nvPicPr>
          <p:cNvPr id="28" name="그래픽 27" descr="직선 화살표">
            <a:extLst>
              <a:ext uri="{FF2B5EF4-FFF2-40B4-BE49-F238E27FC236}">
                <a16:creationId xmlns:a16="http://schemas.microsoft.com/office/drawing/2014/main" id="{D5499540-03D5-4BAC-B7A0-70E01A9A68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547664" y="4509120"/>
            <a:ext cx="525315" cy="525315"/>
          </a:xfrm>
          <a:prstGeom prst="rect">
            <a:avLst/>
          </a:prstGeom>
        </p:spPr>
      </p:pic>
      <p:pic>
        <p:nvPicPr>
          <p:cNvPr id="29" name="그래픽 28" descr="직선 화살표">
            <a:extLst>
              <a:ext uri="{FF2B5EF4-FFF2-40B4-BE49-F238E27FC236}">
                <a16:creationId xmlns:a16="http://schemas.microsoft.com/office/drawing/2014/main" id="{3166EAFF-4DE3-4102-9855-B97D063EE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547664" y="5085184"/>
            <a:ext cx="525315" cy="525315"/>
          </a:xfrm>
          <a:prstGeom prst="rect">
            <a:avLst/>
          </a:prstGeom>
        </p:spPr>
      </p:pic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ABBDAD50-5669-4667-9197-8593152CD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820580"/>
              </p:ext>
            </p:extLst>
          </p:nvPr>
        </p:nvGraphicFramePr>
        <p:xfrm>
          <a:off x="2166476" y="4565958"/>
          <a:ext cx="1193800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3302607326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3132585187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122022835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680582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 dirty="0">
                          <a:effectLst/>
                        </a:rPr>
                        <a:t>1.1.1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22810572"/>
                  </a:ext>
                </a:extLst>
              </a:tr>
            </a:tbl>
          </a:graphicData>
        </a:graphic>
      </p:graphicFrame>
      <p:sp>
        <p:nvSpPr>
          <p:cNvPr id="35" name="내용 개체 틀 4">
            <a:extLst>
              <a:ext uri="{FF2B5EF4-FFF2-40B4-BE49-F238E27FC236}">
                <a16:creationId xmlns:a16="http://schemas.microsoft.com/office/drawing/2014/main" id="{67E90E3E-FD47-486C-9CA1-5B1F59C7B905}"/>
              </a:ext>
            </a:extLst>
          </p:cNvPr>
          <p:cNvSpPr txBox="1">
            <a:spLocks/>
          </p:cNvSpPr>
          <p:nvPr/>
        </p:nvSpPr>
        <p:spPr bwMode="auto">
          <a:xfrm>
            <a:off x="2173198" y="5215712"/>
            <a:ext cx="792047" cy="211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b="1" dirty="0"/>
              <a:t>NULL</a:t>
            </a:r>
            <a:endParaRPr kumimoji="0" lang="en-US" altLang="ko-KR" dirty="0"/>
          </a:p>
          <a:p>
            <a:pPr marL="914400" lvl="2" indent="0" fontAlgn="auto">
              <a:spcAft>
                <a:spcPts val="0"/>
              </a:spcAft>
              <a:buNone/>
            </a:pPr>
            <a:endParaRPr kumimoji="0" lang="en-US" altLang="ko-KR" dirty="0"/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59D4935D-176B-4C69-BC62-998E7C7AE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327083"/>
              </p:ext>
            </p:extLst>
          </p:nvPr>
        </p:nvGraphicFramePr>
        <p:xfrm>
          <a:off x="323528" y="5661248"/>
          <a:ext cx="1193800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375976411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491000318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1122626226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167373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 dirty="0">
                          <a:effectLst/>
                        </a:rPr>
                        <a:t>1.1.1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6526384"/>
                  </a:ext>
                </a:extLst>
              </a:tr>
            </a:tbl>
          </a:graphicData>
        </a:graphic>
      </p:graphicFrame>
      <p:pic>
        <p:nvPicPr>
          <p:cNvPr id="38" name="그래픽 37" descr="직선 화살표">
            <a:extLst>
              <a:ext uri="{FF2B5EF4-FFF2-40B4-BE49-F238E27FC236}">
                <a16:creationId xmlns:a16="http://schemas.microsoft.com/office/drawing/2014/main" id="{F4934543-DFB5-42F6-AF5E-CED9FA314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547664" y="5589240"/>
            <a:ext cx="525315" cy="525315"/>
          </a:xfrm>
          <a:prstGeom prst="rect">
            <a:avLst/>
          </a:prstGeom>
        </p:spPr>
      </p:pic>
      <p:sp>
        <p:nvSpPr>
          <p:cNvPr id="39" name="내용 개체 틀 4">
            <a:extLst>
              <a:ext uri="{FF2B5EF4-FFF2-40B4-BE49-F238E27FC236}">
                <a16:creationId xmlns:a16="http://schemas.microsoft.com/office/drawing/2014/main" id="{3928D062-B41F-424A-8E55-1792A8810872}"/>
              </a:ext>
            </a:extLst>
          </p:cNvPr>
          <p:cNvSpPr txBox="1">
            <a:spLocks/>
          </p:cNvSpPr>
          <p:nvPr/>
        </p:nvSpPr>
        <p:spPr bwMode="auto">
          <a:xfrm>
            <a:off x="2173198" y="5719768"/>
            <a:ext cx="792047" cy="211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b="1" dirty="0"/>
              <a:t>NULL</a:t>
            </a:r>
            <a:endParaRPr kumimoji="0" lang="en-US" altLang="ko-KR" dirty="0"/>
          </a:p>
          <a:p>
            <a:pPr marL="914400" lvl="2" indent="0" fontAlgn="auto">
              <a:spcAft>
                <a:spcPts val="0"/>
              </a:spcAft>
              <a:buNone/>
            </a:pPr>
            <a:endParaRPr kumimoji="0" lang="en-US" altLang="ko-KR" dirty="0"/>
          </a:p>
        </p:txBody>
      </p:sp>
      <p:pic>
        <p:nvPicPr>
          <p:cNvPr id="40" name="그래픽 39" descr="직선 화살표">
            <a:extLst>
              <a:ext uri="{FF2B5EF4-FFF2-40B4-BE49-F238E27FC236}">
                <a16:creationId xmlns:a16="http://schemas.microsoft.com/office/drawing/2014/main" id="{B83D8BB7-8CA1-49FD-BF35-BB369B673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3416410" y="4610314"/>
            <a:ext cx="525315" cy="525315"/>
          </a:xfrm>
          <a:prstGeom prst="rect">
            <a:avLst/>
          </a:prstGeom>
        </p:spPr>
      </p:pic>
      <p:sp>
        <p:nvSpPr>
          <p:cNvPr id="41" name="내용 개체 틀 4">
            <a:extLst>
              <a:ext uri="{FF2B5EF4-FFF2-40B4-BE49-F238E27FC236}">
                <a16:creationId xmlns:a16="http://schemas.microsoft.com/office/drawing/2014/main" id="{9BD34136-7236-4B68-8F75-5D5A1D805883}"/>
              </a:ext>
            </a:extLst>
          </p:cNvPr>
          <p:cNvSpPr txBox="1">
            <a:spLocks/>
          </p:cNvSpPr>
          <p:nvPr/>
        </p:nvSpPr>
        <p:spPr bwMode="auto">
          <a:xfrm>
            <a:off x="3995936" y="4190902"/>
            <a:ext cx="1152128" cy="2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dirty="0"/>
              <a:t>Sort by </a:t>
            </a:r>
            <a:r>
              <a:rPr kumimoji="0" lang="en-US" altLang="ko-KR" sz="1200" dirty="0" err="1"/>
              <a:t>idx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8C708A73-6067-4A0C-BE63-8C8B3CA4C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080178"/>
              </p:ext>
            </p:extLst>
          </p:nvPr>
        </p:nvGraphicFramePr>
        <p:xfrm>
          <a:off x="3983144" y="4437112"/>
          <a:ext cx="1193800" cy="1047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350940625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307375529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45688012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mgrid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idx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673472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null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15517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2004375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1.1.1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244354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u="none" strike="noStrike" dirty="0">
                          <a:effectLst/>
                        </a:rPr>
                        <a:t>1.2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57565405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2D0D9321-A27F-461E-B942-0F71A5A66953}"/>
              </a:ext>
            </a:extLst>
          </p:cNvPr>
          <p:cNvSpPr/>
          <p:nvPr/>
        </p:nvSpPr>
        <p:spPr>
          <a:xfrm>
            <a:off x="365164" y="3637208"/>
            <a:ext cx="1254508" cy="6860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399FA30-36C6-442F-8F1F-F932D3731AAE}"/>
              </a:ext>
            </a:extLst>
          </p:cNvPr>
          <p:cNvSpPr/>
          <p:nvPr/>
        </p:nvSpPr>
        <p:spPr>
          <a:xfrm>
            <a:off x="5580111" y="2591325"/>
            <a:ext cx="2592263" cy="1896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F181AB5-5204-46A5-B99D-4E7A681F69C9}"/>
              </a:ext>
            </a:extLst>
          </p:cNvPr>
          <p:cNvSpPr/>
          <p:nvPr/>
        </p:nvSpPr>
        <p:spPr>
          <a:xfrm>
            <a:off x="240508" y="3551103"/>
            <a:ext cx="3251335" cy="2563452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06E67BE-EA85-477E-B609-E163B5177839}"/>
              </a:ext>
            </a:extLst>
          </p:cNvPr>
          <p:cNvSpPr/>
          <p:nvPr/>
        </p:nvSpPr>
        <p:spPr>
          <a:xfrm>
            <a:off x="5591979" y="2829382"/>
            <a:ext cx="3401383" cy="1480677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5E08B88-AEA2-4B81-A5FA-3E879D473DAD}"/>
              </a:ext>
            </a:extLst>
          </p:cNvPr>
          <p:cNvSpPr/>
          <p:nvPr/>
        </p:nvSpPr>
        <p:spPr>
          <a:xfrm>
            <a:off x="3941725" y="4233480"/>
            <a:ext cx="1248045" cy="1342811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65215BE-F04B-47BC-8603-0868668B7864}"/>
              </a:ext>
            </a:extLst>
          </p:cNvPr>
          <p:cNvSpPr/>
          <p:nvPr/>
        </p:nvSpPr>
        <p:spPr>
          <a:xfrm>
            <a:off x="5579095" y="4318437"/>
            <a:ext cx="1225154" cy="291877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89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내용 개체 틀 4">
            <a:extLst>
              <a:ext uri="{FF2B5EF4-FFF2-40B4-BE49-F238E27FC236}">
                <a16:creationId xmlns:a16="http://schemas.microsoft.com/office/drawing/2014/main" id="{A0414E30-0BCE-445C-96E3-34D3528D5AD8}"/>
              </a:ext>
            </a:extLst>
          </p:cNvPr>
          <p:cNvSpPr txBox="1">
            <a:spLocks/>
          </p:cNvSpPr>
          <p:nvPr/>
        </p:nvSpPr>
        <p:spPr bwMode="auto">
          <a:xfrm>
            <a:off x="60075" y="2031589"/>
            <a:ext cx="2779208" cy="2160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200" dirty="0"/>
              <a:t>SELECT t.id,t.name,t2.job,level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200" dirty="0"/>
              <a:t>FROM tree t INNER JOIN tree2 t2 ON t.id=t2.treeid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200" dirty="0"/>
              <a:t>WHERE LEVEL=2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200" dirty="0"/>
              <a:t>START WITH </a:t>
            </a:r>
            <a:r>
              <a:rPr kumimoji="0" lang="en-US" altLang="ko-KR" sz="1200" dirty="0" err="1"/>
              <a:t>t.mgrid</a:t>
            </a:r>
            <a:r>
              <a:rPr kumimoji="0" lang="en-US" altLang="ko-KR" sz="1200" dirty="0"/>
              <a:t> is null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200" dirty="0"/>
              <a:t>CONNECT BY prior t.id=</a:t>
            </a:r>
            <a:r>
              <a:rPr kumimoji="0" lang="en-US" altLang="ko-KR" sz="1200" dirty="0" err="1"/>
              <a:t>t.mgrid</a:t>
            </a:r>
            <a:endParaRPr kumimoji="0" lang="en-US" altLang="ko-KR" sz="1200" dirty="0"/>
          </a:p>
        </p:txBody>
      </p:sp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XASL for HQ(join query)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Join query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JOIN </a:t>
            </a:r>
            <a:r>
              <a:rPr kumimoji="0" lang="en-US" altLang="ko-KR" dirty="0">
                <a:sym typeface="Wingdings" panose="05000000000000000000" pitchFamily="2" charset="2"/>
              </a:rPr>
              <a:t> START WITH  CONNECT BY  WHERE</a:t>
            </a: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1A7EBA-E1AD-458F-8685-69A517FB6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635422"/>
              </p:ext>
            </p:extLst>
          </p:nvPr>
        </p:nvGraphicFramePr>
        <p:xfrm>
          <a:off x="2908333" y="2060848"/>
          <a:ext cx="1519651" cy="1968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651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9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6796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BUILDLIST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(TREE)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</a:t>
                      </a:r>
                      <a:r>
                        <a:rPr lang="en-US" altLang="ko-KR" sz="1200" b="1" dirty="0" err="1"/>
                        <a:t>outptr_list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  </a:t>
                      </a:r>
                      <a:r>
                        <a:rPr lang="en-US" altLang="ko-KR" sz="1200" b="1" dirty="0" err="1"/>
                        <a:t>var_list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r>
                        <a:rPr lang="en-US" altLang="ko-KR" sz="1200" b="1" dirty="0" err="1"/>
                        <a:t>spec_list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</a:t>
                      </a:r>
                      <a:r>
                        <a:rPr lang="en-US" altLang="ko-KR" sz="1200" b="1" dirty="0" err="1"/>
                        <a:t>connect_by_ptr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2771800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979984" y="1605372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QUERY</a:t>
            </a:r>
          </a:p>
        </p:txBody>
      </p: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5364091" y="159459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0C9126C-331F-45FC-9F71-90CD55439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322998"/>
              </p:ext>
            </p:extLst>
          </p:nvPr>
        </p:nvGraphicFramePr>
        <p:xfrm>
          <a:off x="2963343" y="4600601"/>
          <a:ext cx="171919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197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100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CONNECTBY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       </a:t>
                      </a:r>
                      <a:r>
                        <a:rPr lang="en-US" altLang="ko-KR" sz="1200" b="1" dirty="0" err="1"/>
                        <a:t>spec_list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       </a:t>
                      </a:r>
                      <a:r>
                        <a:rPr lang="en-US" altLang="ko-KR" sz="1200" b="1" dirty="0" err="1"/>
                        <a:t>if_pred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proc.connect_by</a:t>
                      </a:r>
                      <a:r>
                        <a:rPr lang="en-US" altLang="ko-KR" sz="1200" b="1" dirty="0"/>
                        <a:t>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4A1FD71-0A62-4C6B-B42B-C9BD7AEE4BD7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 flipH="1">
            <a:off x="2963343" y="3593998"/>
            <a:ext cx="1355210" cy="1555243"/>
          </a:xfrm>
          <a:prstGeom prst="bentConnector5">
            <a:avLst>
              <a:gd name="adj1" fmla="val -16868"/>
              <a:gd name="adj2" fmla="val 33213"/>
              <a:gd name="adj3" fmla="val 1058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내용 개체 틀 4">
            <a:extLst>
              <a:ext uri="{FF2B5EF4-FFF2-40B4-BE49-F238E27FC236}">
                <a16:creationId xmlns:a16="http://schemas.microsoft.com/office/drawing/2014/main" id="{F4A11494-B244-45B1-BB14-C8660C6B2A0A}"/>
              </a:ext>
            </a:extLst>
          </p:cNvPr>
          <p:cNvSpPr txBox="1">
            <a:spLocks/>
          </p:cNvSpPr>
          <p:nvPr/>
        </p:nvSpPr>
        <p:spPr bwMode="auto">
          <a:xfrm>
            <a:off x="4206343" y="3567527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A62F05A6-AD69-45C6-B6A2-4C6E05582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484305"/>
              </p:ext>
            </p:extLst>
          </p:nvPr>
        </p:nvGraphicFramePr>
        <p:xfrm>
          <a:off x="5117158" y="2049876"/>
          <a:ext cx="1169541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541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BUILDLIST</a:t>
                      </a:r>
                    </a:p>
                    <a:p>
                      <a:pPr latinLnBrk="1"/>
                      <a:r>
                        <a:rPr lang="en-US" altLang="ko-KR" sz="1000" b="1" dirty="0"/>
                        <a:t>(TREE2)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E43F0DF3-A70C-44BC-A835-09782FF6B9EB}"/>
              </a:ext>
            </a:extLst>
          </p:cNvPr>
          <p:cNvCxnSpPr>
            <a:cxnSpLocks/>
            <a:stCxn id="56" idx="3"/>
            <a:endCxn id="39" idx="1"/>
          </p:cNvCxnSpPr>
          <p:nvPr/>
        </p:nvCxnSpPr>
        <p:spPr>
          <a:xfrm flipV="1">
            <a:off x="4303923" y="2385156"/>
            <a:ext cx="813235" cy="103931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내용 개체 틀 4">
            <a:extLst>
              <a:ext uri="{FF2B5EF4-FFF2-40B4-BE49-F238E27FC236}">
                <a16:creationId xmlns:a16="http://schemas.microsoft.com/office/drawing/2014/main" id="{BBD94C56-1AB2-4634-A417-DB8456950166}"/>
              </a:ext>
            </a:extLst>
          </p:cNvPr>
          <p:cNvSpPr txBox="1">
            <a:spLocks/>
          </p:cNvSpPr>
          <p:nvPr/>
        </p:nvSpPr>
        <p:spPr bwMode="auto">
          <a:xfrm>
            <a:off x="4191713" y="3398003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35" name="내용 개체 틀 4">
            <a:extLst>
              <a:ext uri="{FF2B5EF4-FFF2-40B4-BE49-F238E27FC236}">
                <a16:creationId xmlns:a16="http://schemas.microsoft.com/office/drawing/2014/main" id="{DC12904C-C3CC-450E-A0AE-EFFA62B8A391}"/>
              </a:ext>
            </a:extLst>
          </p:cNvPr>
          <p:cNvSpPr txBox="1">
            <a:spLocks/>
          </p:cNvSpPr>
          <p:nvPr/>
        </p:nvSpPr>
        <p:spPr bwMode="auto">
          <a:xfrm>
            <a:off x="6350429" y="2046218"/>
            <a:ext cx="2326027" cy="70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100" dirty="0"/>
              <a:t>JOIN QUERY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100" dirty="0"/>
              <a:t>Select .. FROM tree t INNER JOIN tree2 t2 ON t.id=t2.treeid</a:t>
            </a:r>
          </a:p>
        </p:txBody>
      </p:sp>
      <p:sp>
        <p:nvSpPr>
          <p:cNvPr id="45" name="내용 개체 틀 4">
            <a:extLst>
              <a:ext uri="{FF2B5EF4-FFF2-40B4-BE49-F238E27FC236}">
                <a16:creationId xmlns:a16="http://schemas.microsoft.com/office/drawing/2014/main" id="{0A1E440D-697B-40BA-94C0-4DC1CC311A6E}"/>
              </a:ext>
            </a:extLst>
          </p:cNvPr>
          <p:cNvSpPr txBox="1">
            <a:spLocks/>
          </p:cNvSpPr>
          <p:nvPr/>
        </p:nvSpPr>
        <p:spPr bwMode="auto">
          <a:xfrm>
            <a:off x="4480593" y="5171822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41C6BE4E-8526-416A-8A8B-276BCD742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532087"/>
              </p:ext>
            </p:extLst>
          </p:nvPr>
        </p:nvGraphicFramePr>
        <p:xfrm>
          <a:off x="5103294" y="5085921"/>
          <a:ext cx="1628946" cy="1010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94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374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Connect_by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3599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           </a:t>
                      </a:r>
                      <a:r>
                        <a:rPr lang="en-US" altLang="ko-KR" sz="1000" b="1" dirty="0" err="1"/>
                        <a:t>start_with_pred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   </a:t>
                      </a:r>
                      <a:r>
                        <a:rPr lang="en-US" altLang="ko-KR" sz="1000" b="1" dirty="0" err="1"/>
                        <a:t>start_with_list_id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         </a:t>
                      </a:r>
                      <a:r>
                        <a:rPr lang="en-US" altLang="ko-KR" sz="1000" b="1" dirty="0" err="1"/>
                        <a:t>input_list_id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</a:t>
                      </a:r>
                      <a:r>
                        <a:rPr lang="en-US" altLang="ko-KR" sz="1000" b="1" dirty="0" err="1"/>
                        <a:t>after_connect_by_pred</a:t>
                      </a:r>
                      <a:endParaRPr lang="en-US" altLang="ko-KR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DBB0FA4A-855A-4A8F-9CFC-A8523A31DED5}"/>
              </a:ext>
            </a:extLst>
          </p:cNvPr>
          <p:cNvCxnSpPr>
            <a:cxnSpLocks/>
            <a:stCxn id="59" idx="3"/>
            <a:endCxn id="53" idx="1"/>
          </p:cNvCxnSpPr>
          <p:nvPr/>
        </p:nvCxnSpPr>
        <p:spPr>
          <a:xfrm flipV="1">
            <a:off x="4592803" y="5591079"/>
            <a:ext cx="510491" cy="214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내용 개체 틀 4">
            <a:extLst>
              <a:ext uri="{FF2B5EF4-FFF2-40B4-BE49-F238E27FC236}">
                <a16:creationId xmlns:a16="http://schemas.microsoft.com/office/drawing/2014/main" id="{7AF49ED2-0882-4AA4-A6BA-608EF6953321}"/>
              </a:ext>
            </a:extLst>
          </p:cNvPr>
          <p:cNvSpPr txBox="1">
            <a:spLocks/>
          </p:cNvSpPr>
          <p:nvPr/>
        </p:nvSpPr>
        <p:spPr bwMode="auto">
          <a:xfrm>
            <a:off x="4480593" y="5566754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BBF664F1-B26D-4361-81B2-336EFE77B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952955"/>
              </p:ext>
            </p:extLst>
          </p:nvPr>
        </p:nvGraphicFramePr>
        <p:xfrm>
          <a:off x="5092656" y="4011089"/>
          <a:ext cx="149556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568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43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Pred</a:t>
                      </a:r>
                      <a:r>
                        <a:rPr lang="en-US" altLang="ko-KR" sz="1200" dirty="0"/>
                        <a:t> (connect by)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349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Prior t.id = </a:t>
                      </a:r>
                      <a:r>
                        <a:rPr lang="en-US" altLang="ko-KR" sz="1000" b="1" dirty="0" err="1"/>
                        <a:t>t.mgrid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1C4B3E99-1BBC-479E-8BC3-78CB9A9785C7}"/>
              </a:ext>
            </a:extLst>
          </p:cNvPr>
          <p:cNvCxnSpPr>
            <a:cxnSpLocks/>
            <a:stCxn id="69" idx="3"/>
            <a:endCxn id="61" idx="1"/>
          </p:cNvCxnSpPr>
          <p:nvPr/>
        </p:nvCxnSpPr>
        <p:spPr>
          <a:xfrm flipV="1">
            <a:off x="4593716" y="4270169"/>
            <a:ext cx="498940" cy="112559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내용 개체 틀 4">
            <a:extLst>
              <a:ext uri="{FF2B5EF4-FFF2-40B4-BE49-F238E27FC236}">
                <a16:creationId xmlns:a16="http://schemas.microsoft.com/office/drawing/2014/main" id="{95B28291-492C-4EC3-98CD-1D7C84B2DA63}"/>
              </a:ext>
            </a:extLst>
          </p:cNvPr>
          <p:cNvSpPr txBox="1">
            <a:spLocks/>
          </p:cNvSpPr>
          <p:nvPr/>
        </p:nvSpPr>
        <p:spPr bwMode="auto">
          <a:xfrm>
            <a:off x="4481506" y="5369288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B0E4E7D-88AA-4B9B-8112-E1FB861D8FA8}"/>
              </a:ext>
            </a:extLst>
          </p:cNvPr>
          <p:cNvSpPr/>
          <p:nvPr/>
        </p:nvSpPr>
        <p:spPr>
          <a:xfrm>
            <a:off x="107504" y="2299217"/>
            <a:ext cx="2660103" cy="3700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85E808A-0722-487C-B886-B682A4789536}"/>
              </a:ext>
            </a:extLst>
          </p:cNvPr>
          <p:cNvSpPr/>
          <p:nvPr/>
        </p:nvSpPr>
        <p:spPr>
          <a:xfrm>
            <a:off x="101019" y="2899004"/>
            <a:ext cx="2143579" cy="216780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5AC43DE-1449-4AB0-A620-8F76879695C5}"/>
              </a:ext>
            </a:extLst>
          </p:cNvPr>
          <p:cNvSpPr/>
          <p:nvPr/>
        </p:nvSpPr>
        <p:spPr>
          <a:xfrm>
            <a:off x="101019" y="3115028"/>
            <a:ext cx="2332888" cy="216780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1C55460-73F0-4034-8134-416725BC4CF2}"/>
              </a:ext>
            </a:extLst>
          </p:cNvPr>
          <p:cNvSpPr/>
          <p:nvPr/>
        </p:nvSpPr>
        <p:spPr>
          <a:xfrm>
            <a:off x="5102906" y="2023177"/>
            <a:ext cx="3488050" cy="7144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12D1234-B3D4-4B23-A113-97B53EE6197C}"/>
              </a:ext>
            </a:extLst>
          </p:cNvPr>
          <p:cNvSpPr/>
          <p:nvPr/>
        </p:nvSpPr>
        <p:spPr>
          <a:xfrm>
            <a:off x="5049456" y="3068960"/>
            <a:ext cx="1611395" cy="1490297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52A99FCB-9AD9-4395-9576-5E941608D118}"/>
              </a:ext>
            </a:extLst>
          </p:cNvPr>
          <p:cNvSpPr txBox="1">
            <a:spLocks/>
          </p:cNvSpPr>
          <p:nvPr/>
        </p:nvSpPr>
        <p:spPr bwMode="auto">
          <a:xfrm>
            <a:off x="6625699" y="4679697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pic>
        <p:nvPicPr>
          <p:cNvPr id="23" name="그래픽 22" descr="문서">
            <a:extLst>
              <a:ext uri="{FF2B5EF4-FFF2-40B4-BE49-F238E27FC236}">
                <a16:creationId xmlns:a16="http://schemas.microsoft.com/office/drawing/2014/main" id="{5FBFDAA2-FA32-4A0A-9E9B-DCA251724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6096" y="3068960"/>
            <a:ext cx="648072" cy="557445"/>
          </a:xfrm>
          <a:prstGeom prst="rect">
            <a:avLst/>
          </a:prstGeom>
        </p:spPr>
      </p:pic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752CF203-140B-4C4B-A64E-5249B7401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19073"/>
              </p:ext>
            </p:extLst>
          </p:nvPr>
        </p:nvGraphicFramePr>
        <p:xfrm>
          <a:off x="7020272" y="3054856"/>
          <a:ext cx="149556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568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43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Pred</a:t>
                      </a:r>
                      <a:r>
                        <a:rPr lang="en-US" altLang="ko-KR" sz="1200" dirty="0"/>
                        <a:t> (start with)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349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 err="1"/>
                        <a:t>t.Mgrid</a:t>
                      </a:r>
                      <a:r>
                        <a:rPr lang="en-US" altLang="ko-KR" sz="1000" b="1" dirty="0"/>
                        <a:t> is null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06BFE1E7-1AA0-4C7C-AD9D-716CA7D0B68C}"/>
              </a:ext>
            </a:extLst>
          </p:cNvPr>
          <p:cNvCxnSpPr>
            <a:cxnSpLocks/>
            <a:stCxn id="68" idx="3"/>
            <a:endCxn id="62" idx="1"/>
          </p:cNvCxnSpPr>
          <p:nvPr/>
        </p:nvCxnSpPr>
        <p:spPr>
          <a:xfrm flipV="1">
            <a:off x="6661524" y="3313936"/>
            <a:ext cx="358748" cy="217034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내용 개체 틀 4">
            <a:extLst>
              <a:ext uri="{FF2B5EF4-FFF2-40B4-BE49-F238E27FC236}">
                <a16:creationId xmlns:a16="http://schemas.microsoft.com/office/drawing/2014/main" id="{82919A6A-93E8-4DAB-A771-A352D69D0BB5}"/>
              </a:ext>
            </a:extLst>
          </p:cNvPr>
          <p:cNvSpPr txBox="1">
            <a:spLocks/>
          </p:cNvSpPr>
          <p:nvPr/>
        </p:nvSpPr>
        <p:spPr bwMode="auto">
          <a:xfrm>
            <a:off x="6549314" y="5457805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47" name="내용 개체 틀 4">
            <a:extLst>
              <a:ext uri="{FF2B5EF4-FFF2-40B4-BE49-F238E27FC236}">
                <a16:creationId xmlns:a16="http://schemas.microsoft.com/office/drawing/2014/main" id="{4C9748FF-95AE-4432-A6F9-4D5B83DA9548}"/>
              </a:ext>
            </a:extLst>
          </p:cNvPr>
          <p:cNvSpPr txBox="1">
            <a:spLocks/>
          </p:cNvSpPr>
          <p:nvPr/>
        </p:nvSpPr>
        <p:spPr bwMode="auto">
          <a:xfrm>
            <a:off x="5370573" y="3518223"/>
            <a:ext cx="813235" cy="25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100" dirty="0" err="1"/>
              <a:t>Input_list</a:t>
            </a:r>
            <a:endParaRPr kumimoji="0" lang="en-US" altLang="ko-KR" sz="1100" dirty="0"/>
          </a:p>
        </p:txBody>
      </p:sp>
      <p:pic>
        <p:nvPicPr>
          <p:cNvPr id="49" name="그래픽 48" descr="문서">
            <a:extLst>
              <a:ext uri="{FF2B5EF4-FFF2-40B4-BE49-F238E27FC236}">
                <a16:creationId xmlns:a16="http://schemas.microsoft.com/office/drawing/2014/main" id="{2D5E807C-EDE3-4FBF-8133-E497C73C83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5835" y="3879829"/>
            <a:ext cx="648072" cy="557445"/>
          </a:xfrm>
          <a:prstGeom prst="rect">
            <a:avLst/>
          </a:prstGeom>
        </p:spPr>
      </p:pic>
      <p:sp>
        <p:nvSpPr>
          <p:cNvPr id="50" name="내용 개체 틀 4">
            <a:extLst>
              <a:ext uri="{FF2B5EF4-FFF2-40B4-BE49-F238E27FC236}">
                <a16:creationId xmlns:a16="http://schemas.microsoft.com/office/drawing/2014/main" id="{80DD2848-394F-4C87-A1D2-5A294AD6878D}"/>
              </a:ext>
            </a:extLst>
          </p:cNvPr>
          <p:cNvSpPr txBox="1">
            <a:spLocks/>
          </p:cNvSpPr>
          <p:nvPr/>
        </p:nvSpPr>
        <p:spPr bwMode="auto">
          <a:xfrm>
            <a:off x="7236296" y="4329092"/>
            <a:ext cx="1135528" cy="25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100" dirty="0" err="1"/>
              <a:t>Start_with_list</a:t>
            </a:r>
            <a:endParaRPr kumimoji="0" lang="en-US" altLang="ko-KR" sz="1100" dirty="0"/>
          </a:p>
        </p:txBody>
      </p:sp>
      <p:pic>
        <p:nvPicPr>
          <p:cNvPr id="58" name="그래픽 57" descr="오른쪽 화살표">
            <a:extLst>
              <a:ext uri="{FF2B5EF4-FFF2-40B4-BE49-F238E27FC236}">
                <a16:creationId xmlns:a16="http://schemas.microsoft.com/office/drawing/2014/main" id="{750A3771-3412-43CC-B621-3336BFD70B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594049" y="2744924"/>
            <a:ext cx="277001" cy="349009"/>
          </a:xfrm>
          <a:prstGeom prst="rect">
            <a:avLst/>
          </a:prstGeom>
        </p:spPr>
      </p:pic>
      <p:pic>
        <p:nvPicPr>
          <p:cNvPr id="60" name="그래픽 59" descr="오른쪽 화살표">
            <a:extLst>
              <a:ext uri="{FF2B5EF4-FFF2-40B4-BE49-F238E27FC236}">
                <a16:creationId xmlns:a16="http://schemas.microsoft.com/office/drawing/2014/main" id="{0532F13E-F569-4EA8-B0A5-B25DA04EE6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573975" y="2731954"/>
            <a:ext cx="277001" cy="349009"/>
          </a:xfrm>
          <a:prstGeom prst="rect">
            <a:avLst/>
          </a:prstGeom>
        </p:spPr>
      </p:pic>
      <p:pic>
        <p:nvPicPr>
          <p:cNvPr id="74" name="그래픽 73" descr="오른쪽 화살표">
            <a:extLst>
              <a:ext uri="{FF2B5EF4-FFF2-40B4-BE49-F238E27FC236}">
                <a16:creationId xmlns:a16="http://schemas.microsoft.com/office/drawing/2014/main" id="{48730068-462C-4CAB-9BE0-0D5F08C42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590818" y="3556467"/>
            <a:ext cx="277001" cy="349009"/>
          </a:xfrm>
          <a:prstGeom prst="rect">
            <a:avLst/>
          </a:prstGeom>
        </p:spPr>
      </p:pic>
      <p:pic>
        <p:nvPicPr>
          <p:cNvPr id="76" name="그래픽 75" descr="오른쪽 화살표">
            <a:extLst>
              <a:ext uri="{FF2B5EF4-FFF2-40B4-BE49-F238E27FC236}">
                <a16:creationId xmlns:a16="http://schemas.microsoft.com/office/drawing/2014/main" id="{750AABA9-55C6-4E69-89F2-11D29C6D32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6702721" y="4077072"/>
            <a:ext cx="605583" cy="349009"/>
          </a:xfrm>
          <a:prstGeom prst="rect">
            <a:avLst/>
          </a:prstGeom>
        </p:spPr>
      </p:pic>
      <p:pic>
        <p:nvPicPr>
          <p:cNvPr id="78" name="그래픽 77" descr="오른쪽 화살표">
            <a:extLst>
              <a:ext uri="{FF2B5EF4-FFF2-40B4-BE49-F238E27FC236}">
                <a16:creationId xmlns:a16="http://schemas.microsoft.com/office/drawing/2014/main" id="{E76570EB-68BD-4A5E-BD8D-B26D70CEAB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594722" y="3692059"/>
            <a:ext cx="277001" cy="349009"/>
          </a:xfrm>
          <a:prstGeom prst="rect">
            <a:avLst/>
          </a:prstGeom>
        </p:spPr>
      </p:pic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id="{DCC00BAE-FEB3-4884-A0A7-166B0CAD3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234730"/>
              </p:ext>
            </p:extLst>
          </p:nvPr>
        </p:nvGraphicFramePr>
        <p:xfrm>
          <a:off x="7195831" y="5419504"/>
          <a:ext cx="745184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184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pred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Level = 2     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087AF177-2B65-4806-BF4B-18C1A17612AE}"/>
              </a:ext>
            </a:extLst>
          </p:cNvPr>
          <p:cNvCxnSpPr>
            <a:cxnSpLocks/>
            <a:stCxn id="83" idx="3"/>
            <a:endCxn id="81" idx="1"/>
          </p:cNvCxnSpPr>
          <p:nvPr/>
        </p:nvCxnSpPr>
        <p:spPr>
          <a:xfrm flipV="1">
            <a:off x="6660851" y="5713911"/>
            <a:ext cx="534980" cy="23543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내용 개체 틀 4">
            <a:extLst>
              <a:ext uri="{FF2B5EF4-FFF2-40B4-BE49-F238E27FC236}">
                <a16:creationId xmlns:a16="http://schemas.microsoft.com/office/drawing/2014/main" id="{47A77178-F627-4781-808C-58463F0B2C2A}"/>
              </a:ext>
            </a:extLst>
          </p:cNvPr>
          <p:cNvSpPr txBox="1">
            <a:spLocks/>
          </p:cNvSpPr>
          <p:nvPr/>
        </p:nvSpPr>
        <p:spPr bwMode="auto">
          <a:xfrm>
            <a:off x="6548641" y="5922879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938CBBF4-848F-4D42-A3B8-17BFCEB476CC}"/>
              </a:ext>
            </a:extLst>
          </p:cNvPr>
          <p:cNvSpPr/>
          <p:nvPr/>
        </p:nvSpPr>
        <p:spPr>
          <a:xfrm>
            <a:off x="6993659" y="3042346"/>
            <a:ext cx="1597297" cy="1538781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9B2E101-841C-4766-9B13-40DDE72E999D}"/>
              </a:ext>
            </a:extLst>
          </p:cNvPr>
          <p:cNvSpPr/>
          <p:nvPr/>
        </p:nvSpPr>
        <p:spPr>
          <a:xfrm>
            <a:off x="104812" y="2669337"/>
            <a:ext cx="2332888" cy="216780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AA4648B-EC11-4B89-B3ED-722664FE314A}"/>
              </a:ext>
            </a:extLst>
          </p:cNvPr>
          <p:cNvSpPr/>
          <p:nvPr/>
        </p:nvSpPr>
        <p:spPr>
          <a:xfrm>
            <a:off x="7187536" y="5399155"/>
            <a:ext cx="753479" cy="622133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45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51" grpId="0" animBg="1"/>
      <p:bldP spid="84" grpId="0" animBg="1"/>
      <p:bldP spid="85" grpId="0" animBg="1"/>
      <p:bldP spid="8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EXECUTOR for HQ(join query)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Step 1 : Main block(</a:t>
            </a:r>
            <a:r>
              <a:rPr kumimoji="0" lang="en-US" altLang="ko-KR" dirty="0" err="1"/>
              <a:t>start_with</a:t>
            </a:r>
            <a:r>
              <a:rPr kumimoji="0" lang="en-US" altLang="ko-KR" dirty="0"/>
              <a:t>, </a:t>
            </a:r>
            <a:r>
              <a:rPr kumimoji="0" lang="en-US" altLang="ko-KR" dirty="0" err="1"/>
              <a:t>input_list</a:t>
            </a:r>
            <a:r>
              <a:rPr kumimoji="0" lang="en-US" altLang="ko-KR" dirty="0"/>
              <a:t>)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Step 2 : </a:t>
            </a:r>
            <a:r>
              <a:rPr kumimoji="0" lang="en-US" altLang="ko-KR" dirty="0" err="1"/>
              <a:t>connect_by_ptr</a:t>
            </a:r>
            <a:r>
              <a:rPr kumimoji="0" lang="en-US" altLang="ko-KR" dirty="0"/>
              <a:t> (parent and child iteration)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5 temp file is needed (</a:t>
            </a:r>
            <a:r>
              <a:rPr kumimoji="0" lang="en-US" altLang="ko-KR" dirty="0" err="1"/>
              <a:t>input_list</a:t>
            </a:r>
            <a:r>
              <a:rPr kumimoji="0" lang="en-US" altLang="ko-KR" dirty="0"/>
              <a:t>, </a:t>
            </a:r>
            <a:r>
              <a:rPr kumimoji="0" lang="en-US" altLang="ko-KR" dirty="0" err="1"/>
              <a:t>start_with_list</a:t>
            </a:r>
            <a:r>
              <a:rPr kumimoji="0" lang="en-US" altLang="ko-KR" dirty="0"/>
              <a:t>, parent, child, output )</a:t>
            </a:r>
            <a:endParaRPr kumimoji="0" lang="ko-KR" altLang="en-US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1A7EBA-E1AD-458F-8685-69A517FB6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735255"/>
              </p:ext>
            </p:extLst>
          </p:nvPr>
        </p:nvGraphicFramePr>
        <p:xfrm>
          <a:off x="74081" y="2060848"/>
          <a:ext cx="1519651" cy="1968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651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9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6796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BUILDLIST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(TREE)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</a:t>
                      </a:r>
                      <a:r>
                        <a:rPr lang="en-US" altLang="ko-KR" sz="1200" b="1" dirty="0" err="1"/>
                        <a:t>outptr_list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  </a:t>
                      </a:r>
                      <a:r>
                        <a:rPr lang="en-US" altLang="ko-KR" sz="1200" b="1" dirty="0" err="1"/>
                        <a:t>var_list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r>
                        <a:rPr lang="en-US" altLang="ko-KR" sz="1200" b="1" dirty="0" err="1"/>
                        <a:t>spec_list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</a:t>
                      </a:r>
                      <a:r>
                        <a:rPr lang="en-US" altLang="ko-KR" sz="1200" b="1" dirty="0" err="1"/>
                        <a:t>connect_by_ptr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5023503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979984" y="1605372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</p:txBody>
      </p: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5364091" y="1594596"/>
            <a:ext cx="1296760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EXECUTOR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0C9126C-331F-45FC-9F71-90CD55439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744628"/>
              </p:ext>
            </p:extLst>
          </p:nvPr>
        </p:nvGraphicFramePr>
        <p:xfrm>
          <a:off x="129091" y="4600601"/>
          <a:ext cx="171919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197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100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CONNECTBY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       </a:t>
                      </a:r>
                      <a:r>
                        <a:rPr lang="en-US" altLang="ko-KR" sz="1200" b="1" dirty="0" err="1"/>
                        <a:t>spec_list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       </a:t>
                      </a:r>
                      <a:r>
                        <a:rPr lang="en-US" altLang="ko-KR" sz="1200" b="1" dirty="0" err="1"/>
                        <a:t>if_pred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proc.connect_by</a:t>
                      </a:r>
                      <a:r>
                        <a:rPr lang="en-US" altLang="ko-KR" sz="1200" b="1" dirty="0"/>
                        <a:t>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4A1FD71-0A62-4C6B-B42B-C9BD7AEE4BD7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 flipH="1">
            <a:off x="129091" y="3593998"/>
            <a:ext cx="1355210" cy="1555243"/>
          </a:xfrm>
          <a:prstGeom prst="bentConnector5">
            <a:avLst>
              <a:gd name="adj1" fmla="val -16868"/>
              <a:gd name="adj2" fmla="val 33213"/>
              <a:gd name="adj3" fmla="val 1058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내용 개체 틀 4">
            <a:extLst>
              <a:ext uri="{FF2B5EF4-FFF2-40B4-BE49-F238E27FC236}">
                <a16:creationId xmlns:a16="http://schemas.microsoft.com/office/drawing/2014/main" id="{F4A11494-B244-45B1-BB14-C8660C6B2A0A}"/>
              </a:ext>
            </a:extLst>
          </p:cNvPr>
          <p:cNvSpPr txBox="1">
            <a:spLocks/>
          </p:cNvSpPr>
          <p:nvPr/>
        </p:nvSpPr>
        <p:spPr bwMode="auto">
          <a:xfrm>
            <a:off x="1372091" y="3567527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A62F05A6-AD69-45C6-B6A2-4C6E05582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162212"/>
              </p:ext>
            </p:extLst>
          </p:nvPr>
        </p:nvGraphicFramePr>
        <p:xfrm>
          <a:off x="1965141" y="2049876"/>
          <a:ext cx="264600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008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BUILDLIST</a:t>
                      </a:r>
                    </a:p>
                    <a:p>
                      <a:pPr latinLnBrk="1"/>
                      <a:r>
                        <a:rPr lang="en-US" altLang="ko-KR" sz="1000" b="1" dirty="0"/>
                        <a:t>(TREE2)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E43F0DF3-A70C-44BC-A835-09782FF6B9EB}"/>
              </a:ext>
            </a:extLst>
          </p:cNvPr>
          <p:cNvCxnSpPr>
            <a:cxnSpLocks/>
            <a:stCxn id="56" idx="3"/>
            <a:endCxn id="39" idx="1"/>
          </p:cNvCxnSpPr>
          <p:nvPr/>
        </p:nvCxnSpPr>
        <p:spPr>
          <a:xfrm flipV="1">
            <a:off x="1469671" y="2385156"/>
            <a:ext cx="495470" cy="103931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내용 개체 틀 4">
            <a:extLst>
              <a:ext uri="{FF2B5EF4-FFF2-40B4-BE49-F238E27FC236}">
                <a16:creationId xmlns:a16="http://schemas.microsoft.com/office/drawing/2014/main" id="{BBD94C56-1AB2-4634-A417-DB8456950166}"/>
              </a:ext>
            </a:extLst>
          </p:cNvPr>
          <p:cNvSpPr txBox="1">
            <a:spLocks/>
          </p:cNvSpPr>
          <p:nvPr/>
        </p:nvSpPr>
        <p:spPr bwMode="auto">
          <a:xfrm>
            <a:off x="1357461" y="3398003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45" name="내용 개체 틀 4">
            <a:extLst>
              <a:ext uri="{FF2B5EF4-FFF2-40B4-BE49-F238E27FC236}">
                <a16:creationId xmlns:a16="http://schemas.microsoft.com/office/drawing/2014/main" id="{0A1E440D-697B-40BA-94C0-4DC1CC311A6E}"/>
              </a:ext>
            </a:extLst>
          </p:cNvPr>
          <p:cNvSpPr txBox="1">
            <a:spLocks/>
          </p:cNvSpPr>
          <p:nvPr/>
        </p:nvSpPr>
        <p:spPr bwMode="auto">
          <a:xfrm>
            <a:off x="1646341" y="5171822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41C6BE4E-8526-416A-8A8B-276BCD742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108461"/>
              </p:ext>
            </p:extLst>
          </p:nvPr>
        </p:nvGraphicFramePr>
        <p:xfrm>
          <a:off x="1951277" y="5085921"/>
          <a:ext cx="1628946" cy="1010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94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374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Connect_by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3599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           </a:t>
                      </a:r>
                      <a:r>
                        <a:rPr lang="en-US" altLang="ko-KR" sz="1000" b="1" dirty="0" err="1"/>
                        <a:t>start_with_pred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   </a:t>
                      </a:r>
                      <a:r>
                        <a:rPr lang="en-US" altLang="ko-KR" sz="1000" b="1" dirty="0" err="1"/>
                        <a:t>start_with_list_id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         </a:t>
                      </a:r>
                      <a:r>
                        <a:rPr lang="en-US" altLang="ko-KR" sz="1000" b="1" dirty="0" err="1"/>
                        <a:t>input_list_id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</a:t>
                      </a:r>
                      <a:r>
                        <a:rPr lang="en-US" altLang="ko-KR" sz="1000" b="1" dirty="0" err="1"/>
                        <a:t>after_connect_by_pred</a:t>
                      </a:r>
                      <a:endParaRPr lang="en-US" altLang="ko-KR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DBB0FA4A-855A-4A8F-9CFC-A8523A31DED5}"/>
              </a:ext>
            </a:extLst>
          </p:cNvPr>
          <p:cNvCxnSpPr>
            <a:cxnSpLocks/>
            <a:stCxn id="59" idx="3"/>
            <a:endCxn id="53" idx="1"/>
          </p:cNvCxnSpPr>
          <p:nvPr/>
        </p:nvCxnSpPr>
        <p:spPr>
          <a:xfrm flipV="1">
            <a:off x="1758551" y="5591079"/>
            <a:ext cx="192726" cy="214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내용 개체 틀 4">
            <a:extLst>
              <a:ext uri="{FF2B5EF4-FFF2-40B4-BE49-F238E27FC236}">
                <a16:creationId xmlns:a16="http://schemas.microsoft.com/office/drawing/2014/main" id="{7AF49ED2-0882-4AA4-A6BA-608EF6953321}"/>
              </a:ext>
            </a:extLst>
          </p:cNvPr>
          <p:cNvSpPr txBox="1">
            <a:spLocks/>
          </p:cNvSpPr>
          <p:nvPr/>
        </p:nvSpPr>
        <p:spPr bwMode="auto">
          <a:xfrm>
            <a:off x="1646341" y="5566754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BBF664F1-B26D-4361-81B2-336EFE77B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35569"/>
              </p:ext>
            </p:extLst>
          </p:nvPr>
        </p:nvGraphicFramePr>
        <p:xfrm>
          <a:off x="1979712" y="4293096"/>
          <a:ext cx="149556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568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43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Pred</a:t>
                      </a:r>
                      <a:r>
                        <a:rPr lang="en-US" altLang="ko-KR" sz="1200" dirty="0"/>
                        <a:t> (connect by)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349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Prior t.id = </a:t>
                      </a:r>
                      <a:r>
                        <a:rPr lang="en-US" altLang="ko-KR" sz="1000" b="1" dirty="0" err="1"/>
                        <a:t>t.mgrid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1C4B3E99-1BBC-479E-8BC3-78CB9A9785C7}"/>
              </a:ext>
            </a:extLst>
          </p:cNvPr>
          <p:cNvCxnSpPr>
            <a:cxnSpLocks/>
            <a:stCxn id="69" idx="3"/>
            <a:endCxn id="61" idx="1"/>
          </p:cNvCxnSpPr>
          <p:nvPr/>
        </p:nvCxnSpPr>
        <p:spPr>
          <a:xfrm flipV="1">
            <a:off x="1759464" y="4552176"/>
            <a:ext cx="220248" cy="84358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내용 개체 틀 4">
            <a:extLst>
              <a:ext uri="{FF2B5EF4-FFF2-40B4-BE49-F238E27FC236}">
                <a16:creationId xmlns:a16="http://schemas.microsoft.com/office/drawing/2014/main" id="{95B28291-492C-4EC3-98CD-1D7C84B2DA63}"/>
              </a:ext>
            </a:extLst>
          </p:cNvPr>
          <p:cNvSpPr txBox="1">
            <a:spLocks/>
          </p:cNvSpPr>
          <p:nvPr/>
        </p:nvSpPr>
        <p:spPr bwMode="auto">
          <a:xfrm>
            <a:off x="1647254" y="5369288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52A99FCB-9AD9-4395-9576-5E941608D118}"/>
              </a:ext>
            </a:extLst>
          </p:cNvPr>
          <p:cNvSpPr txBox="1">
            <a:spLocks/>
          </p:cNvSpPr>
          <p:nvPr/>
        </p:nvSpPr>
        <p:spPr bwMode="auto">
          <a:xfrm>
            <a:off x="3473682" y="4679697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pic>
        <p:nvPicPr>
          <p:cNvPr id="23" name="그래픽 22" descr="문서">
            <a:extLst>
              <a:ext uri="{FF2B5EF4-FFF2-40B4-BE49-F238E27FC236}">
                <a16:creationId xmlns:a16="http://schemas.microsoft.com/office/drawing/2014/main" id="{5FBFDAA2-FA32-4A0A-9E9B-DCA251724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079" y="3068960"/>
            <a:ext cx="648072" cy="557445"/>
          </a:xfrm>
          <a:prstGeom prst="rect">
            <a:avLst/>
          </a:prstGeom>
        </p:spPr>
      </p:pic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752CF203-140B-4C4B-A64E-5249B7401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91316"/>
              </p:ext>
            </p:extLst>
          </p:nvPr>
        </p:nvGraphicFramePr>
        <p:xfrm>
          <a:off x="3620743" y="2854282"/>
          <a:ext cx="1383303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303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43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Pred</a:t>
                      </a:r>
                      <a:r>
                        <a:rPr lang="en-US" altLang="ko-KR" sz="1200" dirty="0"/>
                        <a:t> (start with)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349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 err="1"/>
                        <a:t>t.Mgrid</a:t>
                      </a:r>
                      <a:r>
                        <a:rPr lang="en-US" altLang="ko-KR" sz="1000" b="1" dirty="0"/>
                        <a:t> is null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06BFE1E7-1AA0-4C7C-AD9D-716CA7D0B68C}"/>
              </a:ext>
            </a:extLst>
          </p:cNvPr>
          <p:cNvCxnSpPr>
            <a:cxnSpLocks/>
            <a:stCxn id="68" idx="3"/>
            <a:endCxn id="62" idx="1"/>
          </p:cNvCxnSpPr>
          <p:nvPr/>
        </p:nvCxnSpPr>
        <p:spPr>
          <a:xfrm flipV="1">
            <a:off x="3509507" y="3113362"/>
            <a:ext cx="111236" cy="237091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내용 개체 틀 4">
            <a:extLst>
              <a:ext uri="{FF2B5EF4-FFF2-40B4-BE49-F238E27FC236}">
                <a16:creationId xmlns:a16="http://schemas.microsoft.com/office/drawing/2014/main" id="{82919A6A-93E8-4DAB-A771-A352D69D0BB5}"/>
              </a:ext>
            </a:extLst>
          </p:cNvPr>
          <p:cNvSpPr txBox="1">
            <a:spLocks/>
          </p:cNvSpPr>
          <p:nvPr/>
        </p:nvSpPr>
        <p:spPr bwMode="auto">
          <a:xfrm>
            <a:off x="3397297" y="5457805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47" name="내용 개체 틀 4">
            <a:extLst>
              <a:ext uri="{FF2B5EF4-FFF2-40B4-BE49-F238E27FC236}">
                <a16:creationId xmlns:a16="http://schemas.microsoft.com/office/drawing/2014/main" id="{4C9748FF-95AE-4432-A6F9-4D5B83DA9548}"/>
              </a:ext>
            </a:extLst>
          </p:cNvPr>
          <p:cNvSpPr txBox="1">
            <a:spLocks/>
          </p:cNvSpPr>
          <p:nvPr/>
        </p:nvSpPr>
        <p:spPr bwMode="auto">
          <a:xfrm>
            <a:off x="2218556" y="3518223"/>
            <a:ext cx="813235" cy="25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100" dirty="0" err="1"/>
              <a:t>Input_list</a:t>
            </a:r>
            <a:endParaRPr kumimoji="0" lang="en-US" altLang="ko-KR" sz="1100" dirty="0"/>
          </a:p>
        </p:txBody>
      </p:sp>
      <p:pic>
        <p:nvPicPr>
          <p:cNvPr id="49" name="그래픽 48" descr="문서">
            <a:extLst>
              <a:ext uri="{FF2B5EF4-FFF2-40B4-BE49-F238E27FC236}">
                <a16:creationId xmlns:a16="http://schemas.microsoft.com/office/drawing/2014/main" id="{2D5E807C-EDE3-4FBF-8133-E497C73C83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3082" y="3495869"/>
            <a:ext cx="648072" cy="557445"/>
          </a:xfrm>
          <a:prstGeom prst="rect">
            <a:avLst/>
          </a:prstGeom>
        </p:spPr>
      </p:pic>
      <p:sp>
        <p:nvSpPr>
          <p:cNvPr id="50" name="내용 개체 틀 4">
            <a:extLst>
              <a:ext uri="{FF2B5EF4-FFF2-40B4-BE49-F238E27FC236}">
                <a16:creationId xmlns:a16="http://schemas.microsoft.com/office/drawing/2014/main" id="{80DD2848-394F-4C87-A1D2-5A294AD6878D}"/>
              </a:ext>
            </a:extLst>
          </p:cNvPr>
          <p:cNvSpPr txBox="1">
            <a:spLocks/>
          </p:cNvSpPr>
          <p:nvPr/>
        </p:nvSpPr>
        <p:spPr bwMode="auto">
          <a:xfrm>
            <a:off x="3753543" y="3978902"/>
            <a:ext cx="1135528" cy="25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100" dirty="0" err="1"/>
              <a:t>Start_with_list</a:t>
            </a:r>
            <a:endParaRPr kumimoji="0" lang="en-US" altLang="ko-KR" sz="1100" dirty="0"/>
          </a:p>
        </p:txBody>
      </p:sp>
      <p:pic>
        <p:nvPicPr>
          <p:cNvPr id="58" name="그래픽 57" descr="오른쪽 화살표">
            <a:extLst>
              <a:ext uri="{FF2B5EF4-FFF2-40B4-BE49-F238E27FC236}">
                <a16:creationId xmlns:a16="http://schemas.microsoft.com/office/drawing/2014/main" id="{750A3771-3412-43CC-B621-3336BFD70B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442032" y="2744924"/>
            <a:ext cx="277001" cy="349009"/>
          </a:xfrm>
          <a:prstGeom prst="rect">
            <a:avLst/>
          </a:prstGeom>
        </p:spPr>
      </p:pic>
      <p:pic>
        <p:nvPicPr>
          <p:cNvPr id="60" name="그래픽 59" descr="오른쪽 화살표">
            <a:extLst>
              <a:ext uri="{FF2B5EF4-FFF2-40B4-BE49-F238E27FC236}">
                <a16:creationId xmlns:a16="http://schemas.microsoft.com/office/drawing/2014/main" id="{0532F13E-F569-4EA8-B0A5-B25DA04EE6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4163229" y="2611939"/>
            <a:ext cx="132985" cy="349009"/>
          </a:xfrm>
          <a:prstGeom prst="rect">
            <a:avLst/>
          </a:prstGeom>
        </p:spPr>
      </p:pic>
      <p:pic>
        <p:nvPicPr>
          <p:cNvPr id="74" name="그래픽 73" descr="오른쪽 화살표">
            <a:extLst>
              <a:ext uri="{FF2B5EF4-FFF2-40B4-BE49-F238E27FC236}">
                <a16:creationId xmlns:a16="http://schemas.microsoft.com/office/drawing/2014/main" id="{48730068-462C-4CAB-9BE0-0D5F08C42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4171571" y="3276824"/>
            <a:ext cx="144016" cy="349009"/>
          </a:xfrm>
          <a:prstGeom prst="rect">
            <a:avLst/>
          </a:prstGeom>
        </p:spPr>
      </p:pic>
      <p:pic>
        <p:nvPicPr>
          <p:cNvPr id="76" name="그래픽 75" descr="오른쪽 화살표">
            <a:extLst>
              <a:ext uri="{FF2B5EF4-FFF2-40B4-BE49-F238E27FC236}">
                <a16:creationId xmlns:a16="http://schemas.microsoft.com/office/drawing/2014/main" id="{750AABA9-55C6-4E69-89F2-11D29C6D32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8763149">
            <a:off x="3553748" y="4269142"/>
            <a:ext cx="605583" cy="349009"/>
          </a:xfrm>
          <a:prstGeom prst="rect">
            <a:avLst/>
          </a:prstGeom>
        </p:spPr>
      </p:pic>
      <p:pic>
        <p:nvPicPr>
          <p:cNvPr id="78" name="그래픽 77" descr="오른쪽 화살표">
            <a:extLst>
              <a:ext uri="{FF2B5EF4-FFF2-40B4-BE49-F238E27FC236}">
                <a16:creationId xmlns:a16="http://schemas.microsoft.com/office/drawing/2014/main" id="{E76570EB-68BD-4A5E-BD8D-B26D70CEAB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2478250" y="3811401"/>
            <a:ext cx="277001" cy="349009"/>
          </a:xfrm>
          <a:prstGeom prst="rect">
            <a:avLst/>
          </a:prstGeom>
        </p:spPr>
      </p:pic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id="{DCC00BAE-FEB3-4884-A0A7-166B0CAD3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563946"/>
              </p:ext>
            </p:extLst>
          </p:nvPr>
        </p:nvGraphicFramePr>
        <p:xfrm>
          <a:off x="3713078" y="5419504"/>
          <a:ext cx="745184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184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pred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Level = 2     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087AF177-2B65-4806-BF4B-18C1A17612AE}"/>
              </a:ext>
            </a:extLst>
          </p:cNvPr>
          <p:cNvCxnSpPr>
            <a:cxnSpLocks/>
            <a:stCxn id="83" idx="3"/>
            <a:endCxn id="81" idx="1"/>
          </p:cNvCxnSpPr>
          <p:nvPr/>
        </p:nvCxnSpPr>
        <p:spPr>
          <a:xfrm flipV="1">
            <a:off x="3508834" y="5713911"/>
            <a:ext cx="204244" cy="23543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내용 개체 틀 4">
            <a:extLst>
              <a:ext uri="{FF2B5EF4-FFF2-40B4-BE49-F238E27FC236}">
                <a16:creationId xmlns:a16="http://schemas.microsoft.com/office/drawing/2014/main" id="{47A77178-F627-4781-808C-58463F0B2C2A}"/>
              </a:ext>
            </a:extLst>
          </p:cNvPr>
          <p:cNvSpPr txBox="1">
            <a:spLocks/>
          </p:cNvSpPr>
          <p:nvPr/>
        </p:nvSpPr>
        <p:spPr bwMode="auto">
          <a:xfrm>
            <a:off x="3396624" y="5922879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64DD14D7-124C-4AB3-9C78-68F8380A6EF3}"/>
              </a:ext>
            </a:extLst>
          </p:cNvPr>
          <p:cNvSpPr txBox="1">
            <a:spLocks/>
          </p:cNvSpPr>
          <p:nvPr/>
        </p:nvSpPr>
        <p:spPr bwMode="auto">
          <a:xfrm>
            <a:off x="5052778" y="1998727"/>
            <a:ext cx="3962132" cy="439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 err="1"/>
              <a:t>qexec_execute_mainblock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  <a:r>
              <a:rPr kumimoji="0" lang="en-US" altLang="ko-KR" dirty="0" err="1"/>
              <a:t>qexec_intprt_fnc</a:t>
            </a:r>
            <a:r>
              <a:rPr kumimoji="0" lang="en-US" altLang="ko-KR" dirty="0"/>
              <a:t>() 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while </a:t>
            </a:r>
            <a:r>
              <a:rPr kumimoji="0" lang="en-US" altLang="ko-KR" dirty="0" err="1"/>
              <a:t>scan_next_scan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</a:t>
            </a:r>
            <a:r>
              <a:rPr kumimoji="0" lang="en-US" altLang="ko-KR" b="1" dirty="0" err="1"/>
              <a:t>qexec_update_connect_by_lists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b="1" dirty="0"/>
              <a:t>        ADD</a:t>
            </a:r>
            <a:r>
              <a:rPr kumimoji="0" lang="ko-KR" altLang="en-US" b="1" dirty="0"/>
              <a:t> </a:t>
            </a:r>
            <a:r>
              <a:rPr kumimoji="0" lang="en-US" altLang="ko-KR" b="1" dirty="0" err="1"/>
              <a:t>input_list</a:t>
            </a:r>
            <a:r>
              <a:rPr kumimoji="0" lang="en-US" altLang="ko-KR" b="1" dirty="0"/>
              <a:t>, </a:t>
            </a:r>
            <a:r>
              <a:rPr kumimoji="0" lang="en-US" altLang="ko-KR" b="1" dirty="0" err="1"/>
              <a:t>start_with_list</a:t>
            </a:r>
            <a:endParaRPr kumimoji="0" lang="en-US" altLang="ko-KR" b="1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  <a:r>
              <a:rPr kumimoji="0" lang="en-US" altLang="ko-KR" b="1" dirty="0" err="1"/>
              <a:t>qexec_execute_connect_by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parent temp = start with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while parent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while </a:t>
            </a:r>
            <a:r>
              <a:rPr kumimoji="0" lang="en-US" altLang="ko-KR" dirty="0" err="1"/>
              <a:t>file_next</a:t>
            </a:r>
            <a:r>
              <a:rPr kumimoji="0" lang="en-US" altLang="ko-KR" dirty="0"/>
              <a:t>(parent temp)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while </a:t>
            </a:r>
            <a:r>
              <a:rPr kumimoji="0" lang="en-US" altLang="ko-KR" dirty="0" err="1"/>
              <a:t>file_next</a:t>
            </a:r>
            <a:r>
              <a:rPr kumimoji="0" lang="en-US" altLang="ko-KR" dirty="0"/>
              <a:t>(</a:t>
            </a:r>
            <a:r>
              <a:rPr kumimoji="0" lang="en-US" altLang="ko-KR" b="1" dirty="0" err="1"/>
              <a:t>input_list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   eval (</a:t>
            </a:r>
            <a:r>
              <a:rPr kumimoji="0" lang="en-US" altLang="ko-KR" dirty="0" err="1"/>
              <a:t>connect_by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   add child to child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   add parent, child to output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parent temp = child temp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</a:t>
            </a:r>
            <a:r>
              <a:rPr kumimoji="0" lang="en-US" altLang="ko-KR" b="1" dirty="0" err="1"/>
              <a:t>qexec_iterate_connect_by_results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eval (</a:t>
            </a:r>
            <a:r>
              <a:rPr kumimoji="0" lang="en-US" altLang="ko-KR" dirty="0" err="1"/>
              <a:t>after_connect_by_pred</a:t>
            </a:r>
            <a:r>
              <a:rPr kumimoji="0" lang="en-US" altLang="ko-KR" dirty="0"/>
              <a:t>)</a:t>
            </a:r>
          </a:p>
          <a:p>
            <a:pPr marL="914400" lvl="2" indent="0" fontAlgn="auto">
              <a:spcAft>
                <a:spcPts val="0"/>
              </a:spcAft>
              <a:buNone/>
            </a:pPr>
            <a:endParaRPr kumimoji="0" lang="en-US" altLang="ko-KR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86F5F5C-59E8-4415-94F5-0B43458116B0}"/>
              </a:ext>
            </a:extLst>
          </p:cNvPr>
          <p:cNvSpPr/>
          <p:nvPr/>
        </p:nvSpPr>
        <p:spPr>
          <a:xfrm>
            <a:off x="35561" y="2021763"/>
            <a:ext cx="4987939" cy="21884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B3B8B6F-D306-4768-BD3B-240F978CA652}"/>
              </a:ext>
            </a:extLst>
          </p:cNvPr>
          <p:cNvSpPr/>
          <p:nvPr/>
        </p:nvSpPr>
        <p:spPr>
          <a:xfrm>
            <a:off x="5089027" y="2027751"/>
            <a:ext cx="3159684" cy="12572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171DA12-E13F-4CC6-91DF-1679B4790F60}"/>
              </a:ext>
            </a:extLst>
          </p:cNvPr>
          <p:cNvSpPr/>
          <p:nvPr/>
        </p:nvSpPr>
        <p:spPr>
          <a:xfrm>
            <a:off x="5652120" y="4590344"/>
            <a:ext cx="2232248" cy="495577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0569B755-EF96-430A-9FFD-B97F29DD0622}"/>
              </a:ext>
            </a:extLst>
          </p:cNvPr>
          <p:cNvSpPr/>
          <p:nvPr/>
        </p:nvSpPr>
        <p:spPr>
          <a:xfrm>
            <a:off x="1940129" y="4279453"/>
            <a:ext cx="1567780" cy="554382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EA0CF9FE-C3C9-4311-BABA-BE2769D368A7}"/>
              </a:ext>
            </a:extLst>
          </p:cNvPr>
          <p:cNvSpPr/>
          <p:nvPr/>
        </p:nvSpPr>
        <p:spPr>
          <a:xfrm>
            <a:off x="5355606" y="6385422"/>
            <a:ext cx="2456754" cy="251513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970F3E3-D549-4A42-AA9A-2A3050DC3BED}"/>
              </a:ext>
            </a:extLst>
          </p:cNvPr>
          <p:cNvSpPr/>
          <p:nvPr/>
        </p:nvSpPr>
        <p:spPr>
          <a:xfrm>
            <a:off x="3694261" y="5409735"/>
            <a:ext cx="793273" cy="627699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43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2" grpId="0" animBg="1"/>
      <p:bldP spid="73" grpId="0" animBg="1"/>
      <p:bldP spid="75" grpId="0" animBg="1"/>
      <p:bldP spid="7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single table vs join query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In join query mode, the fundamental function of scan, </a:t>
            </a:r>
            <a:r>
              <a:rPr kumimoji="0" lang="en-US" altLang="ko-KR" dirty="0" err="1"/>
              <a:t>scan_next_scan</a:t>
            </a:r>
            <a:r>
              <a:rPr kumimoji="0" lang="en-US" altLang="ko-KR" dirty="0"/>
              <a:t>() is not used because it does not generate spec of </a:t>
            </a:r>
            <a:r>
              <a:rPr kumimoji="0" lang="en-US" altLang="ko-KR" dirty="0" err="1"/>
              <a:t>connect_by</a:t>
            </a:r>
            <a:r>
              <a:rPr kumimoji="0" lang="en-US" altLang="ko-KR" dirty="0"/>
              <a:t>.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This is why HASH LIST SCAN can not used in HQ.</a:t>
            </a:r>
          </a:p>
          <a:p>
            <a:pPr fontAlgn="auto">
              <a:spcAft>
                <a:spcPts val="0"/>
              </a:spcAft>
            </a:pPr>
            <a:endParaRPr kumimoji="0" lang="ko-KR" altLang="en-US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32194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4571383" y="1700808"/>
            <a:ext cx="20074" cy="4824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1556048" y="1638903"/>
            <a:ext cx="1503784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Single table</a:t>
            </a:r>
          </a:p>
        </p:txBody>
      </p: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5939536" y="1628127"/>
            <a:ext cx="1296760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Join query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64DD14D7-124C-4AB3-9C78-68F8380A6EF3}"/>
              </a:ext>
            </a:extLst>
          </p:cNvPr>
          <p:cNvSpPr txBox="1">
            <a:spLocks/>
          </p:cNvSpPr>
          <p:nvPr/>
        </p:nvSpPr>
        <p:spPr bwMode="auto">
          <a:xfrm>
            <a:off x="4716016" y="1916832"/>
            <a:ext cx="3962132" cy="439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 err="1"/>
              <a:t>qexec_execute_mainblock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  <a:r>
              <a:rPr kumimoji="0" lang="en-US" altLang="ko-KR" dirty="0" err="1"/>
              <a:t>qexec_intprt_fnc</a:t>
            </a:r>
            <a:r>
              <a:rPr kumimoji="0" lang="en-US" altLang="ko-KR" dirty="0"/>
              <a:t>() 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while </a:t>
            </a:r>
            <a:r>
              <a:rPr kumimoji="0" lang="en-US" altLang="ko-KR" dirty="0" err="1"/>
              <a:t>scan_next_scan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</a:t>
            </a:r>
            <a:r>
              <a:rPr kumimoji="0" lang="en-US" altLang="ko-KR" b="1" dirty="0" err="1"/>
              <a:t>qexec_update_connect_by_lists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b="1" dirty="0"/>
              <a:t>        ADD</a:t>
            </a:r>
            <a:r>
              <a:rPr kumimoji="0" lang="ko-KR" altLang="en-US" b="1" dirty="0"/>
              <a:t> </a:t>
            </a:r>
            <a:r>
              <a:rPr kumimoji="0" lang="en-US" altLang="ko-KR" b="1" dirty="0" err="1"/>
              <a:t>input_list</a:t>
            </a:r>
            <a:r>
              <a:rPr kumimoji="0" lang="en-US" altLang="ko-KR" b="1" dirty="0"/>
              <a:t>, </a:t>
            </a:r>
            <a:r>
              <a:rPr kumimoji="0" lang="en-US" altLang="ko-KR" b="1" dirty="0" err="1"/>
              <a:t>start_with_list</a:t>
            </a:r>
            <a:endParaRPr kumimoji="0" lang="en-US" altLang="ko-KR" b="1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  <a:r>
              <a:rPr kumimoji="0" lang="en-US" altLang="ko-KR" b="1" dirty="0" err="1"/>
              <a:t>qexec_execute_connect_by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parent temp = start with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while parent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while </a:t>
            </a:r>
            <a:r>
              <a:rPr kumimoji="0" lang="en-US" altLang="ko-KR" dirty="0" err="1"/>
              <a:t>file_next</a:t>
            </a:r>
            <a:r>
              <a:rPr kumimoji="0" lang="en-US" altLang="ko-KR" dirty="0"/>
              <a:t>(parent temp)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while </a:t>
            </a:r>
            <a:r>
              <a:rPr kumimoji="0" lang="en-US" altLang="ko-KR" dirty="0" err="1"/>
              <a:t>file_next</a:t>
            </a:r>
            <a:r>
              <a:rPr kumimoji="0" lang="en-US" altLang="ko-KR" dirty="0"/>
              <a:t>(</a:t>
            </a:r>
            <a:r>
              <a:rPr kumimoji="0" lang="en-US" altLang="ko-KR" b="1" dirty="0" err="1"/>
              <a:t>input_list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   eval (</a:t>
            </a:r>
            <a:r>
              <a:rPr kumimoji="0" lang="en-US" altLang="ko-KR" dirty="0" err="1"/>
              <a:t>connect_by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   add child to child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   add parent, child to output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parent temp = child temp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</a:t>
            </a:r>
            <a:r>
              <a:rPr kumimoji="0" lang="en-US" altLang="ko-KR" b="1" dirty="0" err="1"/>
              <a:t>qexec_iterate_connect_by_results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eval (</a:t>
            </a:r>
            <a:r>
              <a:rPr kumimoji="0" lang="en-US" altLang="ko-KR" dirty="0" err="1"/>
              <a:t>after_connect_by_pred</a:t>
            </a:r>
            <a:r>
              <a:rPr kumimoji="0" lang="en-US" altLang="ko-KR" dirty="0"/>
              <a:t>)</a:t>
            </a:r>
          </a:p>
          <a:p>
            <a:pPr marL="914400" lvl="2" indent="0" fontAlgn="auto">
              <a:spcAft>
                <a:spcPts val="0"/>
              </a:spcAft>
              <a:buNone/>
            </a:pPr>
            <a:endParaRPr kumimoji="0" lang="en-US" altLang="ko-KR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BF28B9E8-7ED3-4BA6-8BDD-964B13CA4D64}"/>
              </a:ext>
            </a:extLst>
          </p:cNvPr>
          <p:cNvSpPr txBox="1">
            <a:spLocks/>
          </p:cNvSpPr>
          <p:nvPr/>
        </p:nvSpPr>
        <p:spPr bwMode="auto">
          <a:xfrm>
            <a:off x="333873" y="1823788"/>
            <a:ext cx="4094112" cy="466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 err="1"/>
              <a:t>qexec_execute_mainblock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  <a:r>
              <a:rPr kumimoji="0" lang="en-US" altLang="ko-KR" dirty="0" err="1"/>
              <a:t>qexec_intprt_fnc</a:t>
            </a:r>
            <a:r>
              <a:rPr kumimoji="0" lang="en-US" altLang="ko-KR" dirty="0"/>
              <a:t>() 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while </a:t>
            </a:r>
            <a:r>
              <a:rPr kumimoji="0" lang="en-US" altLang="ko-KR" dirty="0" err="1"/>
              <a:t>scan_next_scan</a:t>
            </a:r>
            <a:r>
              <a:rPr kumimoji="0" lang="en-US" altLang="ko-KR" dirty="0"/>
              <a:t>() (</a:t>
            </a:r>
            <a:r>
              <a:rPr kumimoji="0" lang="en-US" altLang="ko-KR" b="1" dirty="0"/>
              <a:t>START WITH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</a:t>
            </a:r>
            <a:r>
              <a:rPr kumimoji="0" lang="en-US" altLang="ko-KR" b="1" dirty="0" err="1"/>
              <a:t>qexec_update_connect_by_lists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  <a:r>
              <a:rPr kumimoji="0" lang="en-US" altLang="ko-KR" b="1" dirty="0" err="1"/>
              <a:t>qexec_execute_connect_by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parent temp = start with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while parent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while </a:t>
            </a:r>
            <a:r>
              <a:rPr kumimoji="0" lang="en-US" altLang="ko-KR" dirty="0" err="1"/>
              <a:t>file_next</a:t>
            </a:r>
            <a:r>
              <a:rPr kumimoji="0" lang="en-US" altLang="ko-KR" dirty="0"/>
              <a:t>(parent temp)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while </a:t>
            </a:r>
            <a:r>
              <a:rPr kumimoji="0" lang="en-US" altLang="ko-KR" dirty="0" err="1"/>
              <a:t>scan_next_scan</a:t>
            </a:r>
            <a:r>
              <a:rPr kumimoji="0" lang="en-US" altLang="ko-KR" dirty="0"/>
              <a:t>(</a:t>
            </a:r>
            <a:r>
              <a:rPr kumimoji="0" lang="en-US" altLang="ko-KR" b="1" dirty="0"/>
              <a:t>CONNECT BY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   add child to child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   add parent, child to output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parent temp = child temp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</a:t>
            </a:r>
            <a:r>
              <a:rPr kumimoji="0" lang="en-US" altLang="ko-KR" b="1" dirty="0" err="1"/>
              <a:t>qexec_iterate_connect_by_results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eval (</a:t>
            </a:r>
            <a:r>
              <a:rPr kumimoji="0" lang="en-US" altLang="ko-KR" dirty="0" err="1"/>
              <a:t>after_connect_by_pred</a:t>
            </a:r>
            <a:r>
              <a:rPr kumimoji="0" lang="en-US" altLang="ko-KR" dirty="0"/>
              <a:t>)</a:t>
            </a:r>
          </a:p>
          <a:p>
            <a:pPr marL="914400" lvl="2" indent="0" fontAlgn="auto">
              <a:spcAft>
                <a:spcPts val="0"/>
              </a:spcAft>
              <a:buNone/>
            </a:pPr>
            <a:endParaRPr kumimoji="0" lang="en-US" altLang="ko-KR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65ECDD1-8DC8-40B9-89CB-4326586341C2}"/>
              </a:ext>
            </a:extLst>
          </p:cNvPr>
          <p:cNvSpPr/>
          <p:nvPr/>
        </p:nvSpPr>
        <p:spPr>
          <a:xfrm>
            <a:off x="915142" y="4437112"/>
            <a:ext cx="3159684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5F265EB-D848-4C67-8E4A-73FA810C9FD0}"/>
              </a:ext>
            </a:extLst>
          </p:cNvPr>
          <p:cNvSpPr/>
          <p:nvPr/>
        </p:nvSpPr>
        <p:spPr>
          <a:xfrm>
            <a:off x="5311699" y="4537632"/>
            <a:ext cx="2284637" cy="4755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93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To-be : XASL for HQ(join query)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Make</a:t>
            </a:r>
            <a:r>
              <a:rPr kumimoji="0" lang="ko-KR" altLang="en-US" dirty="0"/>
              <a:t> </a:t>
            </a:r>
            <a:r>
              <a:rPr kumimoji="0" lang="en-US" altLang="ko-KR" dirty="0"/>
              <a:t>LIST_SCAN</a:t>
            </a:r>
            <a:r>
              <a:rPr kumimoji="0" lang="ko-KR" altLang="en-US" dirty="0"/>
              <a:t> </a:t>
            </a:r>
            <a:r>
              <a:rPr kumimoji="0" lang="en-US" altLang="ko-KR" dirty="0"/>
              <a:t>spec on CONNECTBY XASL node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Change child iteration function from </a:t>
            </a:r>
            <a:r>
              <a:rPr kumimoji="0" lang="en-US" altLang="ko-KR" dirty="0" err="1"/>
              <a:t>file_next</a:t>
            </a:r>
            <a:r>
              <a:rPr kumimoji="0" lang="en-US" altLang="ko-KR" dirty="0"/>
              <a:t>() to </a:t>
            </a:r>
            <a:r>
              <a:rPr kumimoji="0" lang="en-US" altLang="ko-KR" dirty="0" err="1"/>
              <a:t>scan_next_scan</a:t>
            </a:r>
            <a:r>
              <a:rPr kumimoji="0" lang="en-US" altLang="ko-KR" dirty="0"/>
              <a:t>()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1A7EBA-E1AD-458F-8685-69A517FB6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898952"/>
              </p:ext>
            </p:extLst>
          </p:nvPr>
        </p:nvGraphicFramePr>
        <p:xfrm>
          <a:off x="395536" y="2060848"/>
          <a:ext cx="1519651" cy="1968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651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9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6796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BUILDLIST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(TREE)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</a:t>
                      </a:r>
                      <a:r>
                        <a:rPr lang="en-US" altLang="ko-KR" sz="1200" b="1" dirty="0" err="1"/>
                        <a:t>outptr_list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  </a:t>
                      </a:r>
                      <a:r>
                        <a:rPr lang="en-US" altLang="ko-KR" sz="1200" b="1" dirty="0" err="1"/>
                        <a:t>var_list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r>
                        <a:rPr lang="en-US" altLang="ko-KR" sz="1200" b="1" dirty="0" err="1"/>
                        <a:t>spec_list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</a:t>
                      </a:r>
                      <a:r>
                        <a:rPr lang="en-US" altLang="ko-KR" sz="1200" b="1" dirty="0" err="1"/>
                        <a:t>connect_by_ptr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4101424" y="1628800"/>
            <a:ext cx="758608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0C9126C-331F-45FC-9F71-90CD55439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701011"/>
              </p:ext>
            </p:extLst>
          </p:nvPr>
        </p:nvGraphicFramePr>
        <p:xfrm>
          <a:off x="450546" y="4600601"/>
          <a:ext cx="171919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197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100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CONNECTBY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       </a:t>
                      </a:r>
                      <a:r>
                        <a:rPr lang="en-US" altLang="ko-KR" sz="1200" b="1" dirty="0" err="1"/>
                        <a:t>spec_list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       </a:t>
                      </a:r>
                      <a:r>
                        <a:rPr lang="en-US" altLang="ko-KR" sz="1200" b="1" dirty="0" err="1"/>
                        <a:t>if_pred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proc.connect_by</a:t>
                      </a:r>
                      <a:r>
                        <a:rPr lang="en-US" altLang="ko-KR" sz="1200" b="1" dirty="0"/>
                        <a:t>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4A1FD71-0A62-4C6B-B42B-C9BD7AEE4BD7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 flipH="1">
            <a:off x="450546" y="3593998"/>
            <a:ext cx="1355210" cy="1555243"/>
          </a:xfrm>
          <a:prstGeom prst="bentConnector5">
            <a:avLst>
              <a:gd name="adj1" fmla="val -16868"/>
              <a:gd name="adj2" fmla="val 33213"/>
              <a:gd name="adj3" fmla="val 1058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내용 개체 틀 4">
            <a:extLst>
              <a:ext uri="{FF2B5EF4-FFF2-40B4-BE49-F238E27FC236}">
                <a16:creationId xmlns:a16="http://schemas.microsoft.com/office/drawing/2014/main" id="{F4A11494-B244-45B1-BB14-C8660C6B2A0A}"/>
              </a:ext>
            </a:extLst>
          </p:cNvPr>
          <p:cNvSpPr txBox="1">
            <a:spLocks/>
          </p:cNvSpPr>
          <p:nvPr/>
        </p:nvSpPr>
        <p:spPr bwMode="auto">
          <a:xfrm>
            <a:off x="1693546" y="3567527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A62F05A6-AD69-45C6-B6A2-4C6E05582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541121"/>
              </p:ext>
            </p:extLst>
          </p:nvPr>
        </p:nvGraphicFramePr>
        <p:xfrm>
          <a:off x="2604361" y="2049876"/>
          <a:ext cx="1169541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541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BUILDLIST</a:t>
                      </a:r>
                    </a:p>
                    <a:p>
                      <a:pPr latinLnBrk="1"/>
                      <a:r>
                        <a:rPr lang="en-US" altLang="ko-KR" sz="1000" b="1" dirty="0"/>
                        <a:t>(TREE2)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E43F0DF3-A70C-44BC-A835-09782FF6B9EB}"/>
              </a:ext>
            </a:extLst>
          </p:cNvPr>
          <p:cNvCxnSpPr>
            <a:cxnSpLocks/>
            <a:stCxn id="56" idx="3"/>
            <a:endCxn id="39" idx="1"/>
          </p:cNvCxnSpPr>
          <p:nvPr/>
        </p:nvCxnSpPr>
        <p:spPr>
          <a:xfrm flipV="1">
            <a:off x="1791126" y="2385156"/>
            <a:ext cx="813235" cy="103931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내용 개체 틀 4">
            <a:extLst>
              <a:ext uri="{FF2B5EF4-FFF2-40B4-BE49-F238E27FC236}">
                <a16:creationId xmlns:a16="http://schemas.microsoft.com/office/drawing/2014/main" id="{BBD94C56-1AB2-4634-A417-DB8456950166}"/>
              </a:ext>
            </a:extLst>
          </p:cNvPr>
          <p:cNvSpPr txBox="1">
            <a:spLocks/>
          </p:cNvSpPr>
          <p:nvPr/>
        </p:nvSpPr>
        <p:spPr bwMode="auto">
          <a:xfrm>
            <a:off x="1678916" y="3398003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45" name="내용 개체 틀 4">
            <a:extLst>
              <a:ext uri="{FF2B5EF4-FFF2-40B4-BE49-F238E27FC236}">
                <a16:creationId xmlns:a16="http://schemas.microsoft.com/office/drawing/2014/main" id="{0A1E440D-697B-40BA-94C0-4DC1CC311A6E}"/>
              </a:ext>
            </a:extLst>
          </p:cNvPr>
          <p:cNvSpPr txBox="1">
            <a:spLocks/>
          </p:cNvSpPr>
          <p:nvPr/>
        </p:nvSpPr>
        <p:spPr bwMode="auto">
          <a:xfrm>
            <a:off x="1967796" y="5171822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59" name="내용 개체 틀 4">
            <a:extLst>
              <a:ext uri="{FF2B5EF4-FFF2-40B4-BE49-F238E27FC236}">
                <a16:creationId xmlns:a16="http://schemas.microsoft.com/office/drawing/2014/main" id="{7AF49ED2-0882-4AA4-A6BA-608EF6953321}"/>
              </a:ext>
            </a:extLst>
          </p:cNvPr>
          <p:cNvSpPr txBox="1">
            <a:spLocks/>
          </p:cNvSpPr>
          <p:nvPr/>
        </p:nvSpPr>
        <p:spPr bwMode="auto">
          <a:xfrm>
            <a:off x="1967796" y="5566754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1C4B3E99-1BBC-479E-8BC3-78CB9A9785C7}"/>
              </a:ext>
            </a:extLst>
          </p:cNvPr>
          <p:cNvCxnSpPr>
            <a:cxnSpLocks/>
            <a:stCxn id="69" idx="3"/>
            <a:endCxn id="48" idx="1"/>
          </p:cNvCxnSpPr>
          <p:nvPr/>
        </p:nvCxnSpPr>
        <p:spPr>
          <a:xfrm flipV="1">
            <a:off x="2080919" y="4672598"/>
            <a:ext cx="474857" cy="92975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내용 개체 틀 4">
            <a:extLst>
              <a:ext uri="{FF2B5EF4-FFF2-40B4-BE49-F238E27FC236}">
                <a16:creationId xmlns:a16="http://schemas.microsoft.com/office/drawing/2014/main" id="{95B28291-492C-4EC3-98CD-1D7C84B2DA63}"/>
              </a:ext>
            </a:extLst>
          </p:cNvPr>
          <p:cNvSpPr txBox="1">
            <a:spLocks/>
          </p:cNvSpPr>
          <p:nvPr/>
        </p:nvSpPr>
        <p:spPr bwMode="auto">
          <a:xfrm>
            <a:off x="1968709" y="5575881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52A99FCB-9AD9-4395-9576-5E941608D118}"/>
              </a:ext>
            </a:extLst>
          </p:cNvPr>
          <p:cNvSpPr txBox="1">
            <a:spLocks/>
          </p:cNvSpPr>
          <p:nvPr/>
        </p:nvSpPr>
        <p:spPr bwMode="auto">
          <a:xfrm>
            <a:off x="4040894" y="4059079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pic>
        <p:nvPicPr>
          <p:cNvPr id="23" name="그래픽 22" descr="문서">
            <a:extLst>
              <a:ext uri="{FF2B5EF4-FFF2-40B4-BE49-F238E27FC236}">
                <a16:creationId xmlns:a16="http://schemas.microsoft.com/office/drawing/2014/main" id="{5FBFDAA2-FA32-4A0A-9E9B-DCA251724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1659" y="3068960"/>
            <a:ext cx="648072" cy="557445"/>
          </a:xfrm>
          <a:prstGeom prst="rect">
            <a:avLst/>
          </a:prstGeom>
        </p:spPr>
      </p:pic>
      <p:sp>
        <p:nvSpPr>
          <p:cNvPr id="68" name="내용 개체 틀 4">
            <a:extLst>
              <a:ext uri="{FF2B5EF4-FFF2-40B4-BE49-F238E27FC236}">
                <a16:creationId xmlns:a16="http://schemas.microsoft.com/office/drawing/2014/main" id="{82919A6A-93E8-4DAB-A771-A352D69D0BB5}"/>
              </a:ext>
            </a:extLst>
          </p:cNvPr>
          <p:cNvSpPr txBox="1">
            <a:spLocks/>
          </p:cNvSpPr>
          <p:nvPr/>
        </p:nvSpPr>
        <p:spPr bwMode="auto">
          <a:xfrm>
            <a:off x="3964509" y="4837187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47" name="내용 개체 틀 4">
            <a:extLst>
              <a:ext uri="{FF2B5EF4-FFF2-40B4-BE49-F238E27FC236}">
                <a16:creationId xmlns:a16="http://schemas.microsoft.com/office/drawing/2014/main" id="{4C9748FF-95AE-4432-A6F9-4D5B83DA9548}"/>
              </a:ext>
            </a:extLst>
          </p:cNvPr>
          <p:cNvSpPr txBox="1">
            <a:spLocks/>
          </p:cNvSpPr>
          <p:nvPr/>
        </p:nvSpPr>
        <p:spPr bwMode="auto">
          <a:xfrm>
            <a:off x="3542741" y="3515533"/>
            <a:ext cx="813235" cy="25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100" dirty="0" err="1"/>
              <a:t>Input_list</a:t>
            </a:r>
            <a:endParaRPr kumimoji="0" lang="en-US" altLang="ko-KR" sz="1100" dirty="0"/>
          </a:p>
        </p:txBody>
      </p:sp>
      <p:pic>
        <p:nvPicPr>
          <p:cNvPr id="49" name="그래픽 48" descr="문서">
            <a:extLst>
              <a:ext uri="{FF2B5EF4-FFF2-40B4-BE49-F238E27FC236}">
                <a16:creationId xmlns:a16="http://schemas.microsoft.com/office/drawing/2014/main" id="{2D5E807C-EDE3-4FBF-8133-E497C73C83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6533" y="3068960"/>
            <a:ext cx="648072" cy="557445"/>
          </a:xfrm>
          <a:prstGeom prst="rect">
            <a:avLst/>
          </a:prstGeom>
        </p:spPr>
      </p:pic>
      <p:sp>
        <p:nvSpPr>
          <p:cNvPr id="50" name="내용 개체 틀 4">
            <a:extLst>
              <a:ext uri="{FF2B5EF4-FFF2-40B4-BE49-F238E27FC236}">
                <a16:creationId xmlns:a16="http://schemas.microsoft.com/office/drawing/2014/main" id="{80DD2848-394F-4C87-A1D2-5A294AD6878D}"/>
              </a:ext>
            </a:extLst>
          </p:cNvPr>
          <p:cNvSpPr txBox="1">
            <a:spLocks/>
          </p:cNvSpPr>
          <p:nvPr/>
        </p:nvSpPr>
        <p:spPr bwMode="auto">
          <a:xfrm>
            <a:off x="2294357" y="3511988"/>
            <a:ext cx="1135528" cy="25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100" dirty="0" err="1"/>
              <a:t>Start_with_list</a:t>
            </a:r>
            <a:endParaRPr kumimoji="0" lang="en-US" altLang="ko-KR" sz="1100" dirty="0"/>
          </a:p>
        </p:txBody>
      </p:sp>
      <p:pic>
        <p:nvPicPr>
          <p:cNvPr id="58" name="그래픽 57" descr="오른쪽 화살표">
            <a:extLst>
              <a:ext uri="{FF2B5EF4-FFF2-40B4-BE49-F238E27FC236}">
                <a16:creationId xmlns:a16="http://schemas.microsoft.com/office/drawing/2014/main" id="{750A3771-3412-43CC-B621-3336BFD70B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250883" y="2744924"/>
            <a:ext cx="277001" cy="349009"/>
          </a:xfrm>
          <a:prstGeom prst="rect">
            <a:avLst/>
          </a:prstGeom>
        </p:spPr>
      </p:pic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72C60881-FC43-4750-AF40-028A8B803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918334"/>
              </p:ext>
            </p:extLst>
          </p:nvPr>
        </p:nvGraphicFramePr>
        <p:xfrm>
          <a:off x="2555776" y="4032518"/>
          <a:ext cx="1296143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3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ACCESS_SPEC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             </a:t>
                      </a:r>
                      <a:r>
                        <a:rPr lang="en-US" altLang="ko-KR" sz="1000" b="1" dirty="0" err="1"/>
                        <a:t>indexptr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   </a:t>
                      </a:r>
                      <a:r>
                        <a:rPr lang="en-US" altLang="ko-KR" sz="1000" b="1" dirty="0" err="1"/>
                        <a:t>where_key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 </a:t>
                      </a:r>
                      <a:r>
                        <a:rPr lang="en-US" altLang="ko-KR" sz="1000" b="1" dirty="0" err="1"/>
                        <a:t>where_pred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</a:t>
                      </a:r>
                      <a:r>
                        <a:rPr lang="en-US" altLang="ko-KR" sz="1000" b="1" dirty="0" err="1"/>
                        <a:t>where_range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s(scan node)</a:t>
                      </a:r>
                    </a:p>
                    <a:p>
                      <a:pPr latinLnBrk="1"/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C535BDF7-5ECB-4805-96A2-C74E45561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809242"/>
              </p:ext>
            </p:extLst>
          </p:nvPr>
        </p:nvGraphicFramePr>
        <p:xfrm>
          <a:off x="3976980" y="4067456"/>
          <a:ext cx="1620550" cy="152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550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32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HYBIRD_NODE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2521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TYPE = LIST</a:t>
                      </a:r>
                    </a:p>
                    <a:p>
                      <a:pPr latinLnBrk="1"/>
                      <a:r>
                        <a:rPr lang="en-US" altLang="ko-KR" sz="1000" dirty="0"/>
                        <a:t> </a:t>
                      </a:r>
                      <a:r>
                        <a:rPr lang="en-US" altLang="ko-KR" sz="1000" dirty="0" err="1"/>
                        <a:t>list_node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A0431FD4-8646-41FE-81EB-66EC45737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81751"/>
              </p:ext>
            </p:extLst>
          </p:nvPr>
        </p:nvGraphicFramePr>
        <p:xfrm>
          <a:off x="4067953" y="4759953"/>
          <a:ext cx="1512159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5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LIST_SPEC_NODE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        </a:t>
                      </a:r>
                      <a:r>
                        <a:rPr lang="en-US" altLang="ko-KR" sz="1000" dirty="0" err="1"/>
                        <a:t>regu_list_pred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           </a:t>
                      </a:r>
                      <a:r>
                        <a:rPr lang="en-US" altLang="ko-KR" sz="1000" dirty="0" err="1"/>
                        <a:t>regu_list_rest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               </a:t>
                      </a:r>
                      <a:r>
                        <a:rPr lang="en-US" altLang="ko-KR" sz="1000" dirty="0" err="1"/>
                        <a:t>xasl_node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CF3C5255-129B-49EF-9086-A715C207055D}"/>
              </a:ext>
            </a:extLst>
          </p:cNvPr>
          <p:cNvCxnSpPr>
            <a:cxnSpLocks/>
            <a:stCxn id="6" idx="3"/>
            <a:endCxn id="49" idx="3"/>
          </p:cNvCxnSpPr>
          <p:nvPr/>
        </p:nvCxnSpPr>
        <p:spPr>
          <a:xfrm flipH="1" flipV="1">
            <a:off x="4224605" y="3347683"/>
            <a:ext cx="1238456" cy="2124012"/>
          </a:xfrm>
          <a:prstGeom prst="bentConnector3">
            <a:avLst>
              <a:gd name="adj1" fmla="val -1845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855D2C2-D147-404E-BFB8-7E914F526F4D}"/>
              </a:ext>
            </a:extLst>
          </p:cNvPr>
          <p:cNvCxnSpPr>
            <a:cxnSpLocks/>
          </p:cNvCxnSpPr>
          <p:nvPr/>
        </p:nvCxnSpPr>
        <p:spPr>
          <a:xfrm>
            <a:off x="3779912" y="5042893"/>
            <a:ext cx="1970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A3F2921D-E963-47D5-89EB-5967005C32F3}"/>
              </a:ext>
            </a:extLst>
          </p:cNvPr>
          <p:cNvSpPr txBox="1">
            <a:spLocks/>
          </p:cNvSpPr>
          <p:nvPr/>
        </p:nvSpPr>
        <p:spPr bwMode="auto">
          <a:xfrm>
            <a:off x="5350851" y="5445224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A5B9A51-4EE5-4A40-B806-C4CBD1ED5F7F}"/>
              </a:ext>
            </a:extLst>
          </p:cNvPr>
          <p:cNvSpPr/>
          <p:nvPr/>
        </p:nvSpPr>
        <p:spPr>
          <a:xfrm>
            <a:off x="2400422" y="3927270"/>
            <a:ext cx="3251698" cy="17387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795FC60D-F1DB-44BA-819B-7C0D0130F05E}"/>
              </a:ext>
            </a:extLst>
          </p:cNvPr>
          <p:cNvCxnSpPr>
            <a:cxnSpLocks/>
          </p:cNvCxnSpPr>
          <p:nvPr/>
        </p:nvCxnSpPr>
        <p:spPr>
          <a:xfrm>
            <a:off x="5868144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내용 개체 틀 4">
            <a:extLst>
              <a:ext uri="{FF2B5EF4-FFF2-40B4-BE49-F238E27FC236}">
                <a16:creationId xmlns:a16="http://schemas.microsoft.com/office/drawing/2014/main" id="{3947A5D0-94B1-4C08-99AC-A2BB338B8E0B}"/>
              </a:ext>
            </a:extLst>
          </p:cNvPr>
          <p:cNvSpPr txBox="1">
            <a:spLocks/>
          </p:cNvSpPr>
          <p:nvPr/>
        </p:nvSpPr>
        <p:spPr bwMode="auto">
          <a:xfrm>
            <a:off x="7092283" y="1593639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EXECUTE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91" name="내용 개체 틀 4">
            <a:extLst>
              <a:ext uri="{FF2B5EF4-FFF2-40B4-BE49-F238E27FC236}">
                <a16:creationId xmlns:a16="http://schemas.microsoft.com/office/drawing/2014/main" id="{0E8B0C30-CF94-4B0D-BD2D-EFA11EC39FFE}"/>
              </a:ext>
            </a:extLst>
          </p:cNvPr>
          <p:cNvSpPr txBox="1">
            <a:spLocks/>
          </p:cNvSpPr>
          <p:nvPr/>
        </p:nvSpPr>
        <p:spPr bwMode="auto">
          <a:xfrm>
            <a:off x="5860317" y="2079793"/>
            <a:ext cx="3176179" cy="430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 err="1"/>
              <a:t>qexec_execute_mainblock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  <a:r>
              <a:rPr kumimoji="0" lang="en-US" altLang="ko-KR" dirty="0" err="1"/>
              <a:t>qexec_intprt_fnc</a:t>
            </a:r>
            <a:r>
              <a:rPr kumimoji="0" lang="en-US" altLang="ko-KR" dirty="0"/>
              <a:t>() 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while </a:t>
            </a:r>
            <a:r>
              <a:rPr kumimoji="0" lang="en-US" altLang="ko-KR" dirty="0" err="1"/>
              <a:t>scan_next_scan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b="1" dirty="0"/>
              <a:t>       ADD</a:t>
            </a:r>
            <a:r>
              <a:rPr kumimoji="0" lang="ko-KR" altLang="en-US" b="1" dirty="0"/>
              <a:t> </a:t>
            </a:r>
            <a:r>
              <a:rPr kumimoji="0" lang="en-US" altLang="ko-KR" b="1" dirty="0" err="1"/>
              <a:t>input_list</a:t>
            </a:r>
            <a:endParaRPr kumimoji="0" lang="en-US" altLang="ko-KR" b="1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b="1" dirty="0"/>
              <a:t>  </a:t>
            </a:r>
            <a:r>
              <a:rPr kumimoji="0" lang="en-US" altLang="ko-KR" b="1" dirty="0" err="1"/>
              <a:t>qexec_execute_connect_by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parent temp = start with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while parent temp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while </a:t>
            </a:r>
            <a:r>
              <a:rPr kumimoji="0" lang="en-US" altLang="ko-KR" dirty="0" err="1"/>
              <a:t>file_next</a:t>
            </a:r>
            <a:r>
              <a:rPr kumimoji="0" lang="en-US" altLang="ko-KR" dirty="0"/>
              <a:t>(parent temp)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while </a:t>
            </a:r>
            <a:r>
              <a:rPr kumimoji="0" lang="en-US" altLang="ko-KR" dirty="0" err="1"/>
              <a:t>scan_next_scan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parent temp = child temp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</a:t>
            </a:r>
            <a:r>
              <a:rPr kumimoji="0" lang="en-US" altLang="ko-KR" b="1" dirty="0" err="1"/>
              <a:t>qexec_iterate_connect_by_results</a:t>
            </a:r>
            <a:r>
              <a:rPr kumimoji="0" lang="en-US" altLang="ko-KR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eval (</a:t>
            </a:r>
            <a:r>
              <a:rPr kumimoji="0" lang="en-US" altLang="ko-KR" dirty="0" err="1"/>
              <a:t>after_connect_by_pred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D07DA907-1A40-4029-A357-0DB6E852F37F}"/>
              </a:ext>
            </a:extLst>
          </p:cNvPr>
          <p:cNvSpPr/>
          <p:nvPr/>
        </p:nvSpPr>
        <p:spPr>
          <a:xfrm>
            <a:off x="6446840" y="4409689"/>
            <a:ext cx="2178254" cy="2629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06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9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Technical Requirements(HLS for HQ)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908719"/>
            <a:ext cx="8229600" cy="5040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OPTIMIZER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Check </a:t>
            </a:r>
            <a:r>
              <a:rPr kumimoji="0" lang="en-US" altLang="ko-KR" dirty="0" err="1"/>
              <a:t>connect_by</a:t>
            </a:r>
            <a:r>
              <a:rPr kumimoji="0" lang="en-US" altLang="ko-KR" dirty="0"/>
              <a:t> predicates whether it is a mergeable term.</a:t>
            </a:r>
          </a:p>
          <a:p>
            <a:pPr fontAlgn="auto">
              <a:spcAft>
                <a:spcPts val="0"/>
              </a:spcAft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XASL generation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Generate LIST_SCAN spec without</a:t>
            </a:r>
            <a:r>
              <a:rPr kumimoji="0" lang="ko-KR" altLang="en-US" dirty="0"/>
              <a:t> </a:t>
            </a:r>
            <a:r>
              <a:rPr kumimoji="0" lang="en-US" altLang="ko-KR" dirty="0"/>
              <a:t>subquery</a:t>
            </a:r>
            <a:r>
              <a:rPr kumimoji="0" lang="ko-KR" altLang="en-US" dirty="0"/>
              <a:t> </a:t>
            </a:r>
            <a:r>
              <a:rPr kumimoji="0" lang="en-US" altLang="ko-KR" dirty="0"/>
              <a:t>on </a:t>
            </a:r>
            <a:r>
              <a:rPr kumimoji="0" lang="en-US" altLang="ko-KR" dirty="0" err="1"/>
              <a:t>connect_by_ptr</a:t>
            </a:r>
            <a:r>
              <a:rPr kumimoji="0" lang="en-US" altLang="ko-KR" dirty="0"/>
              <a:t>.</a:t>
            </a:r>
          </a:p>
          <a:p>
            <a:pPr fontAlgn="auto">
              <a:spcAft>
                <a:spcPts val="0"/>
              </a:spcAft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EXECUTOR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Change child iteration scan from </a:t>
            </a:r>
            <a:r>
              <a:rPr kumimoji="0" lang="en-US" altLang="ko-KR" dirty="0" err="1"/>
              <a:t>qfile_next</a:t>
            </a:r>
            <a:r>
              <a:rPr kumimoji="0" lang="en-US" altLang="ko-KR" dirty="0"/>
              <a:t>() to </a:t>
            </a:r>
            <a:r>
              <a:rPr kumimoji="0" lang="en-US" altLang="ko-KR" dirty="0" err="1"/>
              <a:t>scan_next_scan</a:t>
            </a:r>
            <a:r>
              <a:rPr kumimoji="0" lang="en-US" altLang="ko-KR" dirty="0"/>
              <a:t>().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40386523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E3E2F03272BB04FAB76776CDAA8D743" ma:contentTypeVersion="6" ma:contentTypeDescription="새 문서를 만듭니다." ma:contentTypeScope="" ma:versionID="fa68f55fd50bf8d1efbf4f722c57b6dd">
  <xsd:schema xmlns:xsd="http://www.w3.org/2001/XMLSchema" xmlns:xs="http://www.w3.org/2001/XMLSchema" xmlns:p="http://schemas.microsoft.com/office/2006/metadata/properties" xmlns:ns2="81349f4e-a55b-447c-8e8c-3748fe9e2373" targetNamespace="http://schemas.microsoft.com/office/2006/metadata/properties" ma:root="true" ma:fieldsID="595ce2a53e0f802e960f475dceba8924" ns2:_="">
    <xsd:import namespace="81349f4e-a55b-447c-8e8c-3748fe9e23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349f4e-a55b-447c-8e8c-3748fe9e2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30EFD6-240A-4E79-92AB-0E3FAF99B1B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7D01B0F-C9F1-4B2F-84C4-F16516E0F3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349f4e-a55b-447c-8e8c-3748fe9e23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0F850F-1707-4042-B785-91620C10AD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183591</TotalTime>
  <Words>2115</Words>
  <Application>Microsoft Office PowerPoint</Application>
  <PresentationFormat>화면 슬라이드 쇼(4:3)</PresentationFormat>
  <Paragraphs>589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나눔고딕</vt:lpstr>
      <vt:lpstr>Apple SD Gothic Neo</vt:lpstr>
      <vt:lpstr>나눔고딕 Bold</vt:lpstr>
      <vt:lpstr>Arial</vt:lpstr>
      <vt:lpstr>굴림</vt:lpstr>
      <vt:lpstr>맑은 고딕</vt:lpstr>
      <vt:lpstr>디자인 사용자 지정</vt:lpstr>
      <vt:lpstr>Office 테마</vt:lpstr>
      <vt:lpstr>PowerPoint 프레젠테이션</vt:lpstr>
      <vt:lpstr>Hierarchical Query</vt:lpstr>
      <vt:lpstr>Hierarchical Query with join</vt:lpstr>
      <vt:lpstr>XASL for HQ(single table)</vt:lpstr>
      <vt:lpstr>EXECUTOR for HQ(single table)</vt:lpstr>
      <vt:lpstr>Added outptr_list for HQ</vt:lpstr>
      <vt:lpstr>Parent child iteration</vt:lpstr>
      <vt:lpstr>XASL for HQ(join query)</vt:lpstr>
      <vt:lpstr>EXECUTOR for HQ(join query)</vt:lpstr>
      <vt:lpstr>single table vs join query</vt:lpstr>
      <vt:lpstr>To-be : XASL for HQ(join query)</vt:lpstr>
      <vt:lpstr>Technical Requirements(HLS for HQ)</vt:lpstr>
    </vt:vector>
  </TitlesOfParts>
  <Company>incom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정병주</dc:creator>
  <cp:lastModifiedBy>park sehun</cp:lastModifiedBy>
  <cp:revision>2876</cp:revision>
  <dcterms:created xsi:type="dcterms:W3CDTF">2007-04-17T12:18:50Z</dcterms:created>
  <dcterms:modified xsi:type="dcterms:W3CDTF">2020-11-23T04:52:21Z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0x0101005E3E2F03272BB04FAB76776CDAA8D743</vt:lpwstr>
  </property>
</Properties>
</file>