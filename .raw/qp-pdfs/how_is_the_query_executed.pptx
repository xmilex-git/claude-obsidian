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4180" r:id="rId4"/>
    <p:sldMasterId id="2147484752" r:id="rId5"/>
  </p:sldMasterIdLst>
  <p:notesMasterIdLst>
    <p:notesMasterId r:id="rId19"/>
  </p:notesMasterIdLst>
  <p:handoutMasterIdLst>
    <p:handoutMasterId r:id="rId20"/>
  </p:handoutMasterIdLst>
  <p:sldIdLst>
    <p:sldId id="487" r:id="rId6"/>
    <p:sldId id="1226" r:id="rId7"/>
    <p:sldId id="1243" r:id="rId8"/>
    <p:sldId id="1173" r:id="rId9"/>
    <p:sldId id="1244" r:id="rId10"/>
    <p:sldId id="1245" r:id="rId11"/>
    <p:sldId id="1247" r:id="rId12"/>
    <p:sldId id="1248" r:id="rId13"/>
    <p:sldId id="1249" r:id="rId14"/>
    <p:sldId id="1246" r:id="rId15"/>
    <p:sldId id="1239" r:id="rId16"/>
    <p:sldId id="1237" r:id="rId17"/>
    <p:sldId id="1250" r:id="rId18"/>
  </p:sldIdLst>
  <p:sldSz cx="9144000" cy="6858000" type="screen4x3"/>
  <p:notesSz cx="6669088" cy="9928225"/>
  <p:embeddedFontLst>
    <p:embeddedFont>
      <p:font typeface="나눔고딕" pitchFamily="2" charset="-127"/>
      <p:regular r:id="rId21"/>
      <p:bold r:id="rId22"/>
    </p:embeddedFont>
    <p:embeddedFont>
      <p:font typeface="나눔고딕 Bold" charset="-127"/>
      <p:regular r:id="rId23"/>
      <p:bold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12">
          <p15:clr>
            <a:srgbClr val="A4A3A4"/>
          </p15:clr>
        </p15:guide>
        <p15:guide id="2" orient="horz" pos="618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pos="5602">
          <p15:clr>
            <a:srgbClr val="A4A3A4"/>
          </p15:clr>
        </p15:guide>
        <p15:guide id="5" pos="2880">
          <p15:clr>
            <a:srgbClr val="A4A3A4"/>
          </p15:clr>
        </p15:guide>
        <p15:guide id="6" pos="340">
          <p15:clr>
            <a:srgbClr val="A4A3A4"/>
          </p15:clr>
        </p15:guide>
        <p15:guide id="7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42D"/>
    <a:srgbClr val="F4E2E2"/>
    <a:srgbClr val="FAF8A6"/>
    <a:srgbClr val="FF3B3B"/>
    <a:srgbClr val="F5BBBB"/>
    <a:srgbClr val="B40000"/>
    <a:srgbClr val="FF993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A920BA-7E9F-46EB-B561-1CB4F1CD11E0}" v="988" dt="2023-03-13T08:37:16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36" autoAdjust="0"/>
    <p:restoredTop sz="93743" autoAdjust="0"/>
  </p:normalViewPr>
  <p:slideViewPr>
    <p:cSldViewPr>
      <p:cViewPr varScale="1">
        <p:scale>
          <a:sx n="150" d="100"/>
          <a:sy n="150" d="100"/>
        </p:scale>
        <p:origin x="2016" y="114"/>
      </p:cViewPr>
      <p:guideLst>
        <p:guide orient="horz" pos="3612"/>
        <p:guide orient="horz" pos="618"/>
        <p:guide orient="horz" pos="119"/>
        <p:guide pos="5602"/>
        <p:guide pos="2880"/>
        <p:guide pos="340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2028" y="84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ehun" userId="a5dd5dda71ea150a" providerId="LiveId" clId="{C43683D0-D4D9-4BED-9220-AD1E10ADF921}"/>
    <pc:docChg chg="undo custSel addSld delSld modSld sldOrd">
      <pc:chgData name="park sehun" userId="a5dd5dda71ea150a" providerId="LiveId" clId="{C43683D0-D4D9-4BED-9220-AD1E10ADF921}" dt="2020-04-27T02:40:30.442" v="11726"/>
      <pc:docMkLst>
        <pc:docMk/>
      </pc:docMkLst>
      <pc:sldChg chg="modSp">
        <pc:chgData name="park sehun" userId="a5dd5dda71ea150a" providerId="LiveId" clId="{C43683D0-D4D9-4BED-9220-AD1E10ADF921}" dt="2020-04-09T05:16:53.212" v="274" actId="1038"/>
        <pc:sldMkLst>
          <pc:docMk/>
          <pc:sldMk cId="2315492388" sldId="1111"/>
        </pc:sldMkLst>
        <pc:spChg chg="mod">
          <ac:chgData name="park sehun" userId="a5dd5dda71ea150a" providerId="LiveId" clId="{C43683D0-D4D9-4BED-9220-AD1E10ADF921}" dt="2020-04-09T02:59:02.755" v="204" actId="14100"/>
          <ac:spMkLst>
            <pc:docMk/>
            <pc:sldMk cId="2315492388" sldId="1111"/>
            <ac:spMk id="29" creationId="{EF441A25-7104-4C3A-99DA-66E46B88C68A}"/>
          </ac:spMkLst>
        </pc:spChg>
        <pc:spChg chg="mod">
          <ac:chgData name="park sehun" userId="a5dd5dda71ea150a" providerId="LiveId" clId="{C43683D0-D4D9-4BED-9220-AD1E10ADF921}" dt="2020-04-09T02:59:35.430" v="238" actId="14100"/>
          <ac:spMkLst>
            <pc:docMk/>
            <pc:sldMk cId="2315492388" sldId="1111"/>
            <ac:spMk id="30" creationId="{EDF1AA4D-09D0-4259-8EEC-7C4BE43CE48E}"/>
          </ac:spMkLst>
        </pc:spChg>
        <pc:spChg chg="mod">
          <ac:chgData name="park sehun" userId="a5dd5dda71ea150a" providerId="LiveId" clId="{C43683D0-D4D9-4BED-9220-AD1E10ADF921}" dt="2020-04-09T02:56:35.158" v="48" actId="20577"/>
          <ac:spMkLst>
            <pc:docMk/>
            <pc:sldMk cId="2315492388" sldId="1111"/>
            <ac:spMk id="34" creationId="{D3BF3F2A-3DBB-4275-B187-1FF5574B75A4}"/>
          </ac:spMkLst>
        </pc:spChg>
        <pc:spChg chg="mod">
          <ac:chgData name="park sehun" userId="a5dd5dda71ea150a" providerId="LiveId" clId="{C43683D0-D4D9-4BED-9220-AD1E10ADF921}" dt="2020-04-09T02:58:38.446" v="185" actId="20577"/>
          <ac:spMkLst>
            <pc:docMk/>
            <pc:sldMk cId="2315492388" sldId="1111"/>
            <ac:spMk id="38" creationId="{695D28C2-36BE-490B-8E46-FAB7D2D78682}"/>
          </ac:spMkLst>
        </pc:spChg>
        <pc:spChg chg="mod">
          <ac:chgData name="park sehun" userId="a5dd5dda71ea150a" providerId="LiveId" clId="{C43683D0-D4D9-4BED-9220-AD1E10ADF921}" dt="2020-04-09T02:59:04.986" v="205" actId="14100"/>
          <ac:spMkLst>
            <pc:docMk/>
            <pc:sldMk cId="2315492388" sldId="1111"/>
            <ac:spMk id="49" creationId="{2939660F-0B3E-4DF1-AFF4-25469CCD819D}"/>
          </ac:spMkLst>
        </pc:spChg>
        <pc:spChg chg="mod">
          <ac:chgData name="park sehun" userId="a5dd5dda71ea150a" providerId="LiveId" clId="{C43683D0-D4D9-4BED-9220-AD1E10ADF921}" dt="2020-04-09T05:16:53.212" v="274" actId="1038"/>
          <ac:spMkLst>
            <pc:docMk/>
            <pc:sldMk cId="2315492388" sldId="1111"/>
            <ac:spMk id="50" creationId="{8B455AF4-313D-457B-9C90-C346B75D96DF}"/>
          </ac:spMkLst>
        </pc:spChg>
        <pc:spChg chg="mod">
          <ac:chgData name="park sehun" userId="a5dd5dda71ea150a" providerId="LiveId" clId="{C43683D0-D4D9-4BED-9220-AD1E10ADF921}" dt="2020-04-09T02:58:58.389" v="203" actId="14100"/>
          <ac:spMkLst>
            <pc:docMk/>
            <pc:sldMk cId="2315492388" sldId="1111"/>
            <ac:spMk id="53" creationId="{8736B51D-EF28-48C7-A089-9BD5ED8D51B6}"/>
          </ac:spMkLst>
        </pc:spChg>
        <pc:spChg chg="mod">
          <ac:chgData name="park sehun" userId="a5dd5dda71ea150a" providerId="LiveId" clId="{C43683D0-D4D9-4BED-9220-AD1E10ADF921}" dt="2020-04-09T02:59:13.474" v="219" actId="1038"/>
          <ac:spMkLst>
            <pc:docMk/>
            <pc:sldMk cId="2315492388" sldId="1111"/>
            <ac:spMk id="54" creationId="{B77BEA32-E8C4-4037-8F3D-45158CC18FD7}"/>
          </ac:spMkLst>
        </pc:spChg>
        <pc:spChg chg="mod">
          <ac:chgData name="park sehun" userId="a5dd5dda71ea150a" providerId="LiveId" clId="{C43683D0-D4D9-4BED-9220-AD1E10ADF921}" dt="2020-04-09T02:59:25.575" v="236" actId="1038"/>
          <ac:spMkLst>
            <pc:docMk/>
            <pc:sldMk cId="2315492388" sldId="1111"/>
            <ac:spMk id="59" creationId="{3612D448-A150-47E9-9127-AB1AC0C6F909}"/>
          </ac:spMkLst>
        </pc:spChg>
        <pc:spChg chg="mod">
          <ac:chgData name="park sehun" userId="a5dd5dda71ea150a" providerId="LiveId" clId="{C43683D0-D4D9-4BED-9220-AD1E10ADF921}" dt="2020-04-09T02:58:30.838" v="177" actId="20577"/>
          <ac:spMkLst>
            <pc:docMk/>
            <pc:sldMk cId="2315492388" sldId="1111"/>
            <ac:spMk id="92" creationId="{D050E484-08F7-4045-BBB3-0B477736D022}"/>
          </ac:spMkLst>
        </pc:spChg>
        <pc:cxnChg chg="mod">
          <ac:chgData name="park sehun" userId="a5dd5dda71ea150a" providerId="LiveId" clId="{C43683D0-D4D9-4BED-9220-AD1E10ADF921}" dt="2020-04-09T05:16:53.212" v="274" actId="1038"/>
          <ac:cxnSpMkLst>
            <pc:docMk/>
            <pc:sldMk cId="2315492388" sldId="1111"/>
            <ac:cxnSpMk id="51" creationId="{6E36250F-3CDF-4E10-9E5B-F1D571A5DDD7}"/>
          </ac:cxnSpMkLst>
        </pc:cxnChg>
        <pc:cxnChg chg="mod">
          <ac:chgData name="park sehun" userId="a5dd5dda71ea150a" providerId="LiveId" clId="{C43683D0-D4D9-4BED-9220-AD1E10ADF921}" dt="2020-04-09T05:16:53.212" v="274" actId="1038"/>
          <ac:cxnSpMkLst>
            <pc:docMk/>
            <pc:sldMk cId="2315492388" sldId="1111"/>
            <ac:cxnSpMk id="52" creationId="{30738D3F-5A24-42E1-AA4D-F7502EC278BB}"/>
          </ac:cxnSpMkLst>
        </pc:cxnChg>
        <pc:cxnChg chg="mod">
          <ac:chgData name="park sehun" userId="a5dd5dda71ea150a" providerId="LiveId" clId="{C43683D0-D4D9-4BED-9220-AD1E10ADF921}" dt="2020-04-09T02:59:13.474" v="219" actId="1038"/>
          <ac:cxnSpMkLst>
            <pc:docMk/>
            <pc:sldMk cId="2315492388" sldId="1111"/>
            <ac:cxnSpMk id="55" creationId="{FC572E6C-B196-4A39-8AFA-A0A468992A14}"/>
          </ac:cxnSpMkLst>
        </pc:cxnChg>
        <pc:cxnChg chg="mod">
          <ac:chgData name="park sehun" userId="a5dd5dda71ea150a" providerId="LiveId" clId="{C43683D0-D4D9-4BED-9220-AD1E10ADF921}" dt="2020-04-09T02:59:25.575" v="236" actId="1038"/>
          <ac:cxnSpMkLst>
            <pc:docMk/>
            <pc:sldMk cId="2315492388" sldId="1111"/>
            <ac:cxnSpMk id="56" creationId="{8202010C-A34B-40B0-A332-EAEE137D02D3}"/>
          </ac:cxnSpMkLst>
        </pc:cxnChg>
        <pc:cxnChg chg="mod">
          <ac:chgData name="park sehun" userId="a5dd5dda71ea150a" providerId="LiveId" clId="{C43683D0-D4D9-4BED-9220-AD1E10ADF921}" dt="2020-04-09T02:59:02.755" v="204" actId="14100"/>
          <ac:cxnSpMkLst>
            <pc:docMk/>
            <pc:sldMk cId="2315492388" sldId="1111"/>
            <ac:cxnSpMk id="78" creationId="{E9CD6445-5549-48C4-AB77-83D105BD149D}"/>
          </ac:cxnSpMkLst>
        </pc:cxnChg>
        <pc:cxnChg chg="mod">
          <ac:chgData name="park sehun" userId="a5dd5dda71ea150a" providerId="LiveId" clId="{C43683D0-D4D9-4BED-9220-AD1E10ADF921}" dt="2020-04-09T02:59:13.474" v="219" actId="1038"/>
          <ac:cxnSpMkLst>
            <pc:docMk/>
            <pc:sldMk cId="2315492388" sldId="1111"/>
            <ac:cxnSpMk id="88" creationId="{B4EBAEBD-AC3C-4072-8906-36B121806D93}"/>
          </ac:cxnSpMkLst>
        </pc:cxnChg>
      </pc:sldChg>
      <pc:sldChg chg="modSp add del">
        <pc:chgData name="park sehun" userId="a5dd5dda71ea150a" providerId="LiveId" clId="{C43683D0-D4D9-4BED-9220-AD1E10ADF921}" dt="2020-04-24T06:04:43.704" v="8801" actId="47"/>
        <pc:sldMkLst>
          <pc:docMk/>
          <pc:sldMk cId="3184428390" sldId="1171"/>
        </pc:sldMkLst>
        <pc:spChg chg="mod">
          <ac:chgData name="park sehun" userId="a5dd5dda71ea150a" providerId="LiveId" clId="{C43683D0-D4D9-4BED-9220-AD1E10ADF921}" dt="2020-04-23T06:10:02.832" v="8799"/>
          <ac:spMkLst>
            <pc:docMk/>
            <pc:sldMk cId="3184428390" sldId="1171"/>
            <ac:spMk id="49154" creationId="{00000000-0000-0000-0000-000000000000}"/>
          </ac:spMkLst>
        </pc:spChg>
      </pc:sldChg>
      <pc:sldChg chg="add">
        <pc:chgData name="park sehun" userId="a5dd5dda71ea150a" providerId="LiveId" clId="{C43683D0-D4D9-4BED-9220-AD1E10ADF921}" dt="2020-04-27T02:29:50.468" v="11723"/>
        <pc:sldMkLst>
          <pc:docMk/>
          <pc:sldMk cId="3177499770" sldId="1173"/>
        </pc:sldMkLst>
      </pc:sldChg>
      <pc:sldChg chg="add">
        <pc:chgData name="park sehun" userId="a5dd5dda71ea150a" providerId="LiveId" clId="{C43683D0-D4D9-4BED-9220-AD1E10ADF921}" dt="2020-04-27T02:29:58.740" v="11724"/>
        <pc:sldMkLst>
          <pc:docMk/>
          <pc:sldMk cId="2106983602" sldId="1177"/>
        </pc:sldMkLst>
      </pc:sldChg>
      <pc:sldChg chg="del">
        <pc:chgData name="park sehun" userId="a5dd5dda71ea150a" providerId="LiveId" clId="{C43683D0-D4D9-4BED-9220-AD1E10ADF921}" dt="2020-04-23T06:05:25.562" v="8756" actId="47"/>
        <pc:sldMkLst>
          <pc:docMk/>
          <pc:sldMk cId="1112830151" sldId="1192"/>
        </pc:sldMkLst>
      </pc:sldChg>
      <pc:sldChg chg="addSp delSp modSp add">
        <pc:chgData name="park sehun" userId="a5dd5dda71ea150a" providerId="LiveId" clId="{C43683D0-D4D9-4BED-9220-AD1E10ADF921}" dt="2020-04-23T05:41:35.955" v="7931" actId="1036"/>
        <pc:sldMkLst>
          <pc:docMk/>
          <pc:sldMk cId="1883614509" sldId="1194"/>
        </pc:sldMkLst>
        <pc:spChg chg="mod">
          <ac:chgData name="park sehun" userId="a5dd5dda71ea150a" providerId="LiveId" clId="{C43683D0-D4D9-4BED-9220-AD1E10ADF921}" dt="2020-04-23T05:41:35.955" v="7931" actId="1036"/>
          <ac:spMkLst>
            <pc:docMk/>
            <pc:sldMk cId="1883614509" sldId="1194"/>
            <ac:spMk id="4" creationId="{9DA76C4A-1B38-4C07-A24B-3F7114B667CD}"/>
          </ac:spMkLst>
        </pc:spChg>
        <pc:spChg chg="add mod">
          <ac:chgData name="park sehun" userId="a5dd5dda71ea150a" providerId="LiveId" clId="{C43683D0-D4D9-4BED-9220-AD1E10ADF921}" dt="2020-04-23T05:28:11.769" v="7084" actId="1076"/>
          <ac:spMkLst>
            <pc:docMk/>
            <pc:sldMk cId="1883614509" sldId="1194"/>
            <ac:spMk id="31" creationId="{6B8D8EBD-40DD-4258-826B-C8A548C48E36}"/>
          </ac:spMkLst>
        </pc:spChg>
        <pc:spChg chg="add mod">
          <ac:chgData name="park sehun" userId="a5dd5dda71ea150a" providerId="LiveId" clId="{C43683D0-D4D9-4BED-9220-AD1E10ADF921}" dt="2020-04-23T05:39:00.358" v="7771" actId="1076"/>
          <ac:spMkLst>
            <pc:docMk/>
            <pc:sldMk cId="1883614509" sldId="1194"/>
            <ac:spMk id="38" creationId="{06AF87D0-D603-44F7-AEB6-7363D8AC5F18}"/>
          </ac:spMkLst>
        </pc:spChg>
        <pc:spChg chg="add mod">
          <ac:chgData name="park sehun" userId="a5dd5dda71ea150a" providerId="LiveId" clId="{C43683D0-D4D9-4BED-9220-AD1E10ADF921}" dt="2020-04-23T05:24:54.119" v="7059" actId="1076"/>
          <ac:spMkLst>
            <pc:docMk/>
            <pc:sldMk cId="1883614509" sldId="1194"/>
            <ac:spMk id="44" creationId="{73B166D3-BFE0-4EFA-A2EB-FABA3FB98657}"/>
          </ac:spMkLst>
        </pc:spChg>
        <pc:spChg chg="add mod">
          <ac:chgData name="park sehun" userId="a5dd5dda71ea150a" providerId="LiveId" clId="{C43683D0-D4D9-4BED-9220-AD1E10ADF921}" dt="2020-04-23T05:31:45.748" v="7361" actId="1038"/>
          <ac:spMkLst>
            <pc:docMk/>
            <pc:sldMk cId="1883614509" sldId="1194"/>
            <ac:spMk id="45" creationId="{645D5074-6A8C-41A5-8366-6D81A7F929E4}"/>
          </ac:spMkLst>
        </pc:spChg>
        <pc:spChg chg="add mod">
          <ac:chgData name="park sehun" userId="a5dd5dda71ea150a" providerId="LiveId" clId="{C43683D0-D4D9-4BED-9220-AD1E10ADF921}" dt="2020-04-23T05:23:30.284" v="7048" actId="1035"/>
          <ac:spMkLst>
            <pc:docMk/>
            <pc:sldMk cId="1883614509" sldId="1194"/>
            <ac:spMk id="46" creationId="{FBA52EF9-5C05-474B-A2BE-51D2D96F5A6E}"/>
          </ac:spMkLst>
        </pc:spChg>
        <pc:spChg chg="add mod">
          <ac:chgData name="park sehun" userId="a5dd5dda71ea150a" providerId="LiveId" clId="{C43683D0-D4D9-4BED-9220-AD1E10ADF921}" dt="2020-04-23T05:31:49.003" v="7364" actId="1038"/>
          <ac:spMkLst>
            <pc:docMk/>
            <pc:sldMk cId="1883614509" sldId="1194"/>
            <ac:spMk id="48" creationId="{23E0BB82-7A65-4E78-B5B7-C5A6C8E2C4C5}"/>
          </ac:spMkLst>
        </pc:spChg>
        <pc:spChg chg="add mod">
          <ac:chgData name="park sehun" userId="a5dd5dda71ea150a" providerId="LiveId" clId="{C43683D0-D4D9-4BED-9220-AD1E10ADF921}" dt="2020-04-23T05:34:50.597" v="7523" actId="1035"/>
          <ac:spMkLst>
            <pc:docMk/>
            <pc:sldMk cId="1883614509" sldId="1194"/>
            <ac:spMk id="50" creationId="{252913A6-9E42-4E81-ADBD-B2936903EE91}"/>
          </ac:spMkLst>
        </pc:spChg>
        <pc:spChg chg="mod">
          <ac:chgData name="park sehun" userId="a5dd5dda71ea150a" providerId="LiveId" clId="{C43683D0-D4D9-4BED-9220-AD1E10ADF921}" dt="2020-04-23T05:41:26.269" v="7915" actId="20577"/>
          <ac:spMkLst>
            <pc:docMk/>
            <pc:sldMk cId="1883614509" sldId="1194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3T05:17:54.557" v="6788" actId="478"/>
          <ac:spMkLst>
            <pc:docMk/>
            <pc:sldMk cId="1883614509" sldId="1194"/>
            <ac:spMk id="82" creationId="{A05A5C14-BDAD-4191-88FF-22A6514529FF}"/>
          </ac:spMkLst>
        </pc:spChg>
        <pc:spChg chg="mod">
          <ac:chgData name="park sehun" userId="a5dd5dda71ea150a" providerId="LiveId" clId="{C43683D0-D4D9-4BED-9220-AD1E10ADF921}" dt="2020-04-23T05:17:45.972" v="6787" actId="1076"/>
          <ac:spMkLst>
            <pc:docMk/>
            <pc:sldMk cId="1883614509" sldId="1194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C43683D0-D4D9-4BED-9220-AD1E10ADF921}" dt="2020-04-23T05:36:57.074" v="7687" actId="20577"/>
          <ac:graphicFrameMkLst>
            <pc:docMk/>
            <pc:sldMk cId="1883614509" sldId="1194"/>
            <ac:graphicFrameMk id="36" creationId="{4E4FB4C6-424E-4D97-BE94-5532B1E8DB6A}"/>
          </ac:graphicFrameMkLst>
        </pc:graphicFrameChg>
        <pc:graphicFrameChg chg="add mod modGraphic">
          <ac:chgData name="park sehun" userId="a5dd5dda71ea150a" providerId="LiveId" clId="{C43683D0-D4D9-4BED-9220-AD1E10ADF921}" dt="2020-04-23T05:31:10.924" v="7343" actId="1038"/>
          <ac:graphicFrameMkLst>
            <pc:docMk/>
            <pc:sldMk cId="1883614509" sldId="1194"/>
            <ac:graphicFrameMk id="37" creationId="{00C16E2C-4851-40AF-B6A1-0AD71BDF27A5}"/>
          </ac:graphicFrameMkLst>
        </pc:graphicFrameChg>
        <pc:graphicFrameChg chg="mod modGraphic">
          <ac:chgData name="park sehun" userId="a5dd5dda71ea150a" providerId="LiveId" clId="{C43683D0-D4D9-4BED-9220-AD1E10ADF921}" dt="2020-04-23T05:28:45.524" v="7106" actId="1038"/>
          <ac:graphicFrameMkLst>
            <pc:docMk/>
            <pc:sldMk cId="1883614509" sldId="1194"/>
            <ac:graphicFrameMk id="40" creationId="{ECAD3212-31C3-4336-A475-6FA93CC392A5}"/>
          </ac:graphicFrameMkLst>
        </pc:graphicFrameChg>
        <pc:graphicFrameChg chg="mod modGraphic">
          <ac:chgData name="park sehun" userId="a5dd5dda71ea150a" providerId="LiveId" clId="{C43683D0-D4D9-4BED-9220-AD1E10ADF921}" dt="2020-04-23T05:38:54.939" v="7770" actId="20577"/>
          <ac:graphicFrameMkLst>
            <pc:docMk/>
            <pc:sldMk cId="1883614509" sldId="1194"/>
            <ac:graphicFrameMk id="41" creationId="{6309DDD5-0FFC-44D1-A3AC-BA5760A1D84F}"/>
          </ac:graphicFrameMkLst>
        </pc:graphicFrameChg>
        <pc:graphicFrameChg chg="del">
          <ac:chgData name="park sehun" userId="a5dd5dda71ea150a" providerId="LiveId" clId="{C43683D0-D4D9-4BED-9220-AD1E10ADF921}" dt="2020-04-23T05:17:39.669" v="6786" actId="478"/>
          <ac:graphicFrameMkLst>
            <pc:docMk/>
            <pc:sldMk cId="1883614509" sldId="1194"/>
            <ac:graphicFrameMk id="53" creationId="{671A8770-D518-46A1-9270-E031DE3D2678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55" creationId="{E9DCCBAA-2F45-48FE-AAC9-86936C6F9628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61" creationId="{92D54372-B38B-4804-AAAD-B4A39725A31A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72" creationId="{59410FA4-4444-43C1-A3B0-C3B8A1D1F161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77" creationId="{23BA5172-A8B1-4AB5-90DC-08C660A848C0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78" creationId="{BEFA0AC7-61B9-4113-89E1-E481E407DB05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79" creationId="{1192350A-B3E3-443A-AF2F-D7017FCCC8EA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85" creationId="{3372C960-1782-412A-8D9C-FF1E89892C78}"/>
          </ac:graphicFrameMkLst>
        </pc:graphicFrameChg>
        <pc:graphicFrameChg chg="del">
          <ac:chgData name="park sehun" userId="a5dd5dda71ea150a" providerId="LiveId" clId="{C43683D0-D4D9-4BED-9220-AD1E10ADF921}" dt="2020-04-23T05:21:06.065" v="6950" actId="21"/>
          <ac:graphicFrameMkLst>
            <pc:docMk/>
            <pc:sldMk cId="1883614509" sldId="1194"/>
            <ac:graphicFrameMk id="88" creationId="{51CBD5D6-D02C-4C15-97DD-9AF4C1931B47}"/>
          </ac:graphicFrameMkLst>
        </pc:graphicFrameChg>
        <pc:cxnChg chg="mod">
          <ac:chgData name="park sehun" userId="a5dd5dda71ea150a" providerId="LiveId" clId="{C43683D0-D4D9-4BED-9220-AD1E10ADF921}" dt="2020-04-23T05:38:07.312" v="7749" actId="14100"/>
          <ac:cxnSpMkLst>
            <pc:docMk/>
            <pc:sldMk cId="1883614509" sldId="1194"/>
            <ac:cxnSpMk id="42" creationId="{004DC728-ED79-41D6-B30D-E24AA588478B}"/>
          </ac:cxnSpMkLst>
        </pc:cxnChg>
        <pc:cxnChg chg="add mod">
          <ac:chgData name="park sehun" userId="a5dd5dda71ea150a" providerId="LiveId" clId="{C43683D0-D4D9-4BED-9220-AD1E10ADF921}" dt="2020-04-23T05:31:40.733" v="7353" actId="1038"/>
          <ac:cxnSpMkLst>
            <pc:docMk/>
            <pc:sldMk cId="1883614509" sldId="1194"/>
            <ac:cxnSpMk id="49" creationId="{D2061183-64CC-477F-90E7-E8A64608C557}"/>
          </ac:cxnSpMkLst>
        </pc:cxnChg>
        <pc:cxnChg chg="mod">
          <ac:chgData name="park sehun" userId="a5dd5dda71ea150a" providerId="LiveId" clId="{C43683D0-D4D9-4BED-9220-AD1E10ADF921}" dt="2020-04-23T05:31:10.924" v="7343" actId="1038"/>
          <ac:cxnSpMkLst>
            <pc:docMk/>
            <pc:sldMk cId="1883614509" sldId="1194"/>
            <ac:cxnSpMk id="63" creationId="{8D5F7D45-9904-45EE-A102-12D41C74B10D}"/>
          </ac:cxnSpMkLst>
        </pc:cxnChg>
        <pc:cxnChg chg="del">
          <ac:chgData name="park sehun" userId="a5dd5dda71ea150a" providerId="LiveId" clId="{C43683D0-D4D9-4BED-9220-AD1E10ADF921}" dt="2020-04-23T05:17:54.557" v="6788" actId="478"/>
          <ac:cxnSpMkLst>
            <pc:docMk/>
            <pc:sldMk cId="1883614509" sldId="1194"/>
            <ac:cxnSpMk id="71" creationId="{49A2843E-4F4D-453D-80C0-58DBDB7805E9}"/>
          </ac:cxnSpMkLst>
        </pc:cxnChg>
        <pc:cxnChg chg="del mod">
          <ac:chgData name="park sehun" userId="a5dd5dda71ea150a" providerId="LiveId" clId="{C43683D0-D4D9-4BED-9220-AD1E10ADF921}" dt="2020-04-23T05:18:37.594" v="6795" actId="478"/>
          <ac:cxnSpMkLst>
            <pc:docMk/>
            <pc:sldMk cId="1883614509" sldId="1194"/>
            <ac:cxnSpMk id="75" creationId="{4946B02F-C4F0-4E80-B56E-ABDE9C178B05}"/>
          </ac:cxnSpMkLst>
        </pc:cxnChg>
        <pc:cxnChg chg="mod">
          <ac:chgData name="park sehun" userId="a5dd5dda71ea150a" providerId="LiveId" clId="{C43683D0-D4D9-4BED-9220-AD1E10ADF921}" dt="2020-04-23T05:39:00.358" v="7771" actId="1076"/>
          <ac:cxnSpMkLst>
            <pc:docMk/>
            <pc:sldMk cId="1883614509" sldId="1194"/>
            <ac:cxnSpMk id="80" creationId="{456E2CB4-E9F5-41BE-A16A-47B5B8E81E67}"/>
          </ac:cxnSpMkLst>
        </pc:cxnChg>
        <pc:cxnChg chg="del">
          <ac:chgData name="park sehun" userId="a5dd5dda71ea150a" providerId="LiveId" clId="{C43683D0-D4D9-4BED-9220-AD1E10ADF921}" dt="2020-04-23T05:17:54.557" v="6788" actId="478"/>
          <ac:cxnSpMkLst>
            <pc:docMk/>
            <pc:sldMk cId="1883614509" sldId="1194"/>
            <ac:cxnSpMk id="83" creationId="{5911E639-9C59-4BFB-B433-B25003DDEBDE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4" creationId="{7FA37833-9B2B-4DA6-9821-5B52080EAACA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6" creationId="{0550E0FA-88DF-4726-85B7-2198F55EB086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7" creationId="{6BB07642-AF4D-496C-91C6-7A9AC05FBD95}"/>
          </ac:cxnSpMkLst>
        </pc:cxnChg>
        <pc:cxnChg chg="mod">
          <ac:chgData name="park sehun" userId="a5dd5dda71ea150a" providerId="LiveId" clId="{C43683D0-D4D9-4BED-9220-AD1E10ADF921}" dt="2020-04-23T05:29:20.205" v="7191" actId="1038"/>
          <ac:cxnSpMkLst>
            <pc:docMk/>
            <pc:sldMk cId="1883614509" sldId="1194"/>
            <ac:cxnSpMk id="89" creationId="{42672B5F-02FB-4060-AC79-EF6C7B22DA8F}"/>
          </ac:cxnSpMkLst>
        </pc:cxnChg>
        <pc:cxnChg chg="mod">
          <ac:chgData name="park sehun" userId="a5dd5dda71ea150a" providerId="LiveId" clId="{C43683D0-D4D9-4BED-9220-AD1E10ADF921}" dt="2020-04-23T05:38:07.312" v="7749" actId="14100"/>
          <ac:cxnSpMkLst>
            <pc:docMk/>
            <pc:sldMk cId="1883614509" sldId="1194"/>
            <ac:cxnSpMk id="91" creationId="{87A08DE2-AC4A-4A32-9F06-5CD87D138443}"/>
          </ac:cxnSpMkLst>
        </pc:cxnChg>
      </pc:sldChg>
      <pc:sldChg chg="del">
        <pc:chgData name="park sehun" userId="a5dd5dda71ea150a" providerId="LiveId" clId="{C43683D0-D4D9-4BED-9220-AD1E10ADF921}" dt="2020-04-27T02:40:27.752" v="11725" actId="2696"/>
        <pc:sldMkLst>
          <pc:docMk/>
          <pc:sldMk cId="3673328656" sldId="1197"/>
        </pc:sldMkLst>
      </pc:sldChg>
      <pc:sldChg chg="add">
        <pc:chgData name="park sehun" userId="a5dd5dda71ea150a" providerId="LiveId" clId="{C43683D0-D4D9-4BED-9220-AD1E10ADF921}" dt="2020-04-27T02:40:30.442" v="11726"/>
        <pc:sldMkLst>
          <pc:docMk/>
          <pc:sldMk cId="3947405510" sldId="1197"/>
        </pc:sldMkLst>
      </pc:sldChg>
      <pc:sldChg chg="modSp del">
        <pc:chgData name="park sehun" userId="a5dd5dda71ea150a" providerId="LiveId" clId="{C43683D0-D4D9-4BED-9220-AD1E10ADF921}" dt="2020-04-20T02:34:25.953" v="348" actId="2696"/>
        <pc:sldMkLst>
          <pc:docMk/>
          <pc:sldMk cId="2174125512" sldId="1200"/>
        </pc:sldMkLst>
        <pc:spChg chg="mod">
          <ac:chgData name="park sehun" userId="a5dd5dda71ea150a" providerId="LiveId" clId="{C43683D0-D4D9-4BED-9220-AD1E10ADF921}" dt="2020-04-20T02:31:13.868" v="310" actId="14100"/>
          <ac:spMkLst>
            <pc:docMk/>
            <pc:sldMk cId="2174125512" sldId="1200"/>
            <ac:spMk id="53" creationId="{F2B44A66-F63F-4489-A2DB-F7E798DAEAC5}"/>
          </ac:spMkLst>
        </pc:spChg>
      </pc:sldChg>
      <pc:sldChg chg="modSp add">
        <pc:chgData name="park sehun" userId="a5dd5dda71ea150a" providerId="LiveId" clId="{C43683D0-D4D9-4BED-9220-AD1E10ADF921}" dt="2020-04-20T05:33:08.239" v="4013" actId="1076"/>
        <pc:sldMkLst>
          <pc:docMk/>
          <pc:sldMk cId="2200675376" sldId="1200"/>
        </pc:sldMkLst>
        <pc:spChg chg="mod">
          <ac:chgData name="park sehun" userId="a5dd5dda71ea150a" providerId="LiveId" clId="{C43683D0-D4D9-4BED-9220-AD1E10ADF921}" dt="2020-04-20T05:33:08.239" v="4013" actId="1076"/>
          <ac:spMkLst>
            <pc:docMk/>
            <pc:sldMk cId="2200675376" sldId="1200"/>
            <ac:spMk id="40" creationId="{067DF4BC-D816-476B-B6CF-496EC5944DAE}"/>
          </ac:spMkLst>
        </pc:spChg>
        <pc:spChg chg="mod">
          <ac:chgData name="park sehun" userId="a5dd5dda71ea150a" providerId="LiveId" clId="{C43683D0-D4D9-4BED-9220-AD1E10ADF921}" dt="2020-04-20T05:33:05.685" v="4012" actId="1076"/>
          <ac:spMkLst>
            <pc:docMk/>
            <pc:sldMk cId="2200675376" sldId="1200"/>
            <ac:spMk id="41" creationId="{C92C3A17-9069-46C5-BD77-77274CF61402}"/>
          </ac:spMkLst>
        </pc:spChg>
      </pc:sldChg>
      <pc:sldChg chg="addSp modSp add">
        <pc:chgData name="park sehun" userId="a5dd5dda71ea150a" providerId="LiveId" clId="{C43683D0-D4D9-4BED-9220-AD1E10ADF921}" dt="2020-04-23T06:03:28.221" v="8755" actId="14100"/>
        <pc:sldMkLst>
          <pc:docMk/>
          <pc:sldMk cId="1897634802" sldId="1201"/>
        </pc:sldMkLst>
        <pc:spChg chg="add mod">
          <ac:chgData name="park sehun" userId="a5dd5dda71ea150a" providerId="LiveId" clId="{C43683D0-D4D9-4BED-9220-AD1E10ADF921}" dt="2020-04-23T06:00:08.363" v="8741" actId="20577"/>
          <ac:spMkLst>
            <pc:docMk/>
            <pc:sldMk cId="1897634802" sldId="1201"/>
            <ac:spMk id="5" creationId="{A50BE466-E55C-455B-A76F-E27140400DA0}"/>
          </ac:spMkLst>
        </pc:spChg>
        <pc:graphicFrameChg chg="add mod modGraphic">
          <ac:chgData name="park sehun" userId="a5dd5dda71ea150a" providerId="LiveId" clId="{C43683D0-D4D9-4BED-9220-AD1E10ADF921}" dt="2020-04-23T06:03:28.221" v="8755" actId="14100"/>
          <ac:graphicFrameMkLst>
            <pc:docMk/>
            <pc:sldMk cId="1897634802" sldId="1201"/>
            <ac:graphicFrameMk id="2" creationId="{40EAE69F-E975-4FE7-BCD1-63BB78192797}"/>
          </ac:graphicFrameMkLst>
        </pc:graphicFrameChg>
      </pc:sldChg>
      <pc:sldChg chg="delSp modSp del">
        <pc:chgData name="park sehun" userId="a5dd5dda71ea150a" providerId="LiveId" clId="{C43683D0-D4D9-4BED-9220-AD1E10ADF921}" dt="2020-04-20T06:05:00.748" v="5446" actId="2696"/>
        <pc:sldMkLst>
          <pc:docMk/>
          <pc:sldMk cId="3465176172" sldId="1201"/>
        </pc:sldMkLst>
        <pc:spChg chg="del">
          <ac:chgData name="park sehun" userId="a5dd5dda71ea150a" providerId="LiveId" clId="{C43683D0-D4D9-4BED-9220-AD1E10ADF921}" dt="2020-04-09T03:01:56.206" v="257" actId="478"/>
          <ac:spMkLst>
            <pc:docMk/>
            <pc:sldMk cId="3465176172" sldId="1201"/>
            <ac:spMk id="51" creationId="{6E497FE8-ACB2-4270-AE46-10B163AEEAD0}"/>
          </ac:spMkLst>
        </pc:spChg>
        <pc:spChg chg="del">
          <ac:chgData name="park sehun" userId="a5dd5dda71ea150a" providerId="LiveId" clId="{C43683D0-D4D9-4BED-9220-AD1E10ADF921}" dt="2020-04-09T03:01:44.655" v="256" actId="478"/>
          <ac:spMkLst>
            <pc:docMk/>
            <pc:sldMk cId="3465176172" sldId="1201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09T03:01:33.704" v="255" actId="20577"/>
          <ac:spMkLst>
            <pc:docMk/>
            <pc:sldMk cId="3465176172" sldId="1201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09T03:02:31.695" v="266" actId="6549"/>
          <ac:spMkLst>
            <pc:docMk/>
            <pc:sldMk cId="3465176172" sldId="1201"/>
            <ac:spMk id="62466" creationId="{00000000-0000-0000-0000-000000000000}"/>
          </ac:spMkLst>
        </pc:spChg>
        <pc:cxnChg chg="mod">
          <ac:chgData name="park sehun" userId="a5dd5dda71ea150a" providerId="LiveId" clId="{C43683D0-D4D9-4BED-9220-AD1E10ADF921}" dt="2020-04-09T03:02:01.578" v="265" actId="1036"/>
          <ac:cxnSpMkLst>
            <pc:docMk/>
            <pc:sldMk cId="3465176172" sldId="1201"/>
            <ac:cxnSpMk id="16" creationId="{6F9B0103-0B6F-464E-A331-2D9AE93B5EC2}"/>
          </ac:cxnSpMkLst>
        </pc:cxnChg>
      </pc:sldChg>
      <pc:sldChg chg="del">
        <pc:chgData name="park sehun" userId="a5dd5dda71ea150a" providerId="LiveId" clId="{C43683D0-D4D9-4BED-9220-AD1E10ADF921}" dt="2020-04-20T06:59:06.247" v="6150" actId="47"/>
        <pc:sldMkLst>
          <pc:docMk/>
          <pc:sldMk cId="2557724074" sldId="1202"/>
        </pc:sldMkLst>
      </pc:sldChg>
      <pc:sldChg chg="modSp">
        <pc:chgData name="park sehun" userId="a5dd5dda71ea150a" providerId="LiveId" clId="{C43683D0-D4D9-4BED-9220-AD1E10ADF921}" dt="2020-04-20T07:01:39.563" v="6263" actId="20577"/>
        <pc:sldMkLst>
          <pc:docMk/>
          <pc:sldMk cId="1403437371" sldId="1203"/>
        </pc:sldMkLst>
        <pc:spChg chg="mod">
          <ac:chgData name="park sehun" userId="a5dd5dda71ea150a" providerId="LiveId" clId="{C43683D0-D4D9-4BED-9220-AD1E10ADF921}" dt="2020-04-20T07:01:39.563" v="6263" actId="20577"/>
          <ac:spMkLst>
            <pc:docMk/>
            <pc:sldMk cId="1403437371" sldId="1203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6:36:03.808" v="5449" actId="6549"/>
          <ac:spMkLst>
            <pc:docMk/>
            <pc:sldMk cId="1403437371" sldId="1203"/>
            <ac:spMk id="62466" creationId="{00000000-0000-0000-0000-000000000000}"/>
          </ac:spMkLst>
        </pc:spChg>
      </pc:sldChg>
      <pc:sldChg chg="addSp modSp">
        <pc:chgData name="park sehun" userId="a5dd5dda71ea150a" providerId="LiveId" clId="{C43683D0-D4D9-4BED-9220-AD1E10ADF921}" dt="2020-04-20T06:38:54.893" v="5668" actId="1037"/>
        <pc:sldMkLst>
          <pc:docMk/>
          <pc:sldMk cId="3166953388" sldId="1205"/>
        </pc:sldMkLst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29" creationId="{B905D88A-DEF2-4395-816E-0E8DB9210F39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44" creationId="{390CF0EA-5978-4C4F-A088-2D4C70EBC793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6:37:14.389" v="5548" actId="6549"/>
          <ac:spMkLst>
            <pc:docMk/>
            <pc:sldMk cId="3166953388" sldId="1205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6:37:19.349" v="5551" actId="1035"/>
          <ac:spMkLst>
            <pc:docMk/>
            <pc:sldMk cId="3166953388" sldId="1205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0T06:37:19.349" v="5551" actId="1035"/>
          <ac:spMkLst>
            <pc:docMk/>
            <pc:sldMk cId="3166953388" sldId="1205"/>
            <ac:spMk id="66" creationId="{186D568E-3C76-4B43-8ACD-7EFA2134FAAA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67" creationId="{E0764F22-D0C3-4645-90C2-1F683D54B16B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79" creationId="{A951E3B4-AD16-48AC-955D-E4A7EBE0EAD8}"/>
          </ac:spMkLst>
        </pc:spChg>
        <pc:spChg chg="mod">
          <ac:chgData name="park sehun" userId="a5dd5dda71ea150a" providerId="LiveId" clId="{C43683D0-D4D9-4BED-9220-AD1E10ADF921}" dt="2020-04-20T06:36:28.465" v="5453" actId="20577"/>
          <ac:spMkLst>
            <pc:docMk/>
            <pc:sldMk cId="3166953388" sldId="1205"/>
            <ac:spMk id="62466" creationId="{00000000-0000-0000-0000-000000000000}"/>
          </ac:spMkLst>
        </pc:sp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2" creationId="{811A7EBA-E1AD-458F-8685-69A517FB66EB}"/>
          </ac:graphicFrameMkLst>
        </pc:graphicFrameChg>
        <pc:graphicFrameChg chg="add mod modGraphic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2" creationId="{B38F4016-3A99-4D13-A24F-D2CE37D0F7CF}"/>
          </ac:graphicFrameMkLst>
        </pc:graphicFrameChg>
        <pc:graphicFrameChg chg="add mod modGraphic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3" creationId="{425057D4-8B04-45BF-848C-E099E6C4F679}"/>
          </ac:graphicFrameMkLst>
        </pc:graphicFrameChg>
        <pc:graphicFrameChg chg="add mod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5" creationId="{D42FCB12-D95D-4637-AEFB-A5B46FFFE69E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49" creationId="{7D6C96EB-DF84-403B-8082-150F2D6B09E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2" creationId="{AA3823FD-3347-4382-8970-CB5BB1CBF4C3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7" creationId="{FE446AD7-D469-498B-A0BC-714AE4F3A239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8" creationId="{F967257F-3565-478C-9674-5339408F3497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68" creationId="{6009DEB4-06BB-4D4C-B5A2-BC6924AEC812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69" creationId="{04BC5D41-31C6-49D6-9270-3C3A6E74A819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70" creationId="{362FCB37-2BC2-46E0-ABB8-8DFFA973F46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72" creationId="{5440D69C-441C-4618-BB44-0AA8626259F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0" creationId="{0AFC8000-C27F-4D54-B01C-4EF5AEBE818F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1" creationId="{5369E0A6-C624-4A29-8BE0-169F30F525B8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2" creationId="{47E92242-4430-49C4-8D29-0A5244A65937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3" creationId="{7667D68B-90C5-46B4-B3C6-AB3605E4B218}"/>
          </ac:graphicFrameMkLst>
        </pc:graphicFrame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12" creationId="{B8AA127B-AD8A-42FE-824A-2F28744C5A72}"/>
          </ac:cxnSpMkLst>
        </pc:cxnChg>
        <pc:cxnChg chg="mod">
          <ac:chgData name="park sehun" userId="a5dd5dda71ea150a" providerId="LiveId" clId="{C43683D0-D4D9-4BED-9220-AD1E10ADF921}" dt="2020-04-20T06:37:24.924" v="5560" actId="1035"/>
          <ac:cxnSpMkLst>
            <pc:docMk/>
            <pc:sldMk cId="3166953388" sldId="1205"/>
            <ac:cxnSpMk id="16" creationId="{6F9B0103-0B6F-464E-A331-2D9AE93B5EC2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59" creationId="{65D8F20C-26B9-4A3C-B31E-D491E42800BA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60" creationId="{87CF2606-D3D7-4684-A78C-BF2C8365B1E8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62" creationId="{16ABFDED-741C-40AE-81EE-8A14ACF41FB8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3" creationId="{9A30E74A-F850-49D1-B1D5-E541933E6D16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4" creationId="{99956735-793C-4DC4-97B1-A91B98698BC5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5" creationId="{24008AEB-51C2-4C6E-B644-50D3B568CF5D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4" creationId="{DDC63F22-04D0-480A-962A-4F0B490306F6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5" creationId="{FADA253E-6EFD-463B-A75B-7C3D9E56C7A5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6" creationId="{4C24C48F-48EA-46D3-B2EB-84F57560054B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7" creationId="{DF47BA7A-5D49-4766-80E6-8C0E2040B184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8" creationId="{097B7E9B-ACE1-48EB-AA3D-37AA74F1163E}"/>
          </ac:cxnSpMkLst>
        </pc:cxnChg>
      </pc:sldChg>
      <pc:sldChg chg="del">
        <pc:chgData name="park sehun" userId="a5dd5dda71ea150a" providerId="LiveId" clId="{C43683D0-D4D9-4BED-9220-AD1E10ADF921}" dt="2020-04-20T06:55:23.363" v="6149" actId="47"/>
        <pc:sldMkLst>
          <pc:docMk/>
          <pc:sldMk cId="4108517493" sldId="1207"/>
        </pc:sldMkLst>
      </pc:sldChg>
      <pc:sldChg chg="addSp delSp modSp add delAnim modNotesTx">
        <pc:chgData name="park sehun" userId="a5dd5dda71ea150a" providerId="LiveId" clId="{C43683D0-D4D9-4BED-9220-AD1E10ADF921}" dt="2020-04-27T02:27:24.210" v="11722" actId="207"/>
        <pc:sldMkLst>
          <pc:docMk/>
          <pc:sldMk cId="3781453481" sldId="1208"/>
        </pc:sldMkLst>
        <pc:spChg chg="add del mod">
          <ac:chgData name="park sehun" userId="a5dd5dda71ea150a" providerId="LiveId" clId="{C43683D0-D4D9-4BED-9220-AD1E10ADF921}" dt="2020-04-20T02:33:19.095" v="314" actId="478"/>
          <ac:spMkLst>
            <pc:docMk/>
            <pc:sldMk cId="3781453481" sldId="1208"/>
            <ac:spMk id="3" creationId="{7E92A464-92F3-46F9-89E5-9EE133CDDD7F}"/>
          </ac:spMkLst>
        </pc:spChg>
        <pc:spChg chg="del">
          <ac:chgData name="park sehun" userId="a5dd5dda71ea150a" providerId="LiveId" clId="{C43683D0-D4D9-4BED-9220-AD1E10ADF921}" dt="2020-04-20T02:33:05.987" v="312" actId="478"/>
          <ac:spMkLst>
            <pc:docMk/>
            <pc:sldMk cId="3781453481" sldId="1208"/>
            <ac:spMk id="4" creationId="{9DA76C4A-1B38-4C07-A24B-3F7114B667CD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10" creationId="{F9AEA2BA-799E-470C-87A7-61505A44881D}"/>
          </ac:spMkLst>
        </pc:spChg>
        <pc:spChg chg="add del mod">
          <ac:chgData name="park sehun" userId="a5dd5dda71ea150a" providerId="LiveId" clId="{C43683D0-D4D9-4BED-9220-AD1E10ADF921}" dt="2020-04-20T02:50:08.269" v="1322" actId="478"/>
          <ac:spMkLst>
            <pc:docMk/>
            <pc:sldMk cId="3781453481" sldId="1208"/>
            <ac:spMk id="15" creationId="{D74D9933-032F-4482-9CA5-2301BD627F5B}"/>
          </ac:spMkLst>
        </pc:spChg>
        <pc:spChg chg="del mod">
          <ac:chgData name="park sehun" userId="a5dd5dda71ea150a" providerId="LiveId" clId="{C43683D0-D4D9-4BED-9220-AD1E10ADF921}" dt="2020-04-20T02:52:31.232" v="1471" actId="478"/>
          <ac:spMkLst>
            <pc:docMk/>
            <pc:sldMk cId="3781453481" sldId="1208"/>
            <ac:spMk id="29" creationId="{B905D88A-DEF2-4395-816E-0E8DB9210F39}"/>
          </ac:spMkLst>
        </pc:spChg>
        <pc:spChg chg="del mod">
          <ac:chgData name="park sehun" userId="a5dd5dda71ea150a" providerId="LiveId" clId="{C43683D0-D4D9-4BED-9220-AD1E10ADF921}" dt="2020-04-20T03:18:45.854" v="2420" actId="478"/>
          <ac:spMkLst>
            <pc:docMk/>
            <pc:sldMk cId="3781453481" sldId="1208"/>
            <ac:spMk id="32" creationId="{7B2A9D1B-6100-4E94-BE12-672593546DCC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40" creationId="{067DF4BC-D816-476B-B6CF-496EC5944DAE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41" creationId="{C92C3A17-9069-46C5-BD77-77274CF61402}"/>
          </ac:spMkLst>
        </pc:spChg>
        <pc:spChg chg="del mod">
          <ac:chgData name="park sehun" userId="a5dd5dda71ea150a" providerId="LiveId" clId="{C43683D0-D4D9-4BED-9220-AD1E10ADF921}" dt="2020-04-20T02:49:41.647" v="1317" actId="478"/>
          <ac:spMkLst>
            <pc:docMk/>
            <pc:sldMk cId="3781453481" sldId="1208"/>
            <ac:spMk id="42" creationId="{B1C9A060-973F-44B0-87E2-38BF88A3FD4E}"/>
          </ac:spMkLst>
        </pc:spChg>
        <pc:spChg chg="del mod">
          <ac:chgData name="park sehun" userId="a5dd5dda71ea150a" providerId="LiveId" clId="{C43683D0-D4D9-4BED-9220-AD1E10ADF921}" dt="2020-04-20T02:49:43.770" v="1318" actId="478"/>
          <ac:spMkLst>
            <pc:docMk/>
            <pc:sldMk cId="3781453481" sldId="1208"/>
            <ac:spMk id="43" creationId="{8EF3060A-A8CF-4439-A760-418616147283}"/>
          </ac:spMkLst>
        </pc:spChg>
        <pc:spChg chg="mod">
          <ac:chgData name="park sehun" userId="a5dd5dda71ea150a" providerId="LiveId" clId="{C43683D0-D4D9-4BED-9220-AD1E10ADF921}" dt="2020-04-20T02:43:33.294" v="1090" actId="1036"/>
          <ac:spMkLst>
            <pc:docMk/>
            <pc:sldMk cId="3781453481" sldId="1208"/>
            <ac:spMk id="44" creationId="{390CF0EA-5978-4C4F-A088-2D4C70EBC793}"/>
          </ac:spMkLst>
        </pc:spChg>
        <pc:spChg chg="del mod">
          <ac:chgData name="park sehun" userId="a5dd5dda71ea150a" providerId="LiveId" clId="{C43683D0-D4D9-4BED-9220-AD1E10ADF921}" dt="2020-04-20T02:51:00.319" v="1386" actId="478"/>
          <ac:spMkLst>
            <pc:docMk/>
            <pc:sldMk cId="3781453481" sldId="1208"/>
            <ac:spMk id="45" creationId="{A1B408C6-843F-4A9F-BBA4-416D9B02B161}"/>
          </ac:spMkLst>
        </pc:spChg>
        <pc:spChg chg="mod">
          <ac:chgData name="park sehun" userId="a5dd5dda71ea150a" providerId="LiveId" clId="{C43683D0-D4D9-4BED-9220-AD1E10ADF921}" dt="2020-04-20T02:43:33.294" v="1090" actId="1036"/>
          <ac:spMkLst>
            <pc:docMk/>
            <pc:sldMk cId="3781453481" sldId="1208"/>
            <ac:spMk id="47" creationId="{B2711BC8-8BBB-464D-923D-5476D78556CA}"/>
          </ac:spMkLst>
        </pc:spChg>
        <pc:spChg chg="del mod">
          <ac:chgData name="park sehun" userId="a5dd5dda71ea150a" providerId="LiveId" clId="{C43683D0-D4D9-4BED-9220-AD1E10ADF921}" dt="2020-04-20T03:18:20.186" v="2403" actId="478"/>
          <ac:spMkLst>
            <pc:docMk/>
            <pc:sldMk cId="3781453481" sldId="1208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5:28:33.710" v="4011" actId="20577"/>
          <ac:spMkLst>
            <pc:docMk/>
            <pc:sldMk cId="3781453481" sldId="1208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55" creationId="{03A165D2-3D2D-4C51-844B-512A16A883D0}"/>
          </ac:spMkLst>
        </pc:spChg>
        <pc:spChg chg="del mod">
          <ac:chgData name="park sehun" userId="a5dd5dda71ea150a" providerId="LiveId" clId="{C43683D0-D4D9-4BED-9220-AD1E10ADF921}" dt="2020-04-20T02:33:47.452" v="346" actId="478"/>
          <ac:spMkLst>
            <pc:docMk/>
            <pc:sldMk cId="3781453481" sldId="1208"/>
            <ac:spMk id="56" creationId="{BB41BF06-9C33-4E67-B580-716DF1A1550F}"/>
          </ac:spMkLst>
        </pc:spChg>
        <pc:spChg chg="add mod ord">
          <ac:chgData name="park sehun" userId="a5dd5dda71ea150a" providerId="LiveId" clId="{C43683D0-D4D9-4BED-9220-AD1E10ADF921}" dt="2020-04-27T02:07:33.631" v="11543" actId="167"/>
          <ac:spMkLst>
            <pc:docMk/>
            <pc:sldMk cId="3781453481" sldId="1208"/>
            <ac:spMk id="59" creationId="{0B92FDA9-F02A-4F3F-A708-912D2F2FF0A5}"/>
          </ac:spMkLst>
        </pc:spChg>
        <pc:spChg chg="add mod ord">
          <ac:chgData name="park sehun" userId="a5dd5dda71ea150a" providerId="LiveId" clId="{C43683D0-D4D9-4BED-9220-AD1E10ADF921}" dt="2020-04-27T02:07:33.975" v="11544" actId="167"/>
          <ac:spMkLst>
            <pc:docMk/>
            <pc:sldMk cId="3781453481" sldId="1208"/>
            <ac:spMk id="60" creationId="{0694F256-E96C-4DDD-89FF-9313D619D357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61" creationId="{564B67B8-3547-4D76-B4AD-EBE3D12F0D39}"/>
          </ac:spMkLst>
        </pc:spChg>
        <pc:spChg chg="add mod">
          <ac:chgData name="park sehun" userId="a5dd5dda71ea150a" providerId="LiveId" clId="{C43683D0-D4D9-4BED-9220-AD1E10ADF921}" dt="2020-04-20T05:34:47.271" v="4064" actId="5793"/>
          <ac:spMkLst>
            <pc:docMk/>
            <pc:sldMk cId="3781453481" sldId="1208"/>
            <ac:spMk id="62" creationId="{899E7FB2-A5EB-44DD-BEF4-A941E2E29CA4}"/>
          </ac:spMkLst>
        </pc:spChg>
        <pc:spChg chg="del mod">
          <ac:chgData name="park sehun" userId="a5dd5dda71ea150a" providerId="LiveId" clId="{C43683D0-D4D9-4BED-9220-AD1E10ADF921}" dt="2020-04-20T02:44:38.347" v="1100" actId="478"/>
          <ac:spMkLst>
            <pc:docMk/>
            <pc:sldMk cId="3781453481" sldId="1208"/>
            <ac:spMk id="63" creationId="{8CF57F6D-10C1-4AB8-AFA1-02FA3FA793E8}"/>
          </ac:spMkLst>
        </pc:spChg>
        <pc:spChg chg="del">
          <ac:chgData name="park sehun" userId="a5dd5dda71ea150a" providerId="LiveId" clId="{C43683D0-D4D9-4BED-9220-AD1E10ADF921}" dt="2020-04-20T02:33:22.286" v="315" actId="478"/>
          <ac:spMkLst>
            <pc:docMk/>
            <pc:sldMk cId="3781453481" sldId="1208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0T03:21:13.168" v="2622" actId="1038"/>
          <ac:spMkLst>
            <pc:docMk/>
            <pc:sldMk cId="3781453481" sldId="1208"/>
            <ac:spMk id="66" creationId="{186D568E-3C76-4B43-8ACD-7EFA2134FAAA}"/>
          </ac:spMkLst>
        </pc:spChg>
        <pc:spChg chg="add del mod">
          <ac:chgData name="park sehun" userId="a5dd5dda71ea150a" providerId="LiveId" clId="{C43683D0-D4D9-4BED-9220-AD1E10ADF921}" dt="2020-04-20T03:08:42.036" v="1818" actId="478"/>
          <ac:spMkLst>
            <pc:docMk/>
            <pc:sldMk cId="3781453481" sldId="1208"/>
            <ac:spMk id="67" creationId="{F5B72AAB-12AE-487E-AC2A-A384DD3E1709}"/>
          </ac:spMkLst>
        </pc:spChg>
        <pc:spChg chg="add mod ord">
          <ac:chgData name="park sehun" userId="a5dd5dda71ea150a" providerId="LiveId" clId="{C43683D0-D4D9-4BED-9220-AD1E10ADF921}" dt="2020-04-27T02:27:24.210" v="11722" actId="207"/>
          <ac:spMkLst>
            <pc:docMk/>
            <pc:sldMk cId="3781453481" sldId="1208"/>
            <ac:spMk id="69" creationId="{A8D81E8C-0F18-4405-8032-12136E8CF1A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70" creationId="{58B26106-CE24-4DF6-94BF-CD7965880E94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71" creationId="{68612BC9-CDE7-495C-BD01-5B173DA8540C}"/>
          </ac:spMkLst>
        </pc:spChg>
        <pc:spChg chg="add del mod">
          <ac:chgData name="park sehun" userId="a5dd5dda71ea150a" providerId="LiveId" clId="{C43683D0-D4D9-4BED-9220-AD1E10ADF921}" dt="2020-04-20T03:10:03.078" v="1947" actId="478"/>
          <ac:spMkLst>
            <pc:docMk/>
            <pc:sldMk cId="3781453481" sldId="1208"/>
            <ac:spMk id="73" creationId="{4EB3A861-4D08-4E17-96D1-0C6EB9B52367}"/>
          </ac:spMkLst>
        </pc:spChg>
        <pc:spChg chg="add del mod">
          <ac:chgData name="park sehun" userId="a5dd5dda71ea150a" providerId="LiveId" clId="{C43683D0-D4D9-4BED-9220-AD1E10ADF921}" dt="2020-04-20T03:14:59.225" v="2130" actId="478"/>
          <ac:spMkLst>
            <pc:docMk/>
            <pc:sldMk cId="3781453481" sldId="1208"/>
            <ac:spMk id="74" creationId="{12B75383-8DB7-4FC3-99B4-E0A00D245BC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75" creationId="{3AA7D2DD-E7FE-4168-9FE5-C4B7BDCEED78}"/>
          </ac:spMkLst>
        </pc:spChg>
        <pc:spChg chg="del mod">
          <ac:chgData name="park sehun" userId="a5dd5dda71ea150a" providerId="LiveId" clId="{C43683D0-D4D9-4BED-9220-AD1E10ADF921}" dt="2020-04-20T02:41:20.249" v="969" actId="478"/>
          <ac:spMkLst>
            <pc:docMk/>
            <pc:sldMk cId="3781453481" sldId="1208"/>
            <ac:spMk id="76" creationId="{B5EB5AE6-A589-4A54-B05C-856791F34305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77" creationId="{A1C9CBBB-442E-4A27-BC56-34EE4B2C71D5}"/>
          </ac:spMkLst>
        </pc:spChg>
        <pc:spChg chg="del mod">
          <ac:chgData name="park sehun" userId="a5dd5dda71ea150a" providerId="LiveId" clId="{C43683D0-D4D9-4BED-9220-AD1E10ADF921}" dt="2020-04-20T02:33:50.454" v="347" actId="478"/>
          <ac:spMkLst>
            <pc:docMk/>
            <pc:sldMk cId="3781453481" sldId="1208"/>
            <ac:spMk id="78" creationId="{0B83E74A-4A4E-4E0C-AD94-7D5E324DE748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79" creationId="{22C8B154-8F81-497D-AD84-961756A86719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0" creationId="{06B45362-0C80-480D-B468-0040D9973F0B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2" creationId="{F25D5700-C340-4457-940B-50F38AFC8208}"/>
          </ac:spMkLst>
        </pc:spChg>
        <pc:spChg chg="add mod">
          <ac:chgData name="park sehun" userId="a5dd5dda71ea150a" providerId="LiveId" clId="{C43683D0-D4D9-4BED-9220-AD1E10ADF921}" dt="2020-04-27T02:26:14.284" v="11676" actId="1037"/>
          <ac:spMkLst>
            <pc:docMk/>
            <pc:sldMk cId="3781453481" sldId="1208"/>
            <ac:spMk id="83" creationId="{24754FE3-F411-46AD-8A43-E9D8E86C67F6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4" creationId="{919870A6-078C-4D82-9BC1-C47E8F5D26A8}"/>
          </ac:spMkLst>
        </pc:spChg>
        <pc:spChg chg="add del mod">
          <ac:chgData name="park sehun" userId="a5dd5dda71ea150a" providerId="LiveId" clId="{C43683D0-D4D9-4BED-9220-AD1E10ADF921}" dt="2020-04-20T03:30:56.951" v="3019" actId="478"/>
          <ac:spMkLst>
            <pc:docMk/>
            <pc:sldMk cId="3781453481" sldId="1208"/>
            <ac:spMk id="85" creationId="{99B885CE-5093-42D7-AE86-707F935B8593}"/>
          </ac:spMkLst>
        </pc:spChg>
        <pc:spChg chg="add mod">
          <ac:chgData name="park sehun" userId="a5dd5dda71ea150a" providerId="LiveId" clId="{C43683D0-D4D9-4BED-9220-AD1E10ADF921}" dt="2020-04-27T02:26:31.492" v="11720" actId="1037"/>
          <ac:spMkLst>
            <pc:docMk/>
            <pc:sldMk cId="3781453481" sldId="1208"/>
            <ac:spMk id="86" creationId="{06BB79E9-CBBA-401A-A08C-B0A6E71E76EB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7" creationId="{5B423BC7-151A-4F32-BB41-A2A610860BA3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8" creationId="{6213DE15-AF20-4D9F-9441-4648F445EAB8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9" creationId="{3EF0D022-18FC-459F-9FA3-AF43E7A039E4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0" creationId="{7F95010F-7679-4A1E-8F63-C873E11C5B52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1" creationId="{D678E3D2-61B6-4A74-804D-49AE0DA70BFB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2" creationId="{B474EDD5-1EB6-4BB5-AED9-FEE40063728B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3" creationId="{28837ACE-4C6A-4118-A623-DCCACEA932D8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4" creationId="{0F423308-7C06-4B35-B2D1-0B62F417F38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95" creationId="{37B6EEFD-0C64-4656-AA9E-C01DD2A77B60}"/>
          </ac:spMkLst>
        </pc:spChg>
        <pc:spChg chg="add mod ord">
          <ac:chgData name="park sehun" userId="a5dd5dda71ea150a" providerId="LiveId" clId="{C43683D0-D4D9-4BED-9220-AD1E10ADF921}" dt="2020-04-27T02:24:07.576" v="11577" actId="20577"/>
          <ac:spMkLst>
            <pc:docMk/>
            <pc:sldMk cId="3781453481" sldId="1208"/>
            <ac:spMk id="96" creationId="{686D61C0-B6B9-46D7-8EEE-41B7E606331B}"/>
          </ac:spMkLst>
        </pc:spChg>
        <pc:spChg chg="add del mod">
          <ac:chgData name="park sehun" userId="a5dd5dda71ea150a" providerId="LiveId" clId="{C43683D0-D4D9-4BED-9220-AD1E10ADF921}" dt="2020-04-20T03:15:01.941" v="2131" actId="478"/>
          <ac:spMkLst>
            <pc:docMk/>
            <pc:sldMk cId="3781453481" sldId="1208"/>
            <ac:spMk id="97" creationId="{1425C0A2-E2D1-4D77-BF25-B19F8A42EC33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0" creationId="{CC456FF7-5269-4B9A-9C72-CBF715D837F0}"/>
          </ac:spMkLst>
        </pc:spChg>
        <pc:spChg chg="add del mod">
          <ac:chgData name="park sehun" userId="a5dd5dda71ea150a" providerId="LiveId" clId="{C43683D0-D4D9-4BED-9220-AD1E10ADF921}" dt="2020-04-20T03:15:01.941" v="2131" actId="478"/>
          <ac:spMkLst>
            <pc:docMk/>
            <pc:sldMk cId="3781453481" sldId="1208"/>
            <ac:spMk id="101" creationId="{39A68612-F27F-47D3-B233-0DDCAED9B9F3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102" creationId="{2414F1BB-4067-46C1-8627-11CF564404A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5" creationId="{B098883D-6FF2-49A1-86C3-9B767CF77E60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8" creationId="{39FC9577-60CC-4DB6-8657-345425F53F35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9" creationId="{DC912C84-81BF-41B5-8080-259CAFFB42E8}"/>
          </ac:spMkLst>
        </pc:spChg>
        <pc:spChg chg="add del mod">
          <ac:chgData name="park sehun" userId="a5dd5dda71ea150a" providerId="LiveId" clId="{C43683D0-D4D9-4BED-9220-AD1E10ADF921}" dt="2020-04-20T03:15:14.443" v="2159" actId="478"/>
          <ac:spMkLst>
            <pc:docMk/>
            <pc:sldMk cId="3781453481" sldId="1208"/>
            <ac:spMk id="110" creationId="{583F0DE1-97D3-4512-809D-AFDAD39674A2}"/>
          </ac:spMkLst>
        </pc:spChg>
        <pc:spChg chg="add del mod">
          <ac:chgData name="park sehun" userId="a5dd5dda71ea150a" providerId="LiveId" clId="{C43683D0-D4D9-4BED-9220-AD1E10ADF921}" dt="2020-04-20T03:28:49.542" v="3016" actId="478"/>
          <ac:spMkLst>
            <pc:docMk/>
            <pc:sldMk cId="3781453481" sldId="1208"/>
            <ac:spMk id="111" creationId="{FBBE1913-D8D1-4E13-AD02-8BA29FB7710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2" creationId="{2AE071D7-0DAC-4F07-A39B-B2377040E26F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3" creationId="{ED1D169D-8CF8-423E-924B-C5A274A3F9FB}"/>
          </ac:spMkLst>
        </pc:spChg>
        <pc:spChg chg="add del mod">
          <ac:chgData name="park sehun" userId="a5dd5dda71ea150a" providerId="LiveId" clId="{C43683D0-D4D9-4BED-9220-AD1E10ADF921}" dt="2020-04-20T03:28:54.574" v="3018" actId="478"/>
          <ac:spMkLst>
            <pc:docMk/>
            <pc:sldMk cId="3781453481" sldId="1208"/>
            <ac:spMk id="114" creationId="{040462A6-B4A5-43C2-9E46-620BA975D84C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5" creationId="{3CAF58BA-E757-47E2-9ECC-C5363217A9E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6" creationId="{626F7338-1CB4-4894-A41A-CCF6D1A5F76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9" creationId="{FD056480-4942-4F22-B084-03762EE2E4CF}"/>
          </ac:spMkLst>
        </pc:spChg>
        <pc:spChg chg="add del mod">
          <ac:chgData name="park sehun" userId="a5dd5dda71ea150a" providerId="LiveId" clId="{C43683D0-D4D9-4BED-9220-AD1E10ADF921}" dt="2020-04-20T03:15:21.743" v="2161" actId="478"/>
          <ac:spMkLst>
            <pc:docMk/>
            <pc:sldMk cId="3781453481" sldId="1208"/>
            <ac:spMk id="121" creationId="{1FBF54DA-43E9-4F15-9C2C-CC2A831FC63F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7" creationId="{CAC32801-31A2-447C-A006-0419EAA02BDD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8" creationId="{0B483F55-4953-4879-943E-522F78B7D0A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9" creationId="{0C76395F-741D-483A-8F7B-13F7010249C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0" creationId="{5810B8EE-FD31-488E-A361-EFCAAD578ACF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1" creationId="{238344FA-3B30-4200-866D-974FE4AF5091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2" creationId="{7A56C2AE-2EBA-4128-A2CC-A9FCB9DBF5F4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3" creationId="{B8B870BF-737C-492C-B2AD-F49E14D681F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4" creationId="{A888B4C4-2A2F-4547-A94E-5A50AB2E0463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6" creationId="{8F20887A-3428-42CA-A8F4-8CE1A0D8301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78" creationId="{8B2F67FC-A8D9-48FD-9BBD-F0FA77E900D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82" creationId="{E2AAC60E-CB80-4149-8666-BB4F173652C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85" creationId="{63E423CF-70C1-43A8-B63D-5AB4B472DBD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91" creationId="{F3CFD2CC-9A84-4DE6-BA72-D53042D4EE30}"/>
          </ac:spMkLst>
        </pc:spChg>
        <pc:spChg chg="add mod">
          <ac:chgData name="park sehun" userId="a5dd5dda71ea150a" providerId="LiveId" clId="{C43683D0-D4D9-4BED-9220-AD1E10ADF921}" dt="2020-04-27T02:25:53.037" v="11633" actId="1036"/>
          <ac:spMkLst>
            <pc:docMk/>
            <pc:sldMk cId="3781453481" sldId="1208"/>
            <ac:spMk id="196" creationId="{0F600599-1B34-4668-8517-D60FF77F3CE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97" creationId="{8CEFDBB4-345D-4FC8-A5C8-6006AA6FEBB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07" creationId="{E251340F-1B2F-4B69-8E8E-BF963C7341FD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33" creationId="{D4A132BE-5B55-4BF7-BF7E-FFAC890B9712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44" creationId="{61C75766-79A1-40F1-948E-6C67B8232DCF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49" creationId="{71B68858-B5C2-41D2-A069-6C4DB3E6104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0" creationId="{D60886F6-DCD3-45C4-90B1-195566083E7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1" creationId="{2186DB4D-CB8C-479D-AA87-1A0AE3B35FF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2" creationId="{3B069E67-C0E8-42F6-A0CD-6FE732A56039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3" creationId="{25E8C0AF-02D6-4ECA-86CD-C42EE456ECD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4" creationId="{292DB14C-429C-4B87-B413-7A3E449B1EA6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6" creationId="{4D808C78-472E-4288-B527-66EF035A692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8" creationId="{2C71B874-2146-4540-A061-90D952F4AAA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0" creationId="{BEEBF01F-9F4F-4CAD-A8BD-69B491985D9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1" creationId="{6BAFA3EE-F965-4D64-972B-105CBA916EC9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2" creationId="{70F73540-73F0-4074-B566-CF9D08AF6112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72" creationId="{C6C022A4-FAA2-4ED9-B655-FAF8C68297F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87" creationId="{6E7BA10B-8C38-43F3-B4AB-93F7AAECFAEA}"/>
          </ac:spMkLst>
        </pc:spChg>
        <pc:spChg chg="add mod ord">
          <ac:chgData name="park sehun" userId="a5dd5dda71ea150a" providerId="LiveId" clId="{C43683D0-D4D9-4BED-9220-AD1E10ADF921}" dt="2020-04-27T02:07:32.695" v="11542" actId="167"/>
          <ac:spMkLst>
            <pc:docMk/>
            <pc:sldMk cId="3781453481" sldId="1208"/>
            <ac:spMk id="296" creationId="{1A7B5293-8023-4B09-8A97-477281FCF786}"/>
          </ac:spMkLst>
        </pc:spChg>
        <pc:spChg chg="add mod">
          <ac:chgData name="park sehun" userId="a5dd5dda71ea150a" providerId="LiveId" clId="{C43683D0-D4D9-4BED-9220-AD1E10ADF921}" dt="2020-04-20T05:36:03.559" v="4162" actId="1036"/>
          <ac:spMkLst>
            <pc:docMk/>
            <pc:sldMk cId="3781453481" sldId="1208"/>
            <ac:spMk id="297" creationId="{921533C3-8A98-483E-9B50-F552337036BC}"/>
          </ac:spMkLst>
        </pc:spChg>
        <pc:spChg chg="add mod">
          <ac:chgData name="park sehun" userId="a5dd5dda71ea150a" providerId="LiveId" clId="{C43683D0-D4D9-4BED-9220-AD1E10ADF921}" dt="2020-04-20T05:36:03.559" v="4162" actId="1036"/>
          <ac:spMkLst>
            <pc:docMk/>
            <pc:sldMk cId="3781453481" sldId="1208"/>
            <ac:spMk id="298" creationId="{06BC72D6-5426-406F-9BB3-D75EC799448F}"/>
          </ac:spMkLst>
        </pc:spChg>
        <pc:spChg chg="mod">
          <ac:chgData name="park sehun" userId="a5dd5dda71ea150a" providerId="LiveId" clId="{C43683D0-D4D9-4BED-9220-AD1E10ADF921}" dt="2020-04-20T05:40:28.760" v="4209"/>
          <ac:spMkLst>
            <pc:docMk/>
            <pc:sldMk cId="3781453481" sldId="1208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0T03:20:57.953" v="2582" actId="1036"/>
          <ac:graphicFrameMkLst>
            <pc:docMk/>
            <pc:sldMk cId="3781453481" sldId="1208"/>
            <ac:graphicFrameMk id="2" creationId="{811A7EBA-E1AD-458F-8685-69A517FB66EB}"/>
          </ac:graphicFrameMkLst>
        </pc:graphicFrameChg>
        <pc:graphicFrameChg chg="mod modGraphic">
          <ac:chgData name="park sehun" userId="a5dd5dda71ea150a" providerId="LiveId" clId="{C43683D0-D4D9-4BED-9220-AD1E10ADF921}" dt="2020-04-20T03:19:36.848" v="2451" actId="1035"/>
          <ac:graphicFrameMkLst>
            <pc:docMk/>
            <pc:sldMk cId="3781453481" sldId="1208"/>
            <ac:graphicFrameMk id="36" creationId="{08881BD9-DC01-46DF-9742-A9787B92A60F}"/>
          </ac:graphicFrameMkLst>
        </pc:graphicFrameChg>
        <pc:graphicFrameChg chg="del mod">
          <ac:chgData name="park sehun" userId="a5dd5dda71ea150a" providerId="LiveId" clId="{C43683D0-D4D9-4BED-9220-AD1E10ADF921}" dt="2020-04-20T02:49:39.504" v="1316" actId="478"/>
          <ac:graphicFrameMkLst>
            <pc:docMk/>
            <pc:sldMk cId="3781453481" sldId="1208"/>
            <ac:graphicFrameMk id="37" creationId="{B404B55C-E378-450B-8567-8123BE4AEFCE}"/>
          </ac:graphicFrameMkLst>
        </pc:graphicFrameChg>
        <pc:graphicFrameChg chg="del mod">
          <ac:chgData name="park sehun" userId="a5dd5dda71ea150a" providerId="LiveId" clId="{C43683D0-D4D9-4BED-9220-AD1E10ADF921}" dt="2020-04-20T02:49:49.079" v="1319" actId="478"/>
          <ac:graphicFrameMkLst>
            <pc:docMk/>
            <pc:sldMk cId="3781453481" sldId="1208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0T03:20:12.156" v="2527" actId="1035"/>
          <ac:graphicFrameMkLst>
            <pc:docMk/>
            <pc:sldMk cId="3781453481" sldId="1208"/>
            <ac:graphicFrameMk id="52" creationId="{6F811F15-16A0-485B-BCFE-7F89A807F64A}"/>
          </ac:graphicFrameMkLst>
        </pc:graphicFrameChg>
        <pc:picChg chg="add mod">
          <ac:chgData name="park sehun" userId="a5dd5dda71ea150a" providerId="LiveId" clId="{C43683D0-D4D9-4BED-9220-AD1E10ADF921}" dt="2020-04-20T05:44:24.208" v="4214" actId="1038"/>
          <ac:picMkLst>
            <pc:docMk/>
            <pc:sldMk cId="3781453481" sldId="1208"/>
            <ac:picMk id="243" creationId="{9545C373-16C9-4734-9DCC-4BD7DDBFFE50}"/>
          </ac:picMkLst>
        </pc:picChg>
        <pc:cxnChg chg="del mod">
          <ac:chgData name="park sehun" userId="a5dd5dda71ea150a" providerId="LiveId" clId="{C43683D0-D4D9-4BED-9220-AD1E10ADF921}" dt="2020-04-20T02:49:54.550" v="1321" actId="478"/>
          <ac:cxnSpMkLst>
            <pc:docMk/>
            <pc:sldMk cId="3781453481" sldId="1208"/>
            <ac:cxnSpMk id="39" creationId="{C851932A-4916-4E8E-ADCE-BBDCE58175C0}"/>
          </ac:cxnSpMkLst>
        </pc:cxnChg>
        <pc:cxnChg chg="del mod">
          <ac:chgData name="park sehun" userId="a5dd5dda71ea150a" providerId="LiveId" clId="{C43683D0-D4D9-4BED-9220-AD1E10ADF921}" dt="2020-04-20T03:18:41.305" v="2419" actId="478"/>
          <ac:cxnSpMkLst>
            <pc:docMk/>
            <pc:sldMk cId="3781453481" sldId="1208"/>
            <ac:cxnSpMk id="46" creationId="{ED63783E-00B0-4DE2-BAA1-7DBBAD23574D}"/>
          </ac:cxnSpMkLst>
        </pc:cxnChg>
        <pc:cxnChg chg="del mod">
          <ac:chgData name="park sehun" userId="a5dd5dda71ea150a" providerId="LiveId" clId="{C43683D0-D4D9-4BED-9220-AD1E10ADF921}" dt="2020-04-20T02:39:09.590" v="768" actId="478"/>
          <ac:cxnSpMkLst>
            <pc:docMk/>
            <pc:sldMk cId="3781453481" sldId="1208"/>
            <ac:cxnSpMk id="48" creationId="{1F0AC650-39C6-425E-9CBF-0F333F010677}"/>
          </ac:cxnSpMkLst>
        </pc:cxnChg>
        <pc:cxnChg chg="add del mod">
          <ac:chgData name="park sehun" userId="a5dd5dda71ea150a" providerId="LiveId" clId="{C43683D0-D4D9-4BED-9220-AD1E10ADF921}" dt="2020-04-20T02:49:51.849" v="1320" actId="478"/>
          <ac:cxnSpMkLst>
            <pc:docMk/>
            <pc:sldMk cId="3781453481" sldId="1208"/>
            <ac:cxnSpMk id="49" creationId="{0C69831C-336A-4A75-89C5-4D740ACA9F74}"/>
          </ac:cxnSpMkLst>
        </pc:cxnChg>
        <pc:cxnChg chg="mod">
          <ac:chgData name="park sehun" userId="a5dd5dda71ea150a" providerId="LiveId" clId="{C43683D0-D4D9-4BED-9220-AD1E10ADF921}" dt="2020-04-20T05:15:03.040" v="3541" actId="1037"/>
          <ac:cxnSpMkLst>
            <pc:docMk/>
            <pc:sldMk cId="3781453481" sldId="1208"/>
            <ac:cxnSpMk id="50" creationId="{AA7171CE-0DE4-411A-87C9-037D611A0DB4}"/>
          </ac:cxnSpMkLst>
        </pc:cxnChg>
        <pc:cxnChg chg="add del mod">
          <ac:chgData name="park sehun" userId="a5dd5dda71ea150a" providerId="LiveId" clId="{C43683D0-D4D9-4BED-9220-AD1E10ADF921}" dt="2020-04-20T02:51:02.809" v="1387" actId="478"/>
          <ac:cxnSpMkLst>
            <pc:docMk/>
            <pc:sldMk cId="3781453481" sldId="1208"/>
            <ac:cxnSpMk id="57" creationId="{C10A3DDC-B8D7-49AB-8B6F-E5602E2EA736}"/>
          </ac:cxnSpMkLst>
        </pc:cxnChg>
        <pc:cxnChg chg="add del mod">
          <ac:chgData name="park sehun" userId="a5dd5dda71ea150a" providerId="LiveId" clId="{C43683D0-D4D9-4BED-9220-AD1E10ADF921}" dt="2020-04-20T03:18:38.421" v="2418" actId="478"/>
          <ac:cxnSpMkLst>
            <pc:docMk/>
            <pc:sldMk cId="3781453481" sldId="1208"/>
            <ac:cxnSpMk id="58" creationId="{2EEFCD3F-D442-47B8-A976-9031F2564BF4}"/>
          </ac:cxnSpMkLst>
        </pc:cxnChg>
        <pc:cxnChg chg="del">
          <ac:chgData name="park sehun" userId="a5dd5dda71ea150a" providerId="LiveId" clId="{C43683D0-D4D9-4BED-9220-AD1E10ADF921}" dt="2020-04-20T02:33:24.697" v="316" actId="478"/>
          <ac:cxnSpMkLst>
            <pc:docMk/>
            <pc:sldMk cId="3781453481" sldId="1208"/>
            <ac:cxnSpMk id="64" creationId="{5270DB07-824E-40A1-BADC-DE6D19836E63}"/>
          </ac:cxnSpMkLst>
        </pc:cxnChg>
        <pc:cxnChg chg="add del mod">
          <ac:chgData name="park sehun" userId="a5dd5dda71ea150a" providerId="LiveId" clId="{C43683D0-D4D9-4BED-9220-AD1E10ADF921}" dt="2020-04-20T03:10:05.094" v="1948" actId="478"/>
          <ac:cxnSpMkLst>
            <pc:docMk/>
            <pc:sldMk cId="3781453481" sldId="1208"/>
            <ac:cxnSpMk id="68" creationId="{AB7317E3-46E2-445D-8FAF-5F5395C57302}"/>
          </ac:cxnSpMkLst>
        </pc:cxnChg>
        <pc:cxnChg chg="add del mod">
          <ac:chgData name="park sehun" userId="a5dd5dda71ea150a" providerId="LiveId" clId="{C43683D0-D4D9-4BED-9220-AD1E10ADF921}" dt="2020-04-20T03:13:32.694" v="2086" actId="478"/>
          <ac:cxnSpMkLst>
            <pc:docMk/>
            <pc:sldMk cId="3781453481" sldId="1208"/>
            <ac:cxnSpMk id="72" creationId="{A5A295E3-1E3E-4FCE-A610-915ADB425CE6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1" creationId="{97644D7C-19AE-49FC-B51D-C881E0919316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3" creationId="{3AAF33FE-2ED6-42CD-9929-A54BDEDC0B71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6" creationId="{412E6D31-6C78-4C48-8D39-6D905A8E0934}"/>
          </ac:cxnSpMkLst>
        </pc:cxnChg>
        <pc:cxnChg chg="add mod">
          <ac:chgData name="park sehun" userId="a5dd5dda71ea150a" providerId="LiveId" clId="{C43683D0-D4D9-4BED-9220-AD1E10ADF921}" dt="2020-04-27T02:23:53.258" v="11566" actId="14100"/>
          <ac:cxnSpMkLst>
            <pc:docMk/>
            <pc:sldMk cId="3781453481" sldId="1208"/>
            <ac:cxnSpMk id="98" creationId="{26ECBB47-1524-4385-9B4D-BB703B9B9E17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99" creationId="{7886D65E-6682-4437-8090-4595BAD82509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103" creationId="{DD21B2E1-E985-466A-9206-9487065F06D4}"/>
          </ac:cxnSpMkLst>
        </pc:cxnChg>
        <pc:cxnChg chg="add mod ord">
          <ac:chgData name="park sehun" userId="a5dd5dda71ea150a" providerId="LiveId" clId="{C43683D0-D4D9-4BED-9220-AD1E10ADF921}" dt="2020-04-27T02:25:53.037" v="11633" actId="1036"/>
          <ac:cxnSpMkLst>
            <pc:docMk/>
            <pc:sldMk cId="3781453481" sldId="1208"/>
            <ac:cxnSpMk id="104" creationId="{B8A37B7A-307E-4D09-B10D-5EA8EF2163B0}"/>
          </ac:cxnSpMkLst>
        </pc:cxnChg>
        <pc:cxnChg chg="add del mod">
          <ac:chgData name="park sehun" userId="a5dd5dda71ea150a" providerId="LiveId" clId="{C43683D0-D4D9-4BED-9220-AD1E10ADF921}" dt="2020-04-20T03:30:58.933" v="3020" actId="478"/>
          <ac:cxnSpMkLst>
            <pc:docMk/>
            <pc:sldMk cId="3781453481" sldId="1208"/>
            <ac:cxnSpMk id="106" creationId="{C69C10A7-6FBB-4CB6-89C6-20A9FAFA71B8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17" creationId="{212ED298-1FB7-4FDA-94F0-C27DA0BB1F49}"/>
          </ac:cxnSpMkLst>
        </pc:cxnChg>
        <pc:cxnChg chg="add del mod">
          <ac:chgData name="park sehun" userId="a5dd5dda71ea150a" providerId="LiveId" clId="{C43683D0-D4D9-4BED-9220-AD1E10ADF921}" dt="2020-04-20T03:15:24.648" v="2162" actId="478"/>
          <ac:cxnSpMkLst>
            <pc:docMk/>
            <pc:sldMk cId="3781453481" sldId="1208"/>
            <ac:cxnSpMk id="118" creationId="{0D2AE1B5-FABC-4BD3-B92B-472197CFADE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20" creationId="{4B091FDF-EA11-4AE6-AFE4-055F7719D4EB}"/>
          </ac:cxnSpMkLst>
        </pc:cxnChg>
        <pc:cxnChg chg="add del mod">
          <ac:chgData name="park sehun" userId="a5dd5dda71ea150a" providerId="LiveId" clId="{C43683D0-D4D9-4BED-9220-AD1E10ADF921}" dt="2020-04-20T03:28:52.408" v="3017" actId="478"/>
          <ac:cxnSpMkLst>
            <pc:docMk/>
            <pc:sldMk cId="3781453481" sldId="1208"/>
            <ac:cxnSpMk id="122" creationId="{D85FC46F-A98D-435A-9F17-6375201AF6BB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5" creationId="{6349BBF5-BA81-49B5-B233-F7551FB14978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7" creationId="{6B0152B4-DE92-476E-A935-A776E3ACA819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8" creationId="{145C4FD7-29A2-4ACA-ABB9-D9CED2E7BE49}"/>
          </ac:cxnSpMkLst>
        </pc:cxnChg>
        <pc:cxnChg chg="add del mod">
          <ac:chgData name="park sehun" userId="a5dd5dda71ea150a" providerId="LiveId" clId="{C43683D0-D4D9-4BED-9220-AD1E10ADF921}" dt="2020-04-20T03:20:44.541" v="2533" actId="478"/>
          <ac:cxnSpMkLst>
            <pc:docMk/>
            <pc:sldMk cId="3781453481" sldId="1208"/>
            <ac:cxnSpMk id="162" creationId="{7CE3F499-9F3B-40B3-BAA9-53A05EDAC5BA}"/>
          </ac:cxnSpMkLst>
        </pc:cxnChg>
        <pc:cxnChg chg="add">
          <ac:chgData name="park sehun" userId="a5dd5dda71ea150a" providerId="LiveId" clId="{C43683D0-D4D9-4BED-9220-AD1E10ADF921}" dt="2020-04-20T03:19:17.696" v="2435"/>
          <ac:cxnSpMkLst>
            <pc:docMk/>
            <pc:sldMk cId="3781453481" sldId="1208"/>
            <ac:cxnSpMk id="165" creationId="{7658C0C1-DD6C-492F-9139-CB551BE558ED}"/>
          </ac:cxnSpMkLst>
        </pc:cxnChg>
        <pc:cxnChg chg="add mod">
          <ac:chgData name="park sehun" userId="a5dd5dda71ea150a" providerId="LiveId" clId="{C43683D0-D4D9-4BED-9220-AD1E10ADF921}" dt="2020-04-20T03:20:37.807" v="2532" actId="14100"/>
          <ac:cxnSpMkLst>
            <pc:docMk/>
            <pc:sldMk cId="3781453481" sldId="1208"/>
            <ac:cxnSpMk id="168" creationId="{C57B0319-933B-45EC-BA4C-4A641198DA50}"/>
          </ac:cxnSpMkLst>
        </pc:cxnChg>
        <pc:cxnChg chg="add mod">
          <ac:chgData name="park sehun" userId="a5dd5dda71ea150a" providerId="LiveId" clId="{C43683D0-D4D9-4BED-9220-AD1E10ADF921}" dt="2020-04-20T03:20:53.600" v="2570" actId="1036"/>
          <ac:cxnSpMkLst>
            <pc:docMk/>
            <pc:sldMk cId="3781453481" sldId="1208"/>
            <ac:cxnSpMk id="177" creationId="{F41504FE-66A2-4EDC-9DCF-CE5EB9113CF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79" creationId="{2003C1DE-AFBB-4800-80D5-866326CABC41}"/>
          </ac:cxnSpMkLst>
        </pc:cxnChg>
        <pc:cxnChg chg="add del mod">
          <ac:chgData name="park sehun" userId="a5dd5dda71ea150a" providerId="LiveId" clId="{C43683D0-D4D9-4BED-9220-AD1E10ADF921}" dt="2020-04-20T03:24:17.272" v="2792"/>
          <ac:cxnSpMkLst>
            <pc:docMk/>
            <pc:sldMk cId="3781453481" sldId="1208"/>
            <ac:cxnSpMk id="181" creationId="{4BE1FDEA-3541-460A-84D0-260724245E7B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86" creationId="{078EB9DE-54B0-4215-8D79-AFC20792A93F}"/>
          </ac:cxnSpMkLst>
        </pc:cxnChg>
        <pc:cxnChg chg="add mod ord">
          <ac:chgData name="park sehun" userId="a5dd5dda71ea150a" providerId="LiveId" clId="{C43683D0-D4D9-4BED-9220-AD1E10ADF921}" dt="2020-04-27T02:26:23.520" v="11678" actId="14100"/>
          <ac:cxnSpMkLst>
            <pc:docMk/>
            <pc:sldMk cId="3781453481" sldId="1208"/>
            <ac:cxnSpMk id="203" creationId="{303B5C7B-ABE3-44E4-AD3D-DE7397C59F3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08" creationId="{E394138D-81D8-4F1E-A327-E47364CD9E7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20" creationId="{28E572D5-5F04-4EE9-9457-4FB5368FD8C3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35" creationId="{9D587F4E-7931-4EB4-82AF-81E6C681B476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5" creationId="{AC37B69E-8012-4C92-84CE-0B2600DFE93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7" creationId="{B4576EF1-57AD-4E61-ACE5-D2A4EAA8AD7E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9" creationId="{99766F95-056E-4E0F-BE65-4C1B3045500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63" creationId="{B79AA4D7-B438-448D-849A-6F1633CC2A7F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64" creationId="{F80E9979-538A-4740-8AD9-8600CE74B93D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73" creationId="{367AA08F-D2CB-4B48-AF93-1A811D06B01C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79" creationId="{79E3868E-3769-4CAF-82E2-A81727FA291D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91" creationId="{B4A388BA-24F0-4FF0-9D85-AE3DD2408B42}"/>
          </ac:cxnSpMkLst>
        </pc:cxnChg>
      </pc:sldChg>
      <pc:sldChg chg="addSp delSp modSp add ord">
        <pc:chgData name="park sehun" userId="a5dd5dda71ea150a" providerId="LiveId" clId="{C43683D0-D4D9-4BED-9220-AD1E10ADF921}" dt="2020-04-20T05:40:22.745" v="4208"/>
        <pc:sldMkLst>
          <pc:docMk/>
          <pc:sldMk cId="4159965400" sldId="1209"/>
        </pc:sldMkLst>
        <pc:spChg chg="mod">
          <ac:chgData name="park sehun" userId="a5dd5dda71ea150a" providerId="LiveId" clId="{C43683D0-D4D9-4BED-9220-AD1E10ADF921}" dt="2020-04-20T05:33:18.316" v="4019" actId="1037"/>
          <ac:spMkLst>
            <pc:docMk/>
            <pc:sldMk cId="4159965400" sldId="1209"/>
            <ac:spMk id="42" creationId="{B1C9A060-973F-44B0-87E2-38BF88A3FD4E}"/>
          </ac:spMkLst>
        </pc:spChg>
        <pc:spChg chg="mod">
          <ac:chgData name="park sehun" userId="a5dd5dda71ea150a" providerId="LiveId" clId="{C43683D0-D4D9-4BED-9220-AD1E10ADF921}" dt="2020-04-20T02:54:45.226" v="1565"/>
          <ac:spMkLst>
            <pc:docMk/>
            <pc:sldMk cId="4159965400" sldId="1209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5:40:22.745" v="4208"/>
          <ac:spMkLst>
            <pc:docMk/>
            <pc:sldMk cId="4159965400" sldId="1209"/>
            <ac:spMk id="62466" creationId="{00000000-0000-0000-0000-000000000000}"/>
          </ac:spMkLst>
        </pc:spChg>
        <pc:graphicFrameChg chg="add mod">
          <ac:chgData name="park sehun" userId="a5dd5dda71ea150a" providerId="LiveId" clId="{C43683D0-D4D9-4BED-9220-AD1E10ADF921}" dt="2020-04-20T05:33:18.316" v="4019" actId="1037"/>
          <ac:graphicFrameMkLst>
            <pc:docMk/>
            <pc:sldMk cId="4159965400" sldId="1209"/>
            <ac:graphicFrameMk id="30" creationId="{DBF1DB92-50D9-45BF-9879-7BE559572975}"/>
          </ac:graphicFrameMkLst>
        </pc:graphicFrameChg>
        <pc:graphicFrameChg chg="mod">
          <ac:chgData name="park sehun" userId="a5dd5dda71ea150a" providerId="LiveId" clId="{C43683D0-D4D9-4BED-9220-AD1E10ADF921}" dt="2020-04-20T05:33:30.053" v="4025" actId="1038"/>
          <ac:graphicFrameMkLst>
            <pc:docMk/>
            <pc:sldMk cId="4159965400" sldId="1209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C43683D0-D4D9-4BED-9220-AD1E10ADF921}" dt="2020-04-20T02:49:36.446" v="1315" actId="478"/>
          <ac:graphicFrameMkLst>
            <pc:docMk/>
            <pc:sldMk cId="4159965400" sldId="1209"/>
            <ac:graphicFrameMk id="37" creationId="{B404B55C-E378-450B-8567-8123BE4AEFCE}"/>
          </ac:graphicFrameMkLst>
        </pc:graphicFrameChg>
        <pc:graphicFrameChg chg="modGraphic">
          <ac:chgData name="park sehun" userId="a5dd5dda71ea150a" providerId="LiveId" clId="{C43683D0-D4D9-4BED-9220-AD1E10ADF921}" dt="2020-04-20T02:55:14.325" v="1572" actId="20577"/>
          <ac:graphicFrameMkLst>
            <pc:docMk/>
            <pc:sldMk cId="4159965400" sldId="1209"/>
            <ac:graphicFrameMk id="52" creationId="{6F811F15-16A0-485B-BCFE-7F89A807F64A}"/>
          </ac:graphicFrameMkLst>
        </pc:graphicFrameChg>
        <pc:cxnChg chg="mod">
          <ac:chgData name="park sehun" userId="a5dd5dda71ea150a" providerId="LiveId" clId="{C43683D0-D4D9-4BED-9220-AD1E10ADF921}" dt="2020-04-20T05:33:22.277" v="4020" actId="14100"/>
          <ac:cxnSpMkLst>
            <pc:docMk/>
            <pc:sldMk cId="4159965400" sldId="1209"/>
            <ac:cxnSpMk id="39" creationId="{C851932A-4916-4E8E-ADCE-BBDCE58175C0}"/>
          </ac:cxnSpMkLst>
        </pc:cxnChg>
        <pc:cxnChg chg="mod">
          <ac:chgData name="park sehun" userId="a5dd5dda71ea150a" providerId="LiveId" clId="{C43683D0-D4D9-4BED-9220-AD1E10ADF921}" dt="2020-04-20T05:33:30.053" v="4025" actId="1038"/>
          <ac:cxnSpMkLst>
            <pc:docMk/>
            <pc:sldMk cId="4159965400" sldId="1209"/>
            <ac:cxnSpMk id="46" creationId="{ED63783E-00B0-4DE2-BAA1-7DBBAD23574D}"/>
          </ac:cxnSpMkLst>
        </pc:cxnChg>
        <pc:cxnChg chg="mod">
          <ac:chgData name="park sehun" userId="a5dd5dda71ea150a" providerId="LiveId" clId="{C43683D0-D4D9-4BED-9220-AD1E10ADF921}" dt="2020-04-20T05:33:30.053" v="4025" actId="1038"/>
          <ac:cxnSpMkLst>
            <pc:docMk/>
            <pc:sldMk cId="4159965400" sldId="1209"/>
            <ac:cxnSpMk id="57" creationId="{C10A3DDC-B8D7-49AB-8B6F-E5602E2EA736}"/>
          </ac:cxnSpMkLst>
        </pc:cxnChg>
      </pc:sldChg>
      <pc:sldChg chg="add del">
        <pc:chgData name="park sehun" userId="a5dd5dda71ea150a" providerId="LiveId" clId="{C43683D0-D4D9-4BED-9220-AD1E10ADF921}" dt="2020-04-20T05:36:27.417" v="4206" actId="47"/>
        <pc:sldMkLst>
          <pc:docMk/>
          <pc:sldMk cId="168730994" sldId="1210"/>
        </pc:sldMkLst>
      </pc:sldChg>
      <pc:sldChg chg="modSp add del">
        <pc:chgData name="park sehun" userId="a5dd5dda71ea150a" providerId="LiveId" clId="{C43683D0-D4D9-4BED-9220-AD1E10ADF921}" dt="2020-04-20T06:04:56.662" v="5445" actId="47"/>
        <pc:sldMkLst>
          <pc:docMk/>
          <pc:sldMk cId="1580370531" sldId="1210"/>
        </pc:sldMkLst>
        <pc:spChg chg="mod">
          <ac:chgData name="park sehun" userId="a5dd5dda71ea150a" providerId="LiveId" clId="{C43683D0-D4D9-4BED-9220-AD1E10ADF921}" dt="2020-04-20T05:42:15.592" v="4211"/>
          <ac:spMkLst>
            <pc:docMk/>
            <pc:sldMk cId="1580370531" sldId="1210"/>
            <ac:spMk id="62466" creationId="{00000000-0000-0000-0000-000000000000}"/>
          </ac:spMkLst>
        </pc:spChg>
      </pc:sldChg>
      <pc:sldChg chg="addSp delSp modSp add delAnim modNotesTx">
        <pc:chgData name="park sehun" userId="a5dd5dda71ea150a" providerId="LiveId" clId="{C43683D0-D4D9-4BED-9220-AD1E10ADF921}" dt="2020-04-20T06:04:36.269" v="5444" actId="6549"/>
        <pc:sldMkLst>
          <pc:docMk/>
          <pc:sldMk cId="4281092093" sldId="1211"/>
        </pc:sldMkLst>
        <pc:spChg chg="mod">
          <ac:chgData name="park sehun" userId="a5dd5dda71ea150a" providerId="LiveId" clId="{C43683D0-D4D9-4BED-9220-AD1E10ADF921}" dt="2020-04-20T05:50:23.864" v="4512" actId="20577"/>
          <ac:spMkLst>
            <pc:docMk/>
            <pc:sldMk cId="4281092093" sldId="1211"/>
            <ac:spMk id="4" creationId="{9DA76C4A-1B38-4C07-A24B-3F7114B667CD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10" creationId="{F9AEA2BA-799E-470C-87A7-61505A44881D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29" creationId="{B905D88A-DEF2-4395-816E-0E8DB9210F39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32" creationId="{7B2A9D1B-6100-4E94-BE12-672593546DCC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40" creationId="{067DF4BC-D816-476B-B6CF-496EC5944DAE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41" creationId="{C92C3A17-9069-46C5-BD77-77274CF61402}"/>
          </ac:spMkLst>
        </pc:spChg>
        <pc:spChg chg="mod">
          <ac:chgData name="park sehun" userId="a5dd5dda71ea150a" providerId="LiveId" clId="{C43683D0-D4D9-4BED-9220-AD1E10ADF921}" dt="2020-04-20T05:59:04.483" v="4937" actId="1076"/>
          <ac:spMkLst>
            <pc:docMk/>
            <pc:sldMk cId="4281092093" sldId="1211"/>
            <ac:spMk id="42" creationId="{B1C9A060-973F-44B0-87E2-38BF88A3FD4E}"/>
          </ac:spMkLst>
        </pc:spChg>
        <pc:spChg chg="mod">
          <ac:chgData name="park sehun" userId="a5dd5dda71ea150a" providerId="LiveId" clId="{C43683D0-D4D9-4BED-9220-AD1E10ADF921}" dt="2020-04-20T05:59:59.973" v="5158" actId="1038"/>
          <ac:spMkLst>
            <pc:docMk/>
            <pc:sldMk cId="4281092093" sldId="1211"/>
            <ac:spMk id="43" creationId="{8EF3060A-A8CF-4439-A760-418616147283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44" creationId="{390CF0EA-5978-4C4F-A088-2D4C70EBC793}"/>
          </ac:spMkLst>
        </pc:spChg>
        <pc:spChg chg="mod">
          <ac:chgData name="park sehun" userId="a5dd5dda71ea150a" providerId="LiveId" clId="{C43683D0-D4D9-4BED-9220-AD1E10ADF921}" dt="2020-04-20T06:02:23.181" v="5232" actId="1036"/>
          <ac:spMkLst>
            <pc:docMk/>
            <pc:sldMk cId="4281092093" sldId="1211"/>
            <ac:spMk id="45" creationId="{A1B408C6-843F-4A9F-BBA4-416D9B02B161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5:51:14.884" v="4548" actId="20577"/>
          <ac:spMkLst>
            <pc:docMk/>
            <pc:sldMk cId="4281092093" sldId="1211"/>
            <ac:spMk id="51" creationId="{6E497FE8-ACB2-4270-AE46-10B163AEEAD0}"/>
          </ac:spMkLst>
        </pc:spChg>
        <pc:spChg chg="add mod">
          <ac:chgData name="park sehun" userId="a5dd5dda71ea150a" providerId="LiveId" clId="{C43683D0-D4D9-4BED-9220-AD1E10ADF921}" dt="2020-04-20T05:55:05.445" v="4703" actId="1076"/>
          <ac:spMkLst>
            <pc:docMk/>
            <pc:sldMk cId="4281092093" sldId="1211"/>
            <ac:spMk id="52" creationId="{03516CA8-42D3-4B71-89F7-4FA963E8AC46}"/>
          </ac:spMkLst>
        </pc:spChg>
        <pc:spChg chg="mod">
          <ac:chgData name="park sehun" userId="a5dd5dda71ea150a" providerId="LiveId" clId="{C43683D0-D4D9-4BED-9220-AD1E10ADF921}" dt="2020-04-20T06:00:26.802" v="5169" actId="20577"/>
          <ac:spMkLst>
            <pc:docMk/>
            <pc:sldMk cId="4281092093" sldId="1211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5:47:12.790" v="4453" actId="20577"/>
          <ac:spMkLst>
            <pc:docMk/>
            <pc:sldMk cId="4281092093" sldId="1211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5:47:43.575" v="4457" actId="478"/>
          <ac:spMkLst>
            <pc:docMk/>
            <pc:sldMk cId="4281092093" sldId="1211"/>
            <ac:spMk id="55" creationId="{03A165D2-3D2D-4C51-844B-512A16A883D0}"/>
          </ac:spMkLst>
        </pc:spChg>
        <pc:spChg chg="del">
          <ac:chgData name="park sehun" userId="a5dd5dda71ea150a" providerId="LiveId" clId="{C43683D0-D4D9-4BED-9220-AD1E10ADF921}" dt="2020-04-20T05:52:54.965" v="4591" actId="478"/>
          <ac:spMkLst>
            <pc:docMk/>
            <pc:sldMk cId="4281092093" sldId="1211"/>
            <ac:spMk id="56" creationId="{BB41BF06-9C33-4E67-B580-716DF1A1550F}"/>
          </ac:spMkLst>
        </pc:spChg>
        <pc:spChg chg="del">
          <ac:chgData name="park sehun" userId="a5dd5dda71ea150a" providerId="LiveId" clId="{C43683D0-D4D9-4BED-9220-AD1E10ADF921}" dt="2020-04-20T05:47:39.494" v="4455" actId="478"/>
          <ac:spMkLst>
            <pc:docMk/>
            <pc:sldMk cId="4281092093" sldId="1211"/>
            <ac:spMk id="61" creationId="{564B67B8-3547-4D76-B4AD-EBE3D12F0D39}"/>
          </ac:spMkLst>
        </pc:spChg>
        <pc:spChg chg="del mod">
          <ac:chgData name="park sehun" userId="a5dd5dda71ea150a" providerId="LiveId" clId="{C43683D0-D4D9-4BED-9220-AD1E10ADF921}" dt="2020-04-20T05:52:52.229" v="4590" actId="478"/>
          <ac:spMkLst>
            <pc:docMk/>
            <pc:sldMk cId="4281092093" sldId="1211"/>
            <ac:spMk id="63" creationId="{8CF57F6D-10C1-4AB8-AFA1-02FA3FA793E8}"/>
          </ac:spMkLst>
        </pc:spChg>
        <pc:spChg chg="add mod">
          <ac:chgData name="park sehun" userId="a5dd5dda71ea150a" providerId="LiveId" clId="{C43683D0-D4D9-4BED-9220-AD1E10ADF921}" dt="2020-04-20T05:56:17.380" v="4771" actId="1037"/>
          <ac:spMkLst>
            <pc:docMk/>
            <pc:sldMk cId="4281092093" sldId="1211"/>
            <ac:spMk id="67" creationId="{0D9D1E2A-D0A2-4FE7-B197-2EFFBA5D1A09}"/>
          </ac:spMkLst>
        </pc:spChg>
        <pc:spChg chg="add mod">
          <ac:chgData name="park sehun" userId="a5dd5dda71ea150a" providerId="LiveId" clId="{C43683D0-D4D9-4BED-9220-AD1E10ADF921}" dt="2020-04-20T05:59:18.068" v="4988" actId="1036"/>
          <ac:spMkLst>
            <pc:docMk/>
            <pc:sldMk cId="4281092093" sldId="1211"/>
            <ac:spMk id="70" creationId="{B387CF70-D830-47D8-9D87-B17252F27E48}"/>
          </ac:spMkLst>
        </pc:spChg>
        <pc:spChg chg="del">
          <ac:chgData name="park sehun" userId="a5dd5dda71ea150a" providerId="LiveId" clId="{C43683D0-D4D9-4BED-9220-AD1E10ADF921}" dt="2020-04-20T05:47:41.634" v="4456" actId="478"/>
          <ac:spMkLst>
            <pc:docMk/>
            <pc:sldMk cId="4281092093" sldId="1211"/>
            <ac:spMk id="71" creationId="{68612BC9-CDE7-495C-BD01-5B173DA8540C}"/>
          </ac:spMkLst>
        </pc:spChg>
        <pc:spChg chg="add mod">
          <ac:chgData name="park sehun" userId="a5dd5dda71ea150a" providerId="LiveId" clId="{C43683D0-D4D9-4BED-9220-AD1E10ADF921}" dt="2020-04-20T05:59:21.815" v="5014" actId="1035"/>
          <ac:spMkLst>
            <pc:docMk/>
            <pc:sldMk cId="4281092093" sldId="1211"/>
            <ac:spMk id="72" creationId="{1093BFF0-5363-4B76-9605-BAAD5018D494}"/>
          </ac:spMkLst>
        </pc:spChg>
        <pc:spChg chg="add mod">
          <ac:chgData name="park sehun" userId="a5dd5dda71ea150a" providerId="LiveId" clId="{C43683D0-D4D9-4BED-9220-AD1E10ADF921}" dt="2020-04-20T05:59:30.278" v="5039" actId="20577"/>
          <ac:spMkLst>
            <pc:docMk/>
            <pc:sldMk cId="4281092093" sldId="1211"/>
            <ac:spMk id="73" creationId="{1883C4F8-BD04-48C9-BDE5-DD2070F21DAF}"/>
          </ac:spMkLst>
        </pc:spChg>
        <pc:spChg chg="add mod">
          <ac:chgData name="park sehun" userId="a5dd5dda71ea150a" providerId="LiveId" clId="{C43683D0-D4D9-4BED-9220-AD1E10ADF921}" dt="2020-04-20T06:03:23.013" v="5406" actId="1036"/>
          <ac:spMkLst>
            <pc:docMk/>
            <pc:sldMk cId="4281092093" sldId="1211"/>
            <ac:spMk id="74" creationId="{E5F8E690-ACEC-4227-B405-693F7AC18798}"/>
          </ac:spMkLst>
        </pc:spChg>
        <pc:spChg chg="add mod">
          <ac:chgData name="park sehun" userId="a5dd5dda71ea150a" providerId="LiveId" clId="{C43683D0-D4D9-4BED-9220-AD1E10ADF921}" dt="2020-04-20T06:02:33.563" v="5252" actId="20577"/>
          <ac:spMkLst>
            <pc:docMk/>
            <pc:sldMk cId="4281092093" sldId="1211"/>
            <ac:spMk id="75" creationId="{7AC08CE9-1913-4899-8E4C-B4028663D46C}"/>
          </ac:spMkLst>
        </pc:spChg>
        <pc:spChg chg="del mod">
          <ac:chgData name="park sehun" userId="a5dd5dda71ea150a" providerId="LiveId" clId="{C43683D0-D4D9-4BED-9220-AD1E10ADF921}" dt="2020-04-20T05:53:04.210" v="4595" actId="478"/>
          <ac:spMkLst>
            <pc:docMk/>
            <pc:sldMk cId="4281092093" sldId="1211"/>
            <ac:spMk id="76" creationId="{B5EB5AE6-A589-4A54-B05C-856791F34305}"/>
          </ac:spMkLst>
        </pc:spChg>
        <pc:spChg chg="del">
          <ac:chgData name="park sehun" userId="a5dd5dda71ea150a" providerId="LiveId" clId="{C43683D0-D4D9-4BED-9220-AD1E10ADF921}" dt="2020-04-20T05:47:37.662" v="4454" actId="478"/>
          <ac:spMkLst>
            <pc:docMk/>
            <pc:sldMk cId="4281092093" sldId="1211"/>
            <ac:spMk id="77" creationId="{A1C9CBBB-442E-4A27-BC56-34EE4B2C71D5}"/>
          </ac:spMkLst>
        </pc:spChg>
        <pc:spChg chg="del">
          <ac:chgData name="park sehun" userId="a5dd5dda71ea150a" providerId="LiveId" clId="{C43683D0-D4D9-4BED-9220-AD1E10ADF921}" dt="2020-04-20T05:52:57.704" v="4592" actId="478"/>
          <ac:spMkLst>
            <pc:docMk/>
            <pc:sldMk cId="4281092093" sldId="1211"/>
            <ac:spMk id="78" creationId="{0B83E74A-4A4E-4E0C-AD94-7D5E324DE748}"/>
          </ac:spMkLst>
        </pc:spChg>
        <pc:spChg chg="add mod">
          <ac:chgData name="park sehun" userId="a5dd5dda71ea150a" providerId="LiveId" clId="{C43683D0-D4D9-4BED-9220-AD1E10ADF921}" dt="2020-04-20T06:03:32.708" v="5415" actId="1038"/>
          <ac:spMkLst>
            <pc:docMk/>
            <pc:sldMk cId="4281092093" sldId="1211"/>
            <ac:spMk id="79" creationId="{B405020A-BE9D-48A5-8B2E-F7B7DD0360D7}"/>
          </ac:spMkLst>
        </pc:spChg>
        <pc:spChg chg="add mod">
          <ac:chgData name="park sehun" userId="a5dd5dda71ea150a" providerId="LiveId" clId="{C43683D0-D4D9-4BED-9220-AD1E10ADF921}" dt="2020-04-20T06:03:26.677" v="5408" actId="1036"/>
          <ac:spMkLst>
            <pc:docMk/>
            <pc:sldMk cId="4281092093" sldId="1211"/>
            <ac:spMk id="80" creationId="{37B3D2FC-7048-40B8-A426-85ED31E64E52}"/>
          </ac:spMkLst>
        </pc:spChg>
        <pc:spChg chg="add mod">
          <ac:chgData name="park sehun" userId="a5dd5dda71ea150a" providerId="LiveId" clId="{C43683D0-D4D9-4BED-9220-AD1E10ADF921}" dt="2020-04-20T06:03:37.509" v="5417" actId="1035"/>
          <ac:spMkLst>
            <pc:docMk/>
            <pc:sldMk cId="4281092093" sldId="1211"/>
            <ac:spMk id="81" creationId="{14F1C483-95D8-4DCE-BC95-98459742FD6F}"/>
          </ac:spMkLst>
        </pc:spChg>
        <pc:spChg chg="add mod">
          <ac:chgData name="park sehun" userId="a5dd5dda71ea150a" providerId="LiveId" clId="{C43683D0-D4D9-4BED-9220-AD1E10ADF921}" dt="2020-04-20T06:04:00.020" v="5442" actId="20577"/>
          <ac:spMkLst>
            <pc:docMk/>
            <pc:sldMk cId="4281092093" sldId="1211"/>
            <ac:spMk id="82" creationId="{DEE3959A-E83D-42DF-95F0-CEA425AAEF65}"/>
          </ac:spMkLst>
        </pc:spChg>
        <pc:spChg chg="mod">
          <ac:chgData name="park sehun" userId="a5dd5dda71ea150a" providerId="LiveId" clId="{C43683D0-D4D9-4BED-9220-AD1E10ADF921}" dt="2020-04-20T05:43:50.560" v="4213"/>
          <ac:spMkLst>
            <pc:docMk/>
            <pc:sldMk cId="4281092093" sldId="1211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0T05:53:14.460" v="4607" actId="1036"/>
          <ac:graphicFrameMkLst>
            <pc:docMk/>
            <pc:sldMk cId="4281092093" sldId="1211"/>
            <ac:graphicFrameMk id="2" creationId="{811A7EBA-E1AD-458F-8685-69A517FB66EB}"/>
          </ac:graphicFrameMkLst>
        </pc:graphicFrameChg>
        <pc:graphicFrameChg chg="add del mod">
          <ac:chgData name="park sehun" userId="a5dd5dda71ea150a" providerId="LiveId" clId="{C43683D0-D4D9-4BED-9220-AD1E10ADF921}" dt="2020-04-20T05:55:46.188" v="4725" actId="478"/>
          <ac:graphicFrameMkLst>
            <pc:docMk/>
            <pc:sldMk cId="4281092093" sldId="1211"/>
            <ac:graphicFrameMk id="36" creationId="{08881BD9-DC01-46DF-9742-A9787B92A60F}"/>
          </ac:graphicFrameMkLst>
        </pc:graphicFrameChg>
        <pc:graphicFrameChg chg="mod modGraphic">
          <ac:chgData name="park sehun" userId="a5dd5dda71ea150a" providerId="LiveId" clId="{C43683D0-D4D9-4BED-9220-AD1E10ADF921}" dt="2020-04-20T05:54:18.068" v="4674" actId="1035"/>
          <ac:graphicFrameMkLst>
            <pc:docMk/>
            <pc:sldMk cId="4281092093" sldId="1211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C43683D0-D4D9-4BED-9220-AD1E10ADF921}" dt="2020-04-20T05:54:09.324" v="4658" actId="478"/>
          <ac:graphicFrameMkLst>
            <pc:docMk/>
            <pc:sldMk cId="4281092093" sldId="1211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0T05:55:30.963" v="4724" actId="20577"/>
          <ac:graphicFrameMkLst>
            <pc:docMk/>
            <pc:sldMk cId="4281092093" sldId="1211"/>
            <ac:graphicFrameMk id="49" creationId="{322D74D3-1E39-4F43-830A-BFEC933AE1FE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58" creationId="{F317B2E5-6EAD-49B1-837E-888D29D51389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59" creationId="{B1857691-C5F7-445E-A759-5BB7A01E7DE1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62" creationId="{A0C4B59B-9259-4FFF-91D0-5B7500DE551D}"/>
          </ac:graphicFrameMkLst>
        </pc:graphicFrameChg>
        <pc:cxnChg chg="mod">
          <ac:chgData name="park sehun" userId="a5dd5dda71ea150a" providerId="LiveId" clId="{C43683D0-D4D9-4BED-9220-AD1E10ADF921}" dt="2020-04-20T05:55:05.445" v="4703" actId="1076"/>
          <ac:cxnSpMkLst>
            <pc:docMk/>
            <pc:sldMk cId="4281092093" sldId="1211"/>
            <ac:cxnSpMk id="39" creationId="{C851932A-4916-4E8E-ADCE-BBDCE58175C0}"/>
          </ac:cxnSpMkLst>
        </pc:cxnChg>
        <pc:cxnChg chg="del mod">
          <ac:chgData name="park sehun" userId="a5dd5dda71ea150a" providerId="LiveId" clId="{C43683D0-D4D9-4BED-9220-AD1E10ADF921}" dt="2020-04-20T05:55:46.188" v="4725" actId="478"/>
          <ac:cxnSpMkLst>
            <pc:docMk/>
            <pc:sldMk cId="4281092093" sldId="1211"/>
            <ac:cxnSpMk id="46" creationId="{ED63783E-00B0-4DE2-BAA1-7DBBAD23574D}"/>
          </ac:cxnSpMkLst>
        </pc:cxnChg>
        <pc:cxnChg chg="del">
          <ac:chgData name="park sehun" userId="a5dd5dda71ea150a" providerId="LiveId" clId="{C43683D0-D4D9-4BED-9220-AD1E10ADF921}" dt="2020-04-20T05:55:46.188" v="4725" actId="478"/>
          <ac:cxnSpMkLst>
            <pc:docMk/>
            <pc:sldMk cId="4281092093" sldId="1211"/>
            <ac:cxnSpMk id="48" creationId="{1F0AC650-39C6-425E-9CBF-0F333F010677}"/>
          </ac:cxnSpMkLst>
        </pc:cxnChg>
        <pc:cxnChg chg="add mod">
          <ac:chgData name="park sehun" userId="a5dd5dda71ea150a" providerId="LiveId" clId="{C43683D0-D4D9-4BED-9220-AD1E10ADF921}" dt="2020-04-20T05:55:26.540" v="4719" actId="1036"/>
          <ac:cxnSpMkLst>
            <pc:docMk/>
            <pc:sldMk cId="4281092093" sldId="1211"/>
            <ac:cxnSpMk id="57" creationId="{B000BEB6-A138-4AE8-839D-52FB73914601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0" creationId="{349CCEEA-C45E-41A2-9B24-A9336CC0A39C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8" creationId="{933AE329-BB7C-4770-8AA2-9ACE76B90A61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9" creationId="{25D10368-56B5-47FA-9332-EA42D2760BEA}"/>
          </ac:cxnSpMkLst>
        </pc:cxnChg>
      </pc:sldChg>
      <pc:sldChg chg="addSp delSp modSp add modAnim">
        <pc:chgData name="park sehun" userId="a5dd5dda71ea150a" providerId="LiveId" clId="{C43683D0-D4D9-4BED-9220-AD1E10ADF921}" dt="2020-04-20T07:02:39.575" v="6280" actId="478"/>
        <pc:sldMkLst>
          <pc:docMk/>
          <pc:sldMk cId="3595305684" sldId="1212"/>
        </pc:sldMkLst>
        <pc:spChg chg="add mod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3" creationId="{91CAE03D-76B5-4BB3-AFEA-A0E051BF4A9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" creationId="{9DA76C4A-1B38-4C07-A24B-3F7114B667CD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29" creationId="{B905D88A-DEF2-4395-816E-0E8DB9210F39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4" creationId="{390CF0EA-5978-4C4F-A088-2D4C70EBC793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7:02:26.733" v="6279"/>
          <ac:spMkLst>
            <pc:docMk/>
            <pc:sldMk cId="3595305684" sldId="1212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61" creationId="{564B67B8-3547-4D76-B4AD-EBE3D12F0D39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67" creationId="{E0764F22-D0C3-4645-90C2-1F683D54B16B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1" creationId="{68612BC9-CDE7-495C-BD01-5B173DA8540C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7" creationId="{A1C9CBBB-442E-4A27-BC56-34EE4B2C71D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9" creationId="{A951E3B4-AD16-48AC-955D-E4A7EBE0EAD8}"/>
          </ac:spMkLst>
        </pc:spChg>
        <pc:spChg chg="mod">
          <ac:chgData name="park sehun" userId="a5dd5dda71ea150a" providerId="LiveId" clId="{C43683D0-D4D9-4BED-9220-AD1E10ADF921}" dt="2020-04-20T07:02:17.307" v="6267" actId="6549"/>
          <ac:spMkLst>
            <pc:docMk/>
            <pc:sldMk cId="3595305684" sldId="1212"/>
            <ac:spMk id="62466" creationId="{00000000-0000-0000-0000-000000000000}"/>
          </ac:spMkLst>
        </pc:sp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2" creationId="{B38F4016-3A99-4D13-A24F-D2CE37D0F7CF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3" creationId="{425057D4-8B04-45BF-848C-E099E6C4F67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5" creationId="{D42FCB12-D95D-4637-AEFB-A5B46FFFE69E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9" creationId="{7D6C96EB-DF84-403B-8082-150F2D6B09E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2" creationId="{AA3823FD-3347-4382-8970-CB5BB1CBF4C3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7" creationId="{FE446AD7-D469-498B-A0BC-714AE4F3A23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8" creationId="{F967257F-3565-478C-9674-5339408F3497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68" creationId="{6009DEB4-06BB-4D4C-B5A2-BC6924AEC812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69" creationId="{04BC5D41-31C6-49D6-9270-3C3A6E74A81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70" creationId="{362FCB37-2BC2-46E0-ABB8-8DFFA973F46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72" creationId="{5440D69C-441C-4618-BB44-0AA8626259F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0" creationId="{0AFC8000-C27F-4D54-B01C-4EF5AEBE818F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1" creationId="{5369E0A6-C624-4A29-8BE0-169F30F525B8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2" creationId="{47E92242-4430-49C4-8D29-0A5244A65937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3" creationId="{7667D68B-90C5-46B4-B3C6-AB3605E4B218}"/>
          </ac:graphicFrameMkLst>
        </pc:graphicFrame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12" creationId="{B8AA127B-AD8A-42FE-824A-2F28744C5A72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59" creationId="{65D8F20C-26B9-4A3C-B31E-D491E42800BA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60" creationId="{87CF2606-D3D7-4684-A78C-BF2C8365B1E8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62" creationId="{16ABFDED-741C-40AE-81EE-8A14ACF41FB8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3" creationId="{9A30E74A-F850-49D1-B1D5-E541933E6D16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4" creationId="{99956735-793C-4DC4-97B1-A91B98698BC5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5" creationId="{24008AEB-51C2-4C6E-B644-50D3B568CF5D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4" creationId="{DDC63F22-04D0-480A-962A-4F0B490306F6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5" creationId="{FADA253E-6EFD-463B-A75B-7C3D9E56C7A5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6" creationId="{4C24C48F-48EA-46D3-B2EB-84F57560054B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7" creationId="{DF47BA7A-5D49-4766-80E6-8C0E2040B184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8" creationId="{097B7E9B-ACE1-48EB-AA3D-37AA74F1163E}"/>
          </ac:cxnSpMkLst>
        </pc:cxnChg>
      </pc:sldChg>
      <pc:sldChg chg="modSp add">
        <pc:chgData name="park sehun" userId="a5dd5dda71ea150a" providerId="LiveId" clId="{C43683D0-D4D9-4BED-9220-AD1E10ADF921}" dt="2020-04-20T07:03:08.543" v="6282"/>
        <pc:sldMkLst>
          <pc:docMk/>
          <pc:sldMk cId="1466102245" sldId="1213"/>
        </pc:sldMkLst>
        <pc:spChg chg="mod">
          <ac:chgData name="park sehun" userId="a5dd5dda71ea150a" providerId="LiveId" clId="{C43683D0-D4D9-4BED-9220-AD1E10ADF921}" dt="2020-04-20T07:03:08.543" v="6282"/>
          <ac:spMkLst>
            <pc:docMk/>
            <pc:sldMk cId="1466102245" sldId="1213"/>
            <ac:spMk id="62466" creationId="{00000000-0000-0000-0000-000000000000}"/>
          </ac:spMkLst>
        </pc:spChg>
      </pc:sldChg>
      <pc:sldChg chg="modSp add del">
        <pc:chgData name="park sehun" userId="a5dd5dda71ea150a" providerId="LiveId" clId="{C43683D0-D4D9-4BED-9220-AD1E10ADF921}" dt="2020-04-27T02:07:39.249" v="11548" actId="47"/>
        <pc:sldMkLst>
          <pc:docMk/>
          <pc:sldMk cId="3101088972" sldId="1214"/>
        </pc:sldMkLst>
        <pc:spChg chg="mod">
          <ac:chgData name="park sehun" userId="a5dd5dda71ea150a" providerId="LiveId" clId="{C43683D0-D4D9-4BED-9220-AD1E10ADF921}" dt="2020-04-20T07:04:22.911" v="6285" actId="6549"/>
          <ac:spMkLst>
            <pc:docMk/>
            <pc:sldMk cId="3101088972" sldId="1214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4T06:55:00.696" v="11535" actId="6549"/>
          <ac:spMkLst>
            <pc:docMk/>
            <pc:sldMk cId="3101088972" sldId="1214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7:04:18.170" v="6284"/>
          <ac:spMkLst>
            <pc:docMk/>
            <pc:sldMk cId="3101088972" sldId="1214"/>
            <ac:spMk id="62466" creationId="{00000000-0000-0000-0000-000000000000}"/>
          </ac:spMkLst>
        </pc:spChg>
      </pc:sldChg>
      <pc:sldChg chg="modSp add del">
        <pc:chgData name="park sehun" userId="a5dd5dda71ea150a" providerId="LiveId" clId="{C43683D0-D4D9-4BED-9220-AD1E10ADF921}" dt="2020-04-23T05:44:07.882" v="7968" actId="47"/>
        <pc:sldMkLst>
          <pc:docMk/>
          <pc:sldMk cId="3526425381" sldId="1215"/>
        </pc:sldMkLst>
        <pc:spChg chg="mod">
          <ac:chgData name="park sehun" userId="a5dd5dda71ea150a" providerId="LiveId" clId="{C43683D0-D4D9-4BED-9220-AD1E10ADF921}" dt="2020-04-23T05:42:37.479" v="7967" actId="20577"/>
          <ac:spMkLst>
            <pc:docMk/>
            <pc:sldMk cId="3526425381" sldId="1215"/>
            <ac:spMk id="54" creationId="{C29D6112-022A-4BE0-B087-9B0A74023A45}"/>
          </ac:spMkLst>
        </pc:spChg>
      </pc:sldChg>
      <pc:sldChg chg="addSp delSp modSp add">
        <pc:chgData name="park sehun" userId="a5dd5dda71ea150a" providerId="LiveId" clId="{C43683D0-D4D9-4BED-9220-AD1E10ADF921}" dt="2020-04-23T05:55:46.536" v="8698" actId="6549"/>
        <pc:sldMkLst>
          <pc:docMk/>
          <pc:sldMk cId="3942243655" sldId="1215"/>
        </pc:sldMkLst>
        <pc:spChg chg="mod">
          <ac:chgData name="park sehun" userId="a5dd5dda71ea150a" providerId="LiveId" clId="{C43683D0-D4D9-4BED-9220-AD1E10ADF921}" dt="2020-04-23T05:48:47.002" v="8096" actId="255"/>
          <ac:spMkLst>
            <pc:docMk/>
            <pc:sldMk cId="3942243655" sldId="1215"/>
            <ac:spMk id="4" creationId="{9DA76C4A-1B38-4C07-A24B-3F7114B667CD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27" creationId="{F4A11494-B244-45B1-BB14-C8660C6B2A0A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38" creationId="{5CE80584-6102-4791-8519-9674361324DF}"/>
          </ac:spMkLst>
        </pc:spChg>
        <pc:spChg chg="add mod">
          <ac:chgData name="park sehun" userId="a5dd5dda71ea150a" providerId="LiveId" clId="{C43683D0-D4D9-4BED-9220-AD1E10ADF921}" dt="2020-04-23T05:49:27.446" v="8219" actId="1038"/>
          <ac:spMkLst>
            <pc:docMk/>
            <pc:sldMk cId="3942243655" sldId="1215"/>
            <ac:spMk id="41" creationId="{5A8193FB-C156-4BE3-83B7-263C5BC4C2CF}"/>
          </ac:spMkLst>
        </pc:spChg>
        <pc:spChg chg="add mod">
          <ac:chgData name="park sehun" userId="a5dd5dda71ea150a" providerId="LiveId" clId="{C43683D0-D4D9-4BED-9220-AD1E10ADF921}" dt="2020-04-23T05:52:52.092" v="8416" actId="20577"/>
          <ac:spMkLst>
            <pc:docMk/>
            <pc:sldMk cId="3942243655" sldId="1215"/>
            <ac:spMk id="42" creationId="{7548568A-A020-4F83-B412-9F4A6B1DD6BC}"/>
          </ac:spMkLst>
        </pc:spChg>
        <pc:spChg chg="mod">
          <ac:chgData name="park sehun" userId="a5dd5dda71ea150a" providerId="LiveId" clId="{C43683D0-D4D9-4BED-9220-AD1E10ADF921}" dt="2020-04-23T05:55:46.536" v="8698" actId="6549"/>
          <ac:spMkLst>
            <pc:docMk/>
            <pc:sldMk cId="3942243655" sldId="1215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56" creationId="{BBD94C56-1AB2-4634-A417-DB8456950166}"/>
          </ac:spMkLst>
        </pc:spChg>
        <pc:spChg chg="mod">
          <ac:chgData name="park sehun" userId="a5dd5dda71ea150a" providerId="LiveId" clId="{C43683D0-D4D9-4BED-9220-AD1E10ADF921}" dt="2020-04-23T05:48:54.468" v="8108" actId="1037"/>
          <ac:spMkLst>
            <pc:docMk/>
            <pc:sldMk cId="3942243655" sldId="1215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3T05:49:07.195" v="8144" actId="1038"/>
          <ac:spMkLst>
            <pc:docMk/>
            <pc:sldMk cId="3942243655" sldId="1215"/>
            <ac:spMk id="66" creationId="{186D568E-3C76-4B43-8ACD-7EFA2134FAAA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67" creationId="{39346690-3BEF-44A0-8418-84CF2E4A1C15}"/>
          </ac:spMkLst>
        </pc:spChg>
        <pc:spChg chg="mod">
          <ac:chgData name="park sehun" userId="a5dd5dda71ea150a" providerId="LiveId" clId="{C43683D0-D4D9-4BED-9220-AD1E10ADF921}" dt="2020-04-23T05:44:26.385" v="7970"/>
          <ac:spMkLst>
            <pc:docMk/>
            <pc:sldMk cId="3942243655" sldId="1215"/>
            <ac:spMk id="62466" creationId="{00000000-0000-0000-0000-000000000000}"/>
          </ac:spMkLst>
        </pc:sp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25" creationId="{C0C9126C-331F-45FC-9F71-90CD554395D2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36" creationId="{E9D3725D-62E1-4F87-9B5F-393DE2602C4D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39" creationId="{A62F05A6-AD69-45C6-B6A2-4C6E055825D9}"/>
          </ac:graphicFrameMkLst>
        </pc:graphicFrameChg>
        <pc:graphicFrameChg chg="del">
          <ac:chgData name="park sehun" userId="a5dd5dda71ea150a" providerId="LiveId" clId="{C43683D0-D4D9-4BED-9220-AD1E10ADF921}" dt="2020-04-23T05:48:38.275" v="8094" actId="478"/>
          <ac:graphicFrameMkLst>
            <pc:docMk/>
            <pc:sldMk cId="3942243655" sldId="1215"/>
            <ac:graphicFrameMk id="45" creationId="{4F7618DE-36EE-4765-8BE9-DF6922922D4D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48" creationId="{87178D6C-577A-479D-BEE8-1A6E381AA27D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51" creationId="{9F71E50D-78E1-483D-8077-44726D149E8E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57" creationId="{E1213A3D-C31D-4080-B17C-41127E37F211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58" creationId="{CBCCB4A7-8D86-4B0B-8949-A768A9CD6E8C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59" creationId="{252F9E7E-1DEB-4E86-ACD6-F96FE451999F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70" creationId="{EF79CE71-FB9D-4706-886A-72D9A4661C7D}"/>
          </ac:graphicFrameMkLst>
        </pc:graphicFrame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26" creationId="{24A1FD71-0A62-4C6B-B42B-C9BD7AEE4BD7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37" creationId="{CC32A748-25A8-4893-BE2C-14AE3E88D9F8}"/>
          </ac:cxnSpMkLst>
        </pc:cxnChg>
        <pc:cxnChg chg="add mod">
          <ac:chgData name="park sehun" userId="a5dd5dda71ea150a" providerId="LiveId" clId="{C43683D0-D4D9-4BED-9220-AD1E10ADF921}" dt="2020-04-23T05:49:14.708" v="8216" actId="1037"/>
          <ac:cxnSpMkLst>
            <pc:docMk/>
            <pc:sldMk cId="3942243655" sldId="1215"/>
            <ac:cxnSpMk id="40" creationId="{153BC309-4858-4CF9-B64C-E36F123F857C}"/>
          </ac:cxnSpMkLst>
        </pc:cxnChg>
        <pc:cxnChg chg="del mod">
          <ac:chgData name="park sehun" userId="a5dd5dda71ea150a" providerId="LiveId" clId="{C43683D0-D4D9-4BED-9220-AD1E10ADF921}" dt="2020-04-23T05:48:38.275" v="8094" actId="478"/>
          <ac:cxnSpMkLst>
            <pc:docMk/>
            <pc:sldMk cId="3942243655" sldId="1215"/>
            <ac:cxnSpMk id="49" creationId="{265931F9-8747-424F-9F40-FDAC67124494}"/>
          </ac:cxnSpMkLst>
        </pc:cxnChg>
        <pc:cxnChg chg="del mod">
          <ac:chgData name="park sehun" userId="a5dd5dda71ea150a" providerId="LiveId" clId="{C43683D0-D4D9-4BED-9220-AD1E10ADF921}" dt="2020-04-23T05:48:40.442" v="8095" actId="478"/>
          <ac:cxnSpMkLst>
            <pc:docMk/>
            <pc:sldMk cId="3942243655" sldId="1215"/>
            <ac:cxnSpMk id="50" creationId="{00EDB15A-4C26-4C3B-BAB5-A91CA44BF3BF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52" creationId="{E43F0DF3-A70C-44BC-A835-09782FF6B9EB}"/>
          </ac:cxnSpMkLst>
        </pc:cxnChg>
        <pc:cxnChg chg="del">
          <ac:chgData name="park sehun" userId="a5dd5dda71ea150a" providerId="LiveId" clId="{C43683D0-D4D9-4BED-9220-AD1E10ADF921}" dt="2020-04-23T05:47:36.067" v="7999" actId="478"/>
          <ac:cxnSpMkLst>
            <pc:docMk/>
            <pc:sldMk cId="3942243655" sldId="1215"/>
            <ac:cxnSpMk id="60" creationId="{12995058-9B82-4184-A709-3D8D807FA9F2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62" creationId="{F06CA079-FB4D-41F8-AFD9-603361352D9B}"/>
          </ac:cxnSpMkLst>
        </pc:cxnChg>
        <pc:cxnChg chg="mod">
          <ac:chgData name="park sehun" userId="a5dd5dda71ea150a" providerId="LiveId" clId="{C43683D0-D4D9-4BED-9220-AD1E10ADF921}" dt="2020-04-23T05:48:51.059" v="8103" actId="1037"/>
          <ac:cxnSpMkLst>
            <pc:docMk/>
            <pc:sldMk cId="3942243655" sldId="1215"/>
            <ac:cxnSpMk id="64" creationId="{5270DB07-824E-40A1-BADC-DE6D19836E63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68" creationId="{7EE31A25-B7FA-4E02-99C8-E17C0E91BBAE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69" creationId="{C42DB1DD-01F2-472F-B8AF-17274DD3F768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73" creationId="{A4D76930-B9FA-44C5-A609-47D22872E438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74" creationId="{E07261D1-3AB1-45A0-9E3D-1B9E56B3C841}"/>
          </ac:cxnSpMkLst>
        </pc:cxnChg>
      </pc:sldChg>
      <pc:sldChg chg="addSp delSp modSp add">
        <pc:chgData name="park sehun" userId="a5dd5dda71ea150a" providerId="LiveId" clId="{C43683D0-D4D9-4BED-9220-AD1E10ADF921}" dt="2020-04-24T06:54:12.625" v="11534" actId="1038"/>
        <pc:sldMkLst>
          <pc:docMk/>
          <pc:sldMk cId="2432967560" sldId="1216"/>
        </pc:sldMkLst>
        <pc:spChg chg="mod">
          <ac:chgData name="park sehun" userId="a5dd5dda71ea150a" providerId="LiveId" clId="{C43683D0-D4D9-4BED-9220-AD1E10ADF921}" dt="2020-04-24T06:15:38.288" v="9377" actId="1038"/>
          <ac:spMkLst>
            <pc:docMk/>
            <pc:sldMk cId="2432967560" sldId="1216"/>
            <ac:spMk id="10" creationId="{F9AEA2BA-799E-470C-87A7-61505A44881D}"/>
          </ac:spMkLst>
        </pc:spChg>
        <pc:spChg chg="del">
          <ac:chgData name="park sehun" userId="a5dd5dda71ea150a" providerId="LiveId" clId="{C43683D0-D4D9-4BED-9220-AD1E10ADF921}" dt="2020-04-24T06:12:44.153" v="9218" actId="478"/>
          <ac:spMkLst>
            <pc:docMk/>
            <pc:sldMk cId="2432967560" sldId="1216"/>
            <ac:spMk id="15" creationId="{D74D9933-032F-4482-9CA5-2301BD627F5B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29" creationId="{B905D88A-DEF2-4395-816E-0E8DB9210F39}"/>
          </ac:spMkLst>
        </pc:spChg>
        <pc:spChg chg="add mod">
          <ac:chgData name="park sehun" userId="a5dd5dda71ea150a" providerId="LiveId" clId="{C43683D0-D4D9-4BED-9220-AD1E10ADF921}" dt="2020-04-24T06:40:13.008" v="10600" actId="1036"/>
          <ac:spMkLst>
            <pc:docMk/>
            <pc:sldMk cId="2432967560" sldId="1216"/>
            <ac:spMk id="29" creationId="{E1035D1F-06C6-480A-ACE2-2292D618F9A5}"/>
          </ac:spMkLst>
        </pc:spChg>
        <pc:spChg chg="add mod">
          <ac:chgData name="park sehun" userId="a5dd5dda71ea150a" providerId="LiveId" clId="{C43683D0-D4D9-4BED-9220-AD1E10ADF921}" dt="2020-04-24T06:41:18.584" v="10678" actId="1038"/>
          <ac:spMkLst>
            <pc:docMk/>
            <pc:sldMk cId="2432967560" sldId="1216"/>
            <ac:spMk id="30" creationId="{5B7D200B-0A31-4869-B0F4-4AE2BD16B730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1" creationId="{A4073C1E-65C4-4601-9E8A-4F6B5EEE3500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32" creationId="{7B2A9D1B-6100-4E94-BE12-672593546DCC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3" creationId="{568E98BC-0FBC-4D8A-9955-F9F0AE315866}"/>
          </ac:spMkLst>
        </pc:spChg>
        <pc:spChg chg="add mod">
          <ac:chgData name="park sehun" userId="a5dd5dda71ea150a" providerId="LiveId" clId="{C43683D0-D4D9-4BED-9220-AD1E10ADF921}" dt="2020-04-24T06:48:42.316" v="11228" actId="14100"/>
          <ac:spMkLst>
            <pc:docMk/>
            <pc:sldMk cId="2432967560" sldId="1216"/>
            <ac:spMk id="34" creationId="{70C1EDEC-F7DA-4F57-8496-234FF45F0782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5" creationId="{4E8A9DDB-ADAD-46D8-B776-959FB415430C}"/>
          </ac:spMkLst>
        </pc:spChg>
        <pc:spChg chg="mod">
          <ac:chgData name="park sehun" userId="a5dd5dda71ea150a" providerId="LiveId" clId="{C43683D0-D4D9-4BED-9220-AD1E10ADF921}" dt="2020-04-24T06:29:56.044" v="10041" actId="1076"/>
          <ac:spMkLst>
            <pc:docMk/>
            <pc:sldMk cId="2432967560" sldId="1216"/>
            <ac:spMk id="40" creationId="{067DF4BC-D816-476B-B6CF-496EC5944DAE}"/>
          </ac:spMkLst>
        </pc:spChg>
        <pc:spChg chg="mod">
          <ac:chgData name="park sehun" userId="a5dd5dda71ea150a" providerId="LiveId" clId="{C43683D0-D4D9-4BED-9220-AD1E10ADF921}" dt="2020-04-24T06:44:37.032" v="10884" actId="1037"/>
          <ac:spMkLst>
            <pc:docMk/>
            <pc:sldMk cId="2432967560" sldId="1216"/>
            <ac:spMk id="41" creationId="{C92C3A17-9069-46C5-BD77-77274CF61402}"/>
          </ac:spMkLst>
        </pc:spChg>
        <pc:spChg chg="del">
          <ac:chgData name="park sehun" userId="a5dd5dda71ea150a" providerId="LiveId" clId="{C43683D0-D4D9-4BED-9220-AD1E10ADF921}" dt="2020-04-24T06:12:48.528" v="9219" actId="478"/>
          <ac:spMkLst>
            <pc:docMk/>
            <pc:sldMk cId="2432967560" sldId="1216"/>
            <ac:spMk id="42" creationId="{B1C9A060-973F-44B0-87E2-38BF88A3FD4E}"/>
          </ac:spMkLst>
        </pc:spChg>
        <pc:spChg chg="del">
          <ac:chgData name="park sehun" userId="a5dd5dda71ea150a" providerId="LiveId" clId="{C43683D0-D4D9-4BED-9220-AD1E10ADF921}" dt="2020-04-24T06:12:48.528" v="9219" actId="478"/>
          <ac:spMkLst>
            <pc:docMk/>
            <pc:sldMk cId="2432967560" sldId="1216"/>
            <ac:spMk id="43" creationId="{8EF3060A-A8CF-4439-A760-418616147283}"/>
          </ac:spMkLst>
        </pc:spChg>
        <pc:spChg chg="add mod">
          <ac:chgData name="park sehun" userId="a5dd5dda71ea150a" providerId="LiveId" clId="{C43683D0-D4D9-4BED-9220-AD1E10ADF921}" dt="2020-04-24T06:44:26.327" v="10820" actId="20577"/>
          <ac:spMkLst>
            <pc:docMk/>
            <pc:sldMk cId="2432967560" sldId="1216"/>
            <ac:spMk id="43" creationId="{98CD6578-6EBB-45F2-B040-63C5F43711BF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4" creationId="{390CF0EA-5978-4C4F-A088-2D4C70EBC793}"/>
          </ac:spMkLst>
        </pc:spChg>
        <pc:spChg chg="add mod">
          <ac:chgData name="park sehun" userId="a5dd5dda71ea150a" providerId="LiveId" clId="{C43683D0-D4D9-4BED-9220-AD1E10ADF921}" dt="2020-04-24T06:45:30.425" v="10967" actId="20577"/>
          <ac:spMkLst>
            <pc:docMk/>
            <pc:sldMk cId="2432967560" sldId="1216"/>
            <ac:spMk id="44" creationId="{C955176B-ED41-4680-868B-E92ACB1660EE}"/>
          </ac:spMkLst>
        </pc:spChg>
        <pc:spChg chg="add mod">
          <ac:chgData name="park sehun" userId="a5dd5dda71ea150a" providerId="LiveId" clId="{C43683D0-D4D9-4BED-9220-AD1E10ADF921}" dt="2020-04-24T06:45:10.010" v="10942" actId="1038"/>
          <ac:spMkLst>
            <pc:docMk/>
            <pc:sldMk cId="2432967560" sldId="1216"/>
            <ac:spMk id="45" creationId="{1B8A56DE-AADB-4F39-ABE4-DE3DC700BCD7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5" creationId="{A1B408C6-843F-4A9F-BBA4-416D9B02B161}"/>
          </ac:spMkLst>
        </pc:spChg>
        <pc:spChg chg="add mod">
          <ac:chgData name="park sehun" userId="a5dd5dda71ea150a" providerId="LiveId" clId="{C43683D0-D4D9-4BED-9220-AD1E10ADF921}" dt="2020-04-24T06:46:30.007" v="10998" actId="20577"/>
          <ac:spMkLst>
            <pc:docMk/>
            <pc:sldMk cId="2432967560" sldId="1216"/>
            <ac:spMk id="46" creationId="{F140CA78-C691-40EB-9467-092A5477F510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7" creationId="{B2711BC8-8BBB-464D-923D-5476D78556CA}"/>
          </ac:spMkLst>
        </pc:spChg>
        <pc:spChg chg="add mod">
          <ac:chgData name="park sehun" userId="a5dd5dda71ea150a" providerId="LiveId" clId="{C43683D0-D4D9-4BED-9220-AD1E10ADF921}" dt="2020-04-24T06:46:39.888" v="11042" actId="1036"/>
          <ac:spMkLst>
            <pc:docMk/>
            <pc:sldMk cId="2432967560" sldId="1216"/>
            <ac:spMk id="47" creationId="{BFFBFA13-9D4B-4B6C-9DAE-EC47A6D0A4A0}"/>
          </ac:spMkLst>
        </pc:spChg>
        <pc:spChg chg="add mod">
          <ac:chgData name="park sehun" userId="a5dd5dda71ea150a" providerId="LiveId" clId="{C43683D0-D4D9-4BED-9220-AD1E10ADF921}" dt="2020-04-24T06:47:34.824" v="11128" actId="1037"/>
          <ac:spMkLst>
            <pc:docMk/>
            <pc:sldMk cId="2432967560" sldId="1216"/>
            <ac:spMk id="49" creationId="{C40AC2DC-943F-4E7D-A4C4-293B0A8D5551}"/>
          </ac:spMkLst>
        </pc:spChg>
        <pc:spChg chg="mod">
          <ac:chgData name="park sehun" userId="a5dd5dda71ea150a" providerId="LiveId" clId="{C43683D0-D4D9-4BED-9220-AD1E10ADF921}" dt="2020-04-24T06:06:58.168" v="8995" actId="1036"/>
          <ac:spMkLst>
            <pc:docMk/>
            <pc:sldMk cId="2432967560" sldId="1216"/>
            <ac:spMk id="51" creationId="{6E497FE8-ACB2-4270-AE46-10B163AEEAD0}"/>
          </ac:spMkLst>
        </pc:spChg>
        <pc:spChg chg="mod">
          <ac:chgData name="park sehun" userId="a5dd5dda71ea150a" providerId="LiveId" clId="{C43683D0-D4D9-4BED-9220-AD1E10ADF921}" dt="2020-04-24T06:42:15.408" v="10766" actId="20577"/>
          <ac:spMkLst>
            <pc:docMk/>
            <pc:sldMk cId="2432967560" sldId="1216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4T06:23:40.107" v="9788" actId="20577"/>
          <ac:spMkLst>
            <pc:docMk/>
            <pc:sldMk cId="2432967560" sldId="1216"/>
            <ac:spMk id="54" creationId="{C29D6112-022A-4BE0-B087-9B0A74023A45}"/>
          </ac:spMkLst>
        </pc:spChg>
        <pc:spChg chg="add mod">
          <ac:chgData name="park sehun" userId="a5dd5dda71ea150a" providerId="LiveId" clId="{C43683D0-D4D9-4BED-9220-AD1E10ADF921}" dt="2020-04-24T06:50:29.001" v="11317" actId="1036"/>
          <ac:spMkLst>
            <pc:docMk/>
            <pc:sldMk cId="2432967560" sldId="1216"/>
            <ac:spMk id="57" creationId="{96EF3CC6-A26B-4737-9854-609D11C92B95}"/>
          </ac:spMkLst>
        </pc:spChg>
        <pc:spChg chg="add mod">
          <ac:chgData name="park sehun" userId="a5dd5dda71ea150a" providerId="LiveId" clId="{C43683D0-D4D9-4BED-9220-AD1E10ADF921}" dt="2020-04-24T06:51:27.766" v="11358" actId="14100"/>
          <ac:spMkLst>
            <pc:docMk/>
            <pc:sldMk cId="2432967560" sldId="1216"/>
            <ac:spMk id="58" creationId="{6CFD5F8C-C28A-4788-84CF-A509AA568308}"/>
          </ac:spMkLst>
        </pc:spChg>
        <pc:spChg chg="add mod">
          <ac:chgData name="park sehun" userId="a5dd5dda71ea150a" providerId="LiveId" clId="{C43683D0-D4D9-4BED-9220-AD1E10ADF921}" dt="2020-04-24T06:30:07.104" v="10112" actId="1036"/>
          <ac:spMkLst>
            <pc:docMk/>
            <pc:sldMk cId="2432967560" sldId="1216"/>
            <ac:spMk id="62" creationId="{21EFE2C6-EE61-4AD8-90BF-A946A21F4D69}"/>
          </ac:spMkLst>
        </pc:spChg>
        <pc:spChg chg="add mod">
          <ac:chgData name="park sehun" userId="a5dd5dda71ea150a" providerId="LiveId" clId="{C43683D0-D4D9-4BED-9220-AD1E10ADF921}" dt="2020-04-24T06:33:49.188" v="10262" actId="1076"/>
          <ac:spMkLst>
            <pc:docMk/>
            <pc:sldMk cId="2432967560" sldId="1216"/>
            <ac:spMk id="64" creationId="{448C13B5-BE28-4E49-AD4A-13CD3C2E1F52}"/>
          </ac:spMkLst>
        </pc:spChg>
        <pc:spChg chg="add mod">
          <ac:chgData name="park sehun" userId="a5dd5dda71ea150a" providerId="LiveId" clId="{C43683D0-D4D9-4BED-9220-AD1E10ADF921}" dt="2020-04-24T06:53:41.880" v="11466" actId="1035"/>
          <ac:spMkLst>
            <pc:docMk/>
            <pc:sldMk cId="2432967560" sldId="1216"/>
            <ac:spMk id="65" creationId="{DBC7F70F-4F70-49CF-A256-96291F95FD4D}"/>
          </ac:spMkLst>
        </pc:spChg>
        <pc:spChg chg="mod">
          <ac:chgData name="park sehun" userId="a5dd5dda71ea150a" providerId="LiveId" clId="{C43683D0-D4D9-4BED-9220-AD1E10ADF921}" dt="2020-04-24T06:48:18.409" v="11154" actId="1037"/>
          <ac:spMkLst>
            <pc:docMk/>
            <pc:sldMk cId="2432967560" sldId="1216"/>
            <ac:spMk id="66" creationId="{186D568E-3C76-4B43-8ACD-7EFA2134FAAA}"/>
          </ac:spMkLst>
        </pc:spChg>
        <pc:spChg chg="add mod">
          <ac:chgData name="park sehun" userId="a5dd5dda71ea150a" providerId="LiveId" clId="{C43683D0-D4D9-4BED-9220-AD1E10ADF921}" dt="2020-04-24T06:54:12.625" v="11534" actId="1038"/>
          <ac:spMkLst>
            <pc:docMk/>
            <pc:sldMk cId="2432967560" sldId="1216"/>
            <ac:spMk id="67" creationId="{88A467CD-06CA-4E28-91A1-8195BA409E25}"/>
          </ac:spMkLst>
        </pc:spChg>
        <pc:spChg chg="mod">
          <ac:chgData name="park sehun" userId="a5dd5dda71ea150a" providerId="LiveId" clId="{C43683D0-D4D9-4BED-9220-AD1E10ADF921}" dt="2020-04-24T06:05:01.927" v="8816" actId="20577"/>
          <ac:spMkLst>
            <pc:docMk/>
            <pc:sldMk cId="2432967560" sldId="1216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4T06:34:46.839" v="10311" actId="20577"/>
          <ac:graphicFrameMkLst>
            <pc:docMk/>
            <pc:sldMk cId="2432967560" sldId="1216"/>
            <ac:graphicFrameMk id="2" creationId="{811A7EBA-E1AD-458F-8685-69A517FB66EB}"/>
          </ac:graphicFrameMkLst>
        </pc:graphicFrameChg>
        <pc:graphicFrameChg chg="add mod modGraphic">
          <ac:chgData name="park sehun" userId="a5dd5dda71ea150a" providerId="LiveId" clId="{C43683D0-D4D9-4BED-9220-AD1E10ADF921}" dt="2020-04-24T06:38:42.073" v="10434" actId="1035"/>
          <ac:graphicFrameMkLst>
            <pc:docMk/>
            <pc:sldMk cId="2432967560" sldId="1216"/>
            <ac:graphicFrameMk id="26" creationId="{B8CBC2B5-E364-44B9-9D74-6950695C61B7}"/>
          </ac:graphicFrameMkLst>
        </pc:graphicFrameChg>
        <pc:graphicFrameChg chg="del">
          <ac:chgData name="park sehun" userId="a5dd5dda71ea150a" providerId="LiveId" clId="{C43683D0-D4D9-4BED-9220-AD1E10ADF921}" dt="2020-04-24T06:12:48.528" v="9219" actId="478"/>
          <ac:graphicFrameMkLst>
            <pc:docMk/>
            <pc:sldMk cId="2432967560" sldId="1216"/>
            <ac:graphicFrameMk id="30" creationId="{DBF1DB92-50D9-45BF-9879-7BE559572975}"/>
          </ac:graphicFrameMkLst>
        </pc:graphicFrameChg>
        <pc:graphicFrameChg chg="del">
          <ac:chgData name="park sehun" userId="a5dd5dda71ea150a" providerId="LiveId" clId="{C43683D0-D4D9-4BED-9220-AD1E10ADF921}" dt="2020-04-24T06:12:41.304" v="9217" actId="478"/>
          <ac:graphicFrameMkLst>
            <pc:docMk/>
            <pc:sldMk cId="2432967560" sldId="1216"/>
            <ac:graphicFrameMk id="36" creationId="{08881BD9-DC01-46DF-9742-A9787B92A60F}"/>
          </ac:graphicFrameMkLst>
        </pc:graphicFrameChg>
        <pc:graphicFrameChg chg="add del mod modGraphic">
          <ac:chgData name="park sehun" userId="a5dd5dda71ea150a" providerId="LiveId" clId="{C43683D0-D4D9-4BED-9220-AD1E10ADF921}" dt="2020-04-24T06:19:54.091" v="9577"/>
          <ac:graphicFrameMkLst>
            <pc:docMk/>
            <pc:sldMk cId="2432967560" sldId="1216"/>
            <ac:graphicFrameMk id="37" creationId="{44A0896A-7FBC-4382-AA36-B7F0C0869613}"/>
          </ac:graphicFrameMkLst>
        </pc:graphicFrameChg>
        <pc:graphicFrameChg chg="del">
          <ac:chgData name="park sehun" userId="a5dd5dda71ea150a" providerId="LiveId" clId="{C43683D0-D4D9-4BED-9220-AD1E10ADF921}" dt="2020-04-24T06:12:48.528" v="9219" actId="478"/>
          <ac:graphicFrameMkLst>
            <pc:docMk/>
            <pc:sldMk cId="2432967560" sldId="1216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4T06:31:58.490" v="10179" actId="1035"/>
          <ac:graphicFrameMkLst>
            <pc:docMk/>
            <pc:sldMk cId="2432967560" sldId="1216"/>
            <ac:graphicFrameMk id="48" creationId="{AB06FFBB-403E-4958-8CD8-8D42FB7DDCB3}"/>
          </ac:graphicFrameMkLst>
        </pc:graphicFrameChg>
        <pc:graphicFrameChg chg="del">
          <ac:chgData name="park sehun" userId="a5dd5dda71ea150a" providerId="LiveId" clId="{C43683D0-D4D9-4BED-9220-AD1E10ADF921}" dt="2020-04-24T06:12:41.304" v="9217" actId="478"/>
          <ac:graphicFrameMkLst>
            <pc:docMk/>
            <pc:sldMk cId="2432967560" sldId="1216"/>
            <ac:graphicFrameMk id="52" creationId="{6F811F15-16A0-485B-BCFE-7F89A807F64A}"/>
          </ac:graphicFrameMkLst>
        </pc:graphicFrameChg>
        <pc:graphicFrameChg chg="add mod modGraphic">
          <ac:chgData name="park sehun" userId="a5dd5dda71ea150a" providerId="LiveId" clId="{C43683D0-D4D9-4BED-9220-AD1E10ADF921}" dt="2020-04-24T06:37:54.894" v="10387" actId="14100"/>
          <ac:graphicFrameMkLst>
            <pc:docMk/>
            <pc:sldMk cId="2432967560" sldId="1216"/>
            <ac:graphicFrameMk id="55" creationId="{7D709E48-6EBA-44DA-AAAF-09F50926E59D}"/>
          </ac:graphicFrameMkLst>
        </pc:graphicFrameChg>
        <pc:graphicFrameChg chg="add mod modGraphic">
          <ac:chgData name="park sehun" userId="a5dd5dda71ea150a" providerId="LiveId" clId="{C43683D0-D4D9-4BED-9220-AD1E10ADF921}" dt="2020-04-24T06:42:00.457" v="10758" actId="1036"/>
          <ac:graphicFrameMkLst>
            <pc:docMk/>
            <pc:sldMk cId="2432967560" sldId="1216"/>
            <ac:graphicFrameMk id="56" creationId="{346A2C9E-15AE-4844-A8B8-72CD137A7898}"/>
          </ac:graphicFrameMkLst>
        </pc:graphicFrameChg>
        <pc:graphicFrameChg chg="add mod modGraphic">
          <ac:chgData name="park sehun" userId="a5dd5dda71ea150a" providerId="LiveId" clId="{C43683D0-D4D9-4BED-9220-AD1E10ADF921}" dt="2020-04-24T06:31:36.440" v="10167" actId="1036"/>
          <ac:graphicFrameMkLst>
            <pc:docMk/>
            <pc:sldMk cId="2432967560" sldId="1216"/>
            <ac:graphicFrameMk id="59" creationId="{4ADE41DE-E7CF-4AAE-B331-33234E49BC5B}"/>
          </ac:graphicFrameMkLst>
        </pc:graphicFrameChg>
        <pc:picChg chg="add mod">
          <ac:chgData name="park sehun" userId="a5dd5dda71ea150a" providerId="LiveId" clId="{C43683D0-D4D9-4BED-9220-AD1E10ADF921}" dt="2020-04-24T06:42:04.864" v="10764" actId="1037"/>
          <ac:picMkLst>
            <pc:docMk/>
            <pc:sldMk cId="2432967560" sldId="1216"/>
            <ac:picMk id="42" creationId="{A92D90D5-D51A-4039-9CF8-FADFD02EDC0A}"/>
          </ac:picMkLst>
        </pc:picChg>
        <pc:picChg chg="add mod">
          <ac:chgData name="park sehun" userId="a5dd5dda71ea150a" providerId="LiveId" clId="{C43683D0-D4D9-4BED-9220-AD1E10ADF921}" dt="2020-04-24T06:29:49.062" v="10040" actId="1076"/>
          <ac:picMkLst>
            <pc:docMk/>
            <pc:sldMk cId="2432967560" sldId="1216"/>
            <ac:picMk id="61" creationId="{ED81E28F-892A-4463-A27A-369BD13472CE}"/>
          </ac:picMkLst>
        </pc:picChg>
        <pc:cxnChg chg="mod">
          <ac:chgData name="park sehun" userId="a5dd5dda71ea150a" providerId="LiveId" clId="{C43683D0-D4D9-4BED-9220-AD1E10ADF921}" dt="2020-04-24T06:07:01.320" v="8998" actId="1035"/>
          <ac:cxnSpMkLst>
            <pc:docMk/>
            <pc:sldMk cId="2432967560" sldId="1216"/>
            <ac:cxnSpMk id="16" creationId="{6F9B0103-0B6F-464E-A331-2D9AE93B5EC2}"/>
          </ac:cxnSpMkLst>
        </pc:cxnChg>
        <pc:cxnChg chg="add mod">
          <ac:chgData name="park sehun" userId="a5dd5dda71ea150a" providerId="LiveId" clId="{C43683D0-D4D9-4BED-9220-AD1E10ADF921}" dt="2020-04-24T06:40:18.909" v="10601" actId="14100"/>
          <ac:cxnSpMkLst>
            <pc:docMk/>
            <pc:sldMk cId="2432967560" sldId="1216"/>
            <ac:cxnSpMk id="32" creationId="{24C84605-EF05-48D1-A6B2-143FF0EAB0F6}"/>
          </ac:cxnSpMkLst>
        </pc:cxnChg>
        <pc:cxnChg chg="add mod">
          <ac:chgData name="park sehun" userId="a5dd5dda71ea150a" providerId="LiveId" clId="{C43683D0-D4D9-4BED-9220-AD1E10ADF921}" dt="2020-04-24T06:42:00.457" v="10758" actId="1036"/>
          <ac:cxnSpMkLst>
            <pc:docMk/>
            <pc:sldMk cId="2432967560" sldId="1216"/>
            <ac:cxnSpMk id="36" creationId="{F44CD8B0-830B-47DD-A7C6-8881BFF17885}"/>
          </ac:cxnSpMkLst>
        </pc:cxnChg>
        <pc:cxnChg chg="add mod">
          <ac:chgData name="park sehun" userId="a5dd5dda71ea150a" providerId="LiveId" clId="{C43683D0-D4D9-4BED-9220-AD1E10ADF921}" dt="2020-04-24T06:42:00.457" v="10758" actId="1036"/>
          <ac:cxnSpMkLst>
            <pc:docMk/>
            <pc:sldMk cId="2432967560" sldId="1216"/>
            <ac:cxnSpMk id="37" creationId="{449EB1C4-45E4-435E-97D4-2D3884C5A484}"/>
          </ac:cxnSpMkLst>
        </pc:cxnChg>
        <pc:cxnChg chg="del mod">
          <ac:chgData name="park sehun" userId="a5dd5dda71ea150a" providerId="LiveId" clId="{C43683D0-D4D9-4BED-9220-AD1E10ADF921}" dt="2020-04-24T06:12:52.991" v="9221" actId="478"/>
          <ac:cxnSpMkLst>
            <pc:docMk/>
            <pc:sldMk cId="2432967560" sldId="1216"/>
            <ac:cxnSpMk id="39" creationId="{C851932A-4916-4E8E-ADCE-BBDCE58175C0}"/>
          </ac:cxnSpMkLst>
        </pc:cxnChg>
        <pc:cxnChg chg="del">
          <ac:chgData name="park sehun" userId="a5dd5dda71ea150a" providerId="LiveId" clId="{C43683D0-D4D9-4BED-9220-AD1E10ADF921}" dt="2020-04-24T06:12:41.304" v="9217" actId="478"/>
          <ac:cxnSpMkLst>
            <pc:docMk/>
            <pc:sldMk cId="2432967560" sldId="1216"/>
            <ac:cxnSpMk id="46" creationId="{ED63783E-00B0-4DE2-BAA1-7DBBAD23574D}"/>
          </ac:cxnSpMkLst>
        </pc:cxnChg>
        <pc:cxnChg chg="del mod">
          <ac:chgData name="park sehun" userId="a5dd5dda71ea150a" providerId="LiveId" clId="{C43683D0-D4D9-4BED-9220-AD1E10ADF921}" dt="2020-04-24T06:12:50.711" v="9220" actId="478"/>
          <ac:cxnSpMkLst>
            <pc:docMk/>
            <pc:sldMk cId="2432967560" sldId="1216"/>
            <ac:cxnSpMk id="49" creationId="{0C69831C-336A-4A75-89C5-4D740ACA9F74}"/>
          </ac:cxnSpMkLst>
        </pc:cxnChg>
        <pc:cxnChg chg="mod">
          <ac:chgData name="park sehun" userId="a5dd5dda71ea150a" providerId="LiveId" clId="{C43683D0-D4D9-4BED-9220-AD1E10ADF921}" dt="2020-04-24T06:46:46.519" v="11047" actId="1037"/>
          <ac:cxnSpMkLst>
            <pc:docMk/>
            <pc:sldMk cId="2432967560" sldId="1216"/>
            <ac:cxnSpMk id="50" creationId="{AA7171CE-0DE4-411A-87C9-037D611A0DB4}"/>
          </ac:cxnSpMkLst>
        </pc:cxnChg>
        <pc:cxnChg chg="add mod">
          <ac:chgData name="park sehun" userId="a5dd5dda71ea150a" providerId="LiveId" clId="{C43683D0-D4D9-4BED-9220-AD1E10ADF921}" dt="2020-04-24T06:47:34.824" v="11128" actId="1037"/>
          <ac:cxnSpMkLst>
            <pc:docMk/>
            <pc:sldMk cId="2432967560" sldId="1216"/>
            <ac:cxnSpMk id="52" creationId="{42C8BC88-D76B-439E-91EB-941BF7C7ADD9}"/>
          </ac:cxnSpMkLst>
        </pc:cxnChg>
        <pc:cxnChg chg="del">
          <ac:chgData name="park sehun" userId="a5dd5dda71ea150a" providerId="LiveId" clId="{C43683D0-D4D9-4BED-9220-AD1E10ADF921}" dt="2020-04-24T06:12:41.304" v="9217" actId="478"/>
          <ac:cxnSpMkLst>
            <pc:docMk/>
            <pc:sldMk cId="2432967560" sldId="1216"/>
            <ac:cxnSpMk id="57" creationId="{C10A3DDC-B8D7-49AB-8B6F-E5602E2EA736}"/>
          </ac:cxnSpMkLst>
        </pc:cxnChg>
        <pc:cxnChg chg="add del mod">
          <ac:chgData name="park sehun" userId="a5dd5dda71ea150a" providerId="LiveId" clId="{C43683D0-D4D9-4BED-9220-AD1E10ADF921}" dt="2020-04-24T06:30:49.687" v="10117" actId="478"/>
          <ac:cxnSpMkLst>
            <pc:docMk/>
            <pc:sldMk cId="2432967560" sldId="1216"/>
            <ac:cxnSpMk id="58" creationId="{E5D16819-2E7C-48A5-B147-090C10A24FE6}"/>
          </ac:cxnSpMkLst>
        </pc:cxnChg>
        <pc:cxnChg chg="add mod">
          <ac:chgData name="park sehun" userId="a5dd5dda71ea150a" providerId="LiveId" clId="{C43683D0-D4D9-4BED-9220-AD1E10ADF921}" dt="2020-04-24T06:29:32.352" v="10038" actId="1037"/>
          <ac:cxnSpMkLst>
            <pc:docMk/>
            <pc:sldMk cId="2432967560" sldId="1216"/>
            <ac:cxnSpMk id="60" creationId="{152A6CBB-E5A8-4A8C-B5B6-A30031F9E380}"/>
          </ac:cxnSpMkLst>
        </pc:cxnChg>
        <pc:cxnChg chg="add mod">
          <ac:chgData name="park sehun" userId="a5dd5dda71ea150a" providerId="LiveId" clId="{C43683D0-D4D9-4BED-9220-AD1E10ADF921}" dt="2020-04-24T06:37:54.894" v="10387" actId="14100"/>
          <ac:cxnSpMkLst>
            <pc:docMk/>
            <pc:sldMk cId="2432967560" sldId="1216"/>
            <ac:cxnSpMk id="63" creationId="{B450CDA2-96C2-408E-AA72-BE428EF33160}"/>
          </ac:cxnSpMkLst>
        </pc:cxnChg>
      </pc:sldChg>
    </pc:docChg>
  </pc:docChgLst>
  <pc:docChgLst>
    <pc:chgData name="park sehun" userId="a5dd5dda71ea150a" providerId="LiveId" clId="{FA37902D-DABB-45C2-B596-D95E235D0790}"/>
    <pc:docChg chg="undo custSel addSld delSld modSld sldOrd modMainMaster">
      <pc:chgData name="park sehun" userId="a5dd5dda71ea150a" providerId="LiveId" clId="{FA37902D-DABB-45C2-B596-D95E235D0790}" dt="2023-01-04T04:34:42.584" v="2611" actId="1076"/>
      <pc:docMkLst>
        <pc:docMk/>
      </pc:docMkLst>
      <pc:sldChg chg="modSp mod">
        <pc:chgData name="park sehun" userId="a5dd5dda71ea150a" providerId="LiveId" clId="{FA37902D-DABB-45C2-B596-D95E235D0790}" dt="2023-01-03T08:12:19.803" v="8"/>
        <pc:sldMkLst>
          <pc:docMk/>
          <pc:sldMk cId="0" sldId="487"/>
        </pc:sldMkLst>
        <pc:spChg chg="mod">
          <ac:chgData name="park sehun" userId="a5dd5dda71ea150a" providerId="LiveId" clId="{FA37902D-DABB-45C2-B596-D95E235D0790}" dt="2023-01-03T08:12:19.803" v="8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FA37902D-DABB-45C2-B596-D95E235D0790}" dt="2023-01-03T08:12:08.861" v="7" actId="20577"/>
          <ac:spMkLst>
            <pc:docMk/>
            <pc:sldMk cId="0" sldId="487"/>
            <ac:spMk id="8" creationId="{00000000-0000-0000-0000-000000000000}"/>
          </ac:spMkLst>
        </pc:spChg>
      </pc:sldChg>
      <pc:sldChg chg="addSp delSp modSp add del mod delAnim">
        <pc:chgData name="park sehun" userId="a5dd5dda71ea150a" providerId="LiveId" clId="{FA37902D-DABB-45C2-B596-D95E235D0790}" dt="2023-01-03T10:56:56.812" v="2448" actId="47"/>
        <pc:sldMkLst>
          <pc:docMk/>
          <pc:sldMk cId="867095623" sldId="1181"/>
        </pc:sldMkLst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3" creationId="{0A12A528-A181-4830-8BA6-B713A41073E2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10" creationId="{C2A116E1-D7B9-49FF-9EF3-A4D2237EB0A4}"/>
          </ac:spMkLst>
        </pc:spChg>
        <pc:spChg chg="del">
          <ac:chgData name="park sehun" userId="a5dd5dda71ea150a" providerId="LiveId" clId="{FA37902D-DABB-45C2-B596-D95E235D0790}" dt="2023-01-03T08:47:07.502" v="471" actId="478"/>
          <ac:spMkLst>
            <pc:docMk/>
            <pc:sldMk cId="867095623" sldId="1181"/>
            <ac:spMk id="15" creationId="{03848370-80E3-441D-A625-0EB3DE1D241D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18" creationId="{F1E9DB10-1852-4C61-B9D7-21CD953C657D}"/>
          </ac:spMkLst>
        </pc:spChg>
        <pc:spChg chg="del mod">
          <ac:chgData name="park sehun" userId="a5dd5dda71ea150a" providerId="LiveId" clId="{FA37902D-DABB-45C2-B596-D95E235D0790}" dt="2023-01-03T08:47:56.332" v="547" actId="478"/>
          <ac:spMkLst>
            <pc:docMk/>
            <pc:sldMk cId="867095623" sldId="1181"/>
            <ac:spMk id="30" creationId="{D771BB9B-5C58-45EC-99CB-90F0944E8329}"/>
          </ac:spMkLst>
        </pc:spChg>
        <pc:spChg chg="del">
          <ac:chgData name="park sehun" userId="a5dd5dda71ea150a" providerId="LiveId" clId="{FA37902D-DABB-45C2-B596-D95E235D0790}" dt="2023-01-03T08:47:09.349" v="472" actId="478"/>
          <ac:spMkLst>
            <pc:docMk/>
            <pc:sldMk cId="867095623" sldId="1181"/>
            <ac:spMk id="38" creationId="{64EFD593-31F0-40D0-99D5-CE83ECA79266}"/>
          </ac:spMkLst>
        </pc:spChg>
        <pc:spChg chg="del mod">
          <ac:chgData name="park sehun" userId="a5dd5dda71ea150a" providerId="LiveId" clId="{FA37902D-DABB-45C2-B596-D95E235D0790}" dt="2023-01-03T08:47:59.369" v="548" actId="478"/>
          <ac:spMkLst>
            <pc:docMk/>
            <pc:sldMk cId="867095623" sldId="1181"/>
            <ac:spMk id="40" creationId="{CF94C825-C43E-4E9C-B8F3-12C1517622E9}"/>
          </ac:spMkLst>
        </pc:spChg>
        <pc:spChg chg="del">
          <ac:chgData name="park sehun" userId="a5dd5dda71ea150a" providerId="LiveId" clId="{FA37902D-DABB-45C2-B596-D95E235D0790}" dt="2023-01-03T08:47:11.092" v="473" actId="478"/>
          <ac:spMkLst>
            <pc:docMk/>
            <pc:sldMk cId="867095623" sldId="1181"/>
            <ac:spMk id="41" creationId="{0B589083-2CF0-4C74-9729-8993CF696A88}"/>
          </ac:spMkLst>
        </pc:spChg>
        <pc:spChg chg="del">
          <ac:chgData name="park sehun" userId="a5dd5dda71ea150a" providerId="LiveId" clId="{FA37902D-DABB-45C2-B596-D95E235D0790}" dt="2023-01-03T08:47:12.667" v="474" actId="478"/>
          <ac:spMkLst>
            <pc:docMk/>
            <pc:sldMk cId="867095623" sldId="1181"/>
            <ac:spMk id="43" creationId="{FD2FB30D-B6C2-4EF6-8C07-79C75D4DA981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55" creationId="{C04EB93E-5CD5-40F0-837D-E3F2659E3222}"/>
          </ac:spMkLst>
        </pc:spChg>
        <pc:spChg chg="add del 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56" creationId="{41381B9C-CE12-4753-BF30-08F7AC3E73F2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61" creationId="{B5F660EB-343D-4734-8DC3-9C169D54401C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62" creationId="{0D42CD05-4048-4220-ADD3-3046CA5A7596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63" creationId="{7CE16E87-6E9C-487B-83AB-259034757D37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64" creationId="{DFEB3A47-5F87-4E09-B5D1-D328765DB9F3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69" creationId="{C800C66B-2EAD-4234-8778-FD7E3BE277E1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70" creationId="{9CD2223B-0068-4743-857D-D98C9D214ECD}"/>
          </ac:spMkLst>
        </pc:spChg>
        <pc:spChg chg="mod">
          <ac:chgData name="park sehun" userId="a5dd5dda71ea150a" providerId="LiveId" clId="{FA37902D-DABB-45C2-B596-D95E235D0790}" dt="2023-01-03T08:54:53.194" v="657" actId="1037"/>
          <ac:spMkLst>
            <pc:docMk/>
            <pc:sldMk cId="867095623" sldId="1181"/>
            <ac:spMk id="72" creationId="{FB58858B-FD17-4ACD-8810-5542DCC85844}"/>
          </ac:spMkLst>
        </pc:spChg>
        <pc:spChg chg="del mod">
          <ac:chgData name="park sehun" userId="a5dd5dda71ea150a" providerId="LiveId" clId="{FA37902D-DABB-45C2-B596-D95E235D0790}" dt="2023-01-03T08:48:39.368" v="622" actId="478"/>
          <ac:spMkLst>
            <pc:docMk/>
            <pc:sldMk cId="867095623" sldId="1181"/>
            <ac:spMk id="73" creationId="{AB58D7C8-868E-4AFC-A043-1CC6DE391C6D}"/>
          </ac:spMkLst>
        </pc:spChg>
        <pc:spChg chg="mod">
          <ac:chgData name="park sehun" userId="a5dd5dda71ea150a" providerId="LiveId" clId="{FA37902D-DABB-45C2-B596-D95E235D0790}" dt="2023-01-03T08:47:22.636" v="482" actId="20577"/>
          <ac:spMkLst>
            <pc:docMk/>
            <pc:sldMk cId="867095623" sldId="1181"/>
            <ac:spMk id="62466" creationId="{00000000-0000-0000-0000-000000000000}"/>
          </ac:spMkLst>
        </pc:spChg>
        <pc:picChg chg="mod">
          <ac:chgData name="park sehun" userId="a5dd5dda71ea150a" providerId="LiveId" clId="{FA37902D-DABB-45C2-B596-D95E235D0790}" dt="2023-01-03T08:54:46.546" v="645" actId="1037"/>
          <ac:picMkLst>
            <pc:docMk/>
            <pc:sldMk cId="867095623" sldId="1181"/>
            <ac:picMk id="44" creationId="{6CEB47D5-7421-4B01-9677-DBE9AC7BA3A8}"/>
          </ac:picMkLst>
        </pc:picChg>
        <pc:cxnChg chg="del mod">
          <ac:chgData name="park sehun" userId="a5dd5dda71ea150a" providerId="LiveId" clId="{FA37902D-DABB-45C2-B596-D95E235D0790}" dt="2023-01-03T08:48:27.922" v="616" actId="478"/>
          <ac:cxnSpMkLst>
            <pc:docMk/>
            <pc:sldMk cId="867095623" sldId="1181"/>
            <ac:cxnSpMk id="42" creationId="{90DEC197-E740-44D1-9FA0-44660C5CBB22}"/>
          </ac:cxnSpMkLst>
        </pc:cxnChg>
        <pc:cxnChg chg="del mod">
          <ac:chgData name="park sehun" userId="a5dd5dda71ea150a" providerId="LiveId" clId="{FA37902D-DABB-45C2-B596-D95E235D0790}" dt="2023-01-03T08:48:30.351" v="617" actId="478"/>
          <ac:cxnSpMkLst>
            <pc:docMk/>
            <pc:sldMk cId="867095623" sldId="1181"/>
            <ac:cxnSpMk id="66" creationId="{FD39892A-377C-4F93-9532-073FCF5F883D}"/>
          </ac:cxnSpMkLst>
        </pc:cxnChg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4077743615" sldId="1186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713469367" sldId="1196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15089077" sldId="1201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1690669556" sldId="1212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214569187" sldId="1213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1736075472" sldId="1214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2158938984" sldId="1215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605152365" sldId="1216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501096877" sldId="1217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1591012117" sldId="1218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414118273" sldId="1219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751053739" sldId="1220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496874815" sldId="1221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2204395168" sldId="1222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1583347658" sldId="1223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312212607" sldId="1225"/>
        </pc:sldMkLst>
      </pc:sldChg>
      <pc:sldChg chg="modSp mod modNotesTx">
        <pc:chgData name="park sehun" userId="a5dd5dda71ea150a" providerId="LiveId" clId="{FA37902D-DABB-45C2-B596-D95E235D0790}" dt="2023-01-03T08:42:30.362" v="466" actId="6549"/>
        <pc:sldMkLst>
          <pc:docMk/>
          <pc:sldMk cId="4221543637" sldId="1226"/>
        </pc:sldMkLst>
        <pc:spChg chg="mod">
          <ac:chgData name="park sehun" userId="a5dd5dda71ea150a" providerId="LiveId" clId="{FA37902D-DABB-45C2-B596-D95E235D0790}" dt="2023-01-03T08:32:09.845" v="441" actId="113"/>
          <ac:spMkLst>
            <pc:docMk/>
            <pc:sldMk cId="4221543637" sldId="1226"/>
            <ac:spMk id="8" creationId="{6D730597-4454-4782-AD00-2BBDB55A3DA0}"/>
          </ac:spMkLst>
        </pc:spChg>
        <pc:spChg chg="mod">
          <ac:chgData name="park sehun" userId="a5dd5dda71ea150a" providerId="LiveId" clId="{FA37902D-DABB-45C2-B596-D95E235D0790}" dt="2023-01-03T08:13:12.125" v="28" actId="20577"/>
          <ac:spMkLst>
            <pc:docMk/>
            <pc:sldMk cId="4221543637" sldId="1226"/>
            <ac:spMk id="62466" creationId="{00000000-0000-0000-0000-000000000000}"/>
          </ac:spMkLst>
        </pc:spChg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4130657138" sldId="1227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2690519484" sldId="1228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332182380" sldId="1229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3977587213" sldId="1230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1560864565" sldId="1231"/>
        </pc:sldMkLst>
      </pc:sldChg>
      <pc:sldChg chg="del">
        <pc:chgData name="park sehun" userId="a5dd5dda71ea150a" providerId="LiveId" clId="{FA37902D-DABB-45C2-B596-D95E235D0790}" dt="2023-01-03T10:56:56.812" v="2448" actId="47"/>
        <pc:sldMkLst>
          <pc:docMk/>
          <pc:sldMk cId="226215326" sldId="1232"/>
        </pc:sldMkLst>
      </pc:sldChg>
      <pc:sldChg chg="modSp mod">
        <pc:chgData name="park sehun" userId="a5dd5dda71ea150a" providerId="LiveId" clId="{FA37902D-DABB-45C2-B596-D95E235D0790}" dt="2023-01-03T23:57:57.899" v="2588" actId="20577"/>
        <pc:sldMkLst>
          <pc:docMk/>
          <pc:sldMk cId="3172009584" sldId="1233"/>
        </pc:sldMkLst>
        <pc:spChg chg="mod">
          <ac:chgData name="park sehun" userId="a5dd5dda71ea150a" providerId="LiveId" clId="{FA37902D-DABB-45C2-B596-D95E235D0790}" dt="2023-01-03T23:57:57.899" v="2588" actId="20577"/>
          <ac:spMkLst>
            <pc:docMk/>
            <pc:sldMk cId="3172009584" sldId="1233"/>
            <ac:spMk id="62466" creationId="{00000000-0000-0000-0000-000000000000}"/>
          </ac:spMkLst>
        </pc:spChg>
        <pc:graphicFrameChg chg="mod modGraphic">
          <ac:chgData name="park sehun" userId="a5dd5dda71ea150a" providerId="LiveId" clId="{FA37902D-DABB-45C2-B596-D95E235D0790}" dt="2023-01-03T11:04:07.134" v="2536" actId="20577"/>
          <ac:graphicFrameMkLst>
            <pc:docMk/>
            <pc:sldMk cId="3172009584" sldId="1233"/>
            <ac:graphicFrameMk id="3" creationId="{F972ACAB-92FC-40DA-8613-0626387DE447}"/>
          </ac:graphicFrameMkLst>
        </pc:graphicFrameChg>
      </pc:sldChg>
      <pc:sldChg chg="modSp add del mod modNotesTx">
        <pc:chgData name="park sehun" userId="a5dd5dda71ea150a" providerId="LiveId" clId="{FA37902D-DABB-45C2-B596-D95E235D0790}" dt="2023-01-03T10:56:56.812" v="2448" actId="47"/>
        <pc:sldMkLst>
          <pc:docMk/>
          <pc:sldMk cId="3391767379" sldId="1234"/>
        </pc:sldMkLst>
        <pc:spChg chg="mod">
          <ac:chgData name="park sehun" userId="a5dd5dda71ea150a" providerId="LiveId" clId="{FA37902D-DABB-45C2-B596-D95E235D0790}" dt="2023-01-03T08:42:09.067" v="465" actId="20577"/>
          <ac:spMkLst>
            <pc:docMk/>
            <pc:sldMk cId="3391767379" sldId="1234"/>
            <ac:spMk id="62466" creationId="{00000000-0000-0000-0000-000000000000}"/>
          </ac:spMkLst>
        </pc:spChg>
      </pc:sldChg>
      <pc:sldChg chg="addSp delSp modSp add mod ord">
        <pc:chgData name="park sehun" userId="a5dd5dda71ea150a" providerId="LiveId" clId="{FA37902D-DABB-45C2-B596-D95E235D0790}" dt="2023-01-03T09:03:19.403" v="836" actId="255"/>
        <pc:sldMkLst>
          <pc:docMk/>
          <pc:sldMk cId="1084423606" sldId="1235"/>
        </pc:sldMkLst>
        <pc:spChg chg="add 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2" creationId="{52401DD9-77DE-5D02-3B2B-48F2968E2316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3" creationId="{0A12A528-A181-4830-8BA6-B713A41073E2}"/>
          </ac:spMkLst>
        </pc:spChg>
        <pc:spChg chg="add mod">
          <ac:chgData name="park sehun" userId="a5dd5dda71ea150a" providerId="LiveId" clId="{FA37902D-DABB-45C2-B596-D95E235D0790}" dt="2023-01-03T09:03:19.403" v="836" actId="255"/>
          <ac:spMkLst>
            <pc:docMk/>
            <pc:sldMk cId="1084423606" sldId="1235"/>
            <ac:spMk id="4" creationId="{0BB638FA-0381-531E-BC40-F8208526B9D7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10" creationId="{C2A116E1-D7B9-49FF-9EF3-A4D2237EB0A4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18" creationId="{F1E9DB10-1852-4C61-B9D7-21CD953C657D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55" creationId="{C04EB93E-5CD5-40F0-837D-E3F2659E3222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56" creationId="{41381B9C-CE12-4753-BF30-08F7AC3E73F2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61" creationId="{B5F660EB-343D-4734-8DC3-9C169D54401C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62" creationId="{0D42CD05-4048-4220-ADD3-3046CA5A7596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63" creationId="{7CE16E87-6E9C-487B-83AB-259034757D37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64" creationId="{DFEB3A47-5F87-4E09-B5D1-D328765DB9F3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69" creationId="{C800C66B-2EAD-4234-8778-FD7E3BE277E1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70" creationId="{9CD2223B-0068-4743-857D-D98C9D214ECD}"/>
          </ac:spMkLst>
        </pc:spChg>
        <pc:spChg chg="mod">
          <ac:chgData name="park sehun" userId="a5dd5dda71ea150a" providerId="LiveId" clId="{FA37902D-DABB-45C2-B596-D95E235D0790}" dt="2023-01-03T08:58:44.969" v="798" actId="1035"/>
          <ac:spMkLst>
            <pc:docMk/>
            <pc:sldMk cId="1084423606" sldId="1235"/>
            <ac:spMk id="72" creationId="{FB58858B-FD17-4ACD-8810-5542DCC85844}"/>
          </ac:spMkLst>
        </pc:spChg>
        <pc:spChg chg="del">
          <ac:chgData name="park sehun" userId="a5dd5dda71ea150a" providerId="LiveId" clId="{FA37902D-DABB-45C2-B596-D95E235D0790}" dt="2023-01-03T08:57:38.657" v="773" actId="478"/>
          <ac:spMkLst>
            <pc:docMk/>
            <pc:sldMk cId="1084423606" sldId="1235"/>
            <ac:spMk id="77" creationId="{1E7CCDC9-7486-4AD9-855B-63970B21D2FC}"/>
          </ac:spMkLst>
        </pc:spChg>
        <pc:spChg chg="mod">
          <ac:chgData name="park sehun" userId="a5dd5dda71ea150a" providerId="LiveId" clId="{FA37902D-DABB-45C2-B596-D95E235D0790}" dt="2023-01-03T08:58:22.282" v="788" actId="20577"/>
          <ac:spMkLst>
            <pc:docMk/>
            <pc:sldMk cId="1084423606" sldId="1235"/>
            <ac:spMk id="62466" creationId="{00000000-0000-0000-0000-000000000000}"/>
          </ac:spMkLst>
        </pc:spChg>
        <pc:picChg chg="del">
          <ac:chgData name="park sehun" userId="a5dd5dda71ea150a" providerId="LiveId" clId="{FA37902D-DABB-45C2-B596-D95E235D0790}" dt="2023-01-03T08:57:38.657" v="773" actId="478"/>
          <ac:picMkLst>
            <pc:docMk/>
            <pc:sldMk cId="1084423606" sldId="1235"/>
            <ac:picMk id="32" creationId="{731E93DC-3DE8-4460-AAE6-E7072D554B2A}"/>
          </ac:picMkLst>
        </pc:picChg>
        <pc:picChg chg="del">
          <ac:chgData name="park sehun" userId="a5dd5dda71ea150a" providerId="LiveId" clId="{FA37902D-DABB-45C2-B596-D95E235D0790}" dt="2023-01-03T08:57:38.657" v="773" actId="478"/>
          <ac:picMkLst>
            <pc:docMk/>
            <pc:sldMk cId="1084423606" sldId="1235"/>
            <ac:picMk id="39" creationId="{B04D4066-600B-4103-8BD9-85A055FA215E}"/>
          </ac:picMkLst>
        </pc:picChg>
        <pc:picChg chg="mod">
          <ac:chgData name="park sehun" userId="a5dd5dda71ea150a" providerId="LiveId" clId="{FA37902D-DABB-45C2-B596-D95E235D0790}" dt="2023-01-03T08:58:44.969" v="798" actId="1035"/>
          <ac:picMkLst>
            <pc:docMk/>
            <pc:sldMk cId="1084423606" sldId="1235"/>
            <ac:picMk id="44" creationId="{6CEB47D5-7421-4B01-9677-DBE9AC7BA3A8}"/>
          </ac:picMkLst>
        </pc:picChg>
      </pc:sldChg>
      <pc:sldChg chg="addSp modSp add mod">
        <pc:chgData name="park sehun" userId="a5dd5dda71ea150a" providerId="LiveId" clId="{FA37902D-DABB-45C2-B596-D95E235D0790}" dt="2023-01-03T09:08:19.930" v="1087" actId="20577"/>
        <pc:sldMkLst>
          <pc:docMk/>
          <pc:sldMk cId="4047770492" sldId="1236"/>
        </pc:sldMkLst>
        <pc:spChg chg="mod">
          <ac:chgData name="park sehun" userId="a5dd5dda71ea150a" providerId="LiveId" clId="{FA37902D-DABB-45C2-B596-D95E235D0790}" dt="2023-01-03T09:08:19.930" v="1087" actId="20577"/>
          <ac:spMkLst>
            <pc:docMk/>
            <pc:sldMk cId="4047770492" sldId="1236"/>
            <ac:spMk id="2" creationId="{52401DD9-77DE-5D02-3B2B-48F2968E2316}"/>
          </ac:spMkLst>
        </pc:spChg>
        <pc:spChg chg="mod">
          <ac:chgData name="park sehun" userId="a5dd5dda71ea150a" providerId="LiveId" clId="{FA37902D-DABB-45C2-B596-D95E235D0790}" dt="2023-01-03T09:05:55.001" v="850" actId="6549"/>
          <ac:spMkLst>
            <pc:docMk/>
            <pc:sldMk cId="4047770492" sldId="1236"/>
            <ac:spMk id="4" creationId="{0BB638FA-0381-531E-BC40-F8208526B9D7}"/>
          </ac:spMkLst>
        </pc:spChg>
        <pc:spChg chg="add mod">
          <ac:chgData name="park sehun" userId="a5dd5dda71ea150a" providerId="LiveId" clId="{FA37902D-DABB-45C2-B596-D95E235D0790}" dt="2023-01-03T09:06:57.128" v="984" actId="1035"/>
          <ac:spMkLst>
            <pc:docMk/>
            <pc:sldMk cId="4047770492" sldId="1236"/>
            <ac:spMk id="5" creationId="{605D10D2-CE56-A356-80EC-1FD63B40E8D1}"/>
          </ac:spMkLst>
        </pc:spChg>
        <pc:spChg chg="add mod">
          <ac:chgData name="park sehun" userId="a5dd5dda71ea150a" providerId="LiveId" clId="{FA37902D-DABB-45C2-B596-D95E235D0790}" dt="2023-01-03T09:07:05.624" v="1007" actId="1037"/>
          <ac:spMkLst>
            <pc:docMk/>
            <pc:sldMk cId="4047770492" sldId="1236"/>
            <ac:spMk id="8" creationId="{25241F47-3D40-2E2D-30E3-639D06A0DEC8}"/>
          </ac:spMkLst>
        </pc:spChg>
        <pc:spChg chg="add mod">
          <ac:chgData name="park sehun" userId="a5dd5dda71ea150a" providerId="LiveId" clId="{FA37902D-DABB-45C2-B596-D95E235D0790}" dt="2023-01-03T09:07:11.061" v="1027" actId="1038"/>
          <ac:spMkLst>
            <pc:docMk/>
            <pc:sldMk cId="4047770492" sldId="1236"/>
            <ac:spMk id="12" creationId="{E2406CD5-839B-245E-687F-A46F4046BFCB}"/>
          </ac:spMkLst>
        </pc:spChg>
        <pc:spChg chg="mod">
          <ac:chgData name="park sehun" userId="a5dd5dda71ea150a" providerId="LiveId" clId="{FA37902D-DABB-45C2-B596-D95E235D0790}" dt="2023-01-03T09:03:50.810" v="847" actId="20577"/>
          <ac:spMkLst>
            <pc:docMk/>
            <pc:sldMk cId="4047770492" sldId="1236"/>
            <ac:spMk id="62466" creationId="{00000000-0000-0000-0000-000000000000}"/>
          </ac:spMkLst>
        </pc:spChg>
        <pc:picChg chg="add mod">
          <ac:chgData name="park sehun" userId="a5dd5dda71ea150a" providerId="LiveId" clId="{FA37902D-DABB-45C2-B596-D95E235D0790}" dt="2023-01-03T09:06:57.128" v="984" actId="1035"/>
          <ac:picMkLst>
            <pc:docMk/>
            <pc:sldMk cId="4047770492" sldId="1236"/>
            <ac:picMk id="6" creationId="{B3018DAF-2A7A-723D-3835-CF5D27558A72}"/>
          </ac:picMkLst>
        </pc:picChg>
        <pc:picChg chg="add mod">
          <ac:chgData name="park sehun" userId="a5dd5dda71ea150a" providerId="LiveId" clId="{FA37902D-DABB-45C2-B596-D95E235D0790}" dt="2023-01-03T09:06:57.128" v="984" actId="1035"/>
          <ac:picMkLst>
            <pc:docMk/>
            <pc:sldMk cId="4047770492" sldId="1236"/>
            <ac:picMk id="7" creationId="{61BD3DB2-C858-E92D-ECB1-6E0D6CFD8963}"/>
          </ac:picMkLst>
        </pc:picChg>
        <pc:picChg chg="add mod">
          <ac:chgData name="park sehun" userId="a5dd5dda71ea150a" providerId="LiveId" clId="{FA37902D-DABB-45C2-B596-D95E235D0790}" dt="2023-01-03T09:07:05.624" v="1007" actId="1037"/>
          <ac:picMkLst>
            <pc:docMk/>
            <pc:sldMk cId="4047770492" sldId="1236"/>
            <ac:picMk id="9" creationId="{A586FEF9-B7D7-70C8-A569-FEF8C4F49D51}"/>
          </ac:picMkLst>
        </pc:picChg>
        <pc:picChg chg="add mod">
          <ac:chgData name="park sehun" userId="a5dd5dda71ea150a" providerId="LiveId" clId="{FA37902D-DABB-45C2-B596-D95E235D0790}" dt="2023-01-03T09:07:05.624" v="1007" actId="1037"/>
          <ac:picMkLst>
            <pc:docMk/>
            <pc:sldMk cId="4047770492" sldId="1236"/>
            <ac:picMk id="11" creationId="{DA86A7C6-6BE9-7B72-C6E7-630F5709148F}"/>
          </ac:picMkLst>
        </pc:picChg>
        <pc:picChg chg="add mod">
          <ac:chgData name="park sehun" userId="a5dd5dda71ea150a" providerId="LiveId" clId="{FA37902D-DABB-45C2-B596-D95E235D0790}" dt="2023-01-03T09:07:11.061" v="1027" actId="1038"/>
          <ac:picMkLst>
            <pc:docMk/>
            <pc:sldMk cId="4047770492" sldId="1236"/>
            <ac:picMk id="13" creationId="{89488316-30D4-D960-5CC9-AB7FC962996B}"/>
          </ac:picMkLst>
        </pc:picChg>
        <pc:picChg chg="add mod">
          <ac:chgData name="park sehun" userId="a5dd5dda71ea150a" providerId="LiveId" clId="{FA37902D-DABB-45C2-B596-D95E235D0790}" dt="2023-01-03T09:07:11.061" v="1027" actId="1038"/>
          <ac:picMkLst>
            <pc:docMk/>
            <pc:sldMk cId="4047770492" sldId="1236"/>
            <ac:picMk id="14" creationId="{DEB125F1-0517-5E42-8428-E622A178D6BF}"/>
          </ac:picMkLst>
        </pc:picChg>
        <pc:picChg chg="mod">
          <ac:chgData name="park sehun" userId="a5dd5dda71ea150a" providerId="LiveId" clId="{FA37902D-DABB-45C2-B596-D95E235D0790}" dt="2023-01-03T09:08:14.722" v="1081" actId="1036"/>
          <ac:picMkLst>
            <pc:docMk/>
            <pc:sldMk cId="4047770492" sldId="1236"/>
            <ac:picMk id="44" creationId="{6CEB47D5-7421-4B01-9677-DBE9AC7BA3A8}"/>
          </ac:picMkLst>
        </pc:picChg>
      </pc:sldChg>
      <pc:sldChg chg="addSp delSp modSp add mod modAnim">
        <pc:chgData name="park sehun" userId="a5dd5dda71ea150a" providerId="LiveId" clId="{FA37902D-DABB-45C2-B596-D95E235D0790}" dt="2023-01-03T10:06:53.889" v="1602" actId="207"/>
        <pc:sldMkLst>
          <pc:docMk/>
          <pc:sldMk cId="2065781572" sldId="1237"/>
        </pc:sldMkLst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2" creationId="{52401DD9-77DE-5D02-3B2B-48F2968E2316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3" creationId="{0A12A528-A181-4830-8BA6-B713A41073E2}"/>
          </ac:spMkLst>
        </pc:spChg>
        <pc:spChg chg="mod">
          <ac:chgData name="park sehun" userId="a5dd5dda71ea150a" providerId="LiveId" clId="{FA37902D-DABB-45C2-B596-D95E235D0790}" dt="2023-01-03T09:11:31.635" v="1182" actId="14100"/>
          <ac:spMkLst>
            <pc:docMk/>
            <pc:sldMk cId="2065781572" sldId="1237"/>
            <ac:spMk id="4" creationId="{0BB638FA-0381-531E-BC40-F8208526B9D7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5" creationId="{605D10D2-CE56-A356-80EC-1FD63B40E8D1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8" creationId="{25241F47-3D40-2E2D-30E3-639D06A0DEC8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10" creationId="{C2A116E1-D7B9-49FF-9EF3-A4D2237EB0A4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12" creationId="{E2406CD5-839B-245E-687F-A46F4046BFCB}"/>
          </ac:spMkLst>
        </pc:spChg>
        <pc:spChg chg="add mod">
          <ac:chgData name="park sehun" userId="a5dd5dda71ea150a" providerId="LiveId" clId="{FA37902D-DABB-45C2-B596-D95E235D0790}" dt="2023-01-03T10:06:14.021" v="1598" actId="1037"/>
          <ac:spMkLst>
            <pc:docMk/>
            <pc:sldMk cId="2065781572" sldId="1237"/>
            <ac:spMk id="15" creationId="{D0C31183-1368-F709-AB2A-24A2DA919596}"/>
          </ac:spMkLst>
        </pc:spChg>
        <pc:spChg chg="add mod">
          <ac:chgData name="park sehun" userId="a5dd5dda71ea150a" providerId="LiveId" clId="{FA37902D-DABB-45C2-B596-D95E235D0790}" dt="2023-01-03T10:02:49.830" v="1547" actId="207"/>
          <ac:spMkLst>
            <pc:docMk/>
            <pc:sldMk cId="2065781572" sldId="1237"/>
            <ac:spMk id="16" creationId="{A3A33042-158B-F00E-A827-9ACB58E46AB6}"/>
          </ac:spMkLst>
        </pc:spChg>
        <pc:spChg chg="add mod ord">
          <ac:chgData name="park sehun" userId="a5dd5dda71ea150a" providerId="LiveId" clId="{FA37902D-DABB-45C2-B596-D95E235D0790}" dt="2023-01-03T10:06:53.889" v="1602" actId="207"/>
          <ac:spMkLst>
            <pc:docMk/>
            <pc:sldMk cId="2065781572" sldId="1237"/>
            <ac:spMk id="17" creationId="{3F6C3FF2-A469-57FD-7D48-B3D45F460360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18" creationId="{F1E9DB10-1852-4C61-B9D7-21CD953C657D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55" creationId="{C04EB93E-5CD5-40F0-837D-E3F2659E3222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56" creationId="{41381B9C-CE12-4753-BF30-08F7AC3E73F2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61" creationId="{B5F660EB-343D-4734-8DC3-9C169D54401C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62" creationId="{0D42CD05-4048-4220-ADD3-3046CA5A7596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63" creationId="{7CE16E87-6E9C-487B-83AB-259034757D37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64" creationId="{DFEB3A47-5F87-4E09-B5D1-D328765DB9F3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69" creationId="{C800C66B-2EAD-4234-8778-FD7E3BE277E1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70" creationId="{9CD2223B-0068-4743-857D-D98C9D214ECD}"/>
          </ac:spMkLst>
        </pc:spChg>
        <pc:spChg chg="del">
          <ac:chgData name="park sehun" userId="a5dd5dda71ea150a" providerId="LiveId" clId="{FA37902D-DABB-45C2-B596-D95E235D0790}" dt="2023-01-03T09:40:40.423" v="1185" actId="478"/>
          <ac:spMkLst>
            <pc:docMk/>
            <pc:sldMk cId="2065781572" sldId="1237"/>
            <ac:spMk id="72" creationId="{FB58858B-FD17-4ACD-8810-5542DCC85844}"/>
          </ac:spMkLst>
        </pc:spChg>
        <pc:spChg chg="mod">
          <ac:chgData name="park sehun" userId="a5dd5dda71ea150a" providerId="LiveId" clId="{FA37902D-DABB-45C2-B596-D95E235D0790}" dt="2023-01-03T09:09:14.298" v="1095" actId="20577"/>
          <ac:spMkLst>
            <pc:docMk/>
            <pc:sldMk cId="2065781572" sldId="1237"/>
            <ac:spMk id="62466" creationId="{00000000-0000-0000-0000-000000000000}"/>
          </ac:spMkLst>
        </pc:spChg>
        <pc:picChg chg="del">
          <ac:chgData name="park sehun" userId="a5dd5dda71ea150a" providerId="LiveId" clId="{FA37902D-DABB-45C2-B596-D95E235D0790}" dt="2023-01-03T09:40:40.423" v="1185" actId="478"/>
          <ac:picMkLst>
            <pc:docMk/>
            <pc:sldMk cId="2065781572" sldId="1237"/>
            <ac:picMk id="6" creationId="{B3018DAF-2A7A-723D-3835-CF5D27558A72}"/>
          </ac:picMkLst>
        </pc:picChg>
        <pc:picChg chg="del">
          <ac:chgData name="park sehun" userId="a5dd5dda71ea150a" providerId="LiveId" clId="{FA37902D-DABB-45C2-B596-D95E235D0790}" dt="2023-01-03T09:40:40.423" v="1185" actId="478"/>
          <ac:picMkLst>
            <pc:docMk/>
            <pc:sldMk cId="2065781572" sldId="1237"/>
            <ac:picMk id="7" creationId="{61BD3DB2-C858-E92D-ECB1-6E0D6CFD8963}"/>
          </ac:picMkLst>
        </pc:picChg>
        <pc:picChg chg="del">
          <ac:chgData name="park sehun" userId="a5dd5dda71ea150a" providerId="LiveId" clId="{FA37902D-DABB-45C2-B596-D95E235D0790}" dt="2023-01-03T09:40:40.423" v="1185" actId="478"/>
          <ac:picMkLst>
            <pc:docMk/>
            <pc:sldMk cId="2065781572" sldId="1237"/>
            <ac:picMk id="9" creationId="{A586FEF9-B7D7-70C8-A569-FEF8C4F49D51}"/>
          </ac:picMkLst>
        </pc:picChg>
        <pc:picChg chg="del">
          <ac:chgData name="park sehun" userId="a5dd5dda71ea150a" providerId="LiveId" clId="{FA37902D-DABB-45C2-B596-D95E235D0790}" dt="2023-01-03T09:40:40.423" v="1185" actId="478"/>
          <ac:picMkLst>
            <pc:docMk/>
            <pc:sldMk cId="2065781572" sldId="1237"/>
            <ac:picMk id="11" creationId="{DA86A7C6-6BE9-7B72-C6E7-630F5709148F}"/>
          </ac:picMkLst>
        </pc:picChg>
        <pc:picChg chg="del">
          <ac:chgData name="park sehun" userId="a5dd5dda71ea150a" providerId="LiveId" clId="{FA37902D-DABB-45C2-B596-D95E235D0790}" dt="2023-01-03T09:40:40.423" v="1185" actId="478"/>
          <ac:picMkLst>
            <pc:docMk/>
            <pc:sldMk cId="2065781572" sldId="1237"/>
            <ac:picMk id="13" creationId="{89488316-30D4-D960-5CC9-AB7FC962996B}"/>
          </ac:picMkLst>
        </pc:picChg>
        <pc:picChg chg="del">
          <ac:chgData name="park sehun" userId="a5dd5dda71ea150a" providerId="LiveId" clId="{FA37902D-DABB-45C2-B596-D95E235D0790}" dt="2023-01-03T09:40:40.423" v="1185" actId="478"/>
          <ac:picMkLst>
            <pc:docMk/>
            <pc:sldMk cId="2065781572" sldId="1237"/>
            <ac:picMk id="14" creationId="{DEB125F1-0517-5E42-8428-E622A178D6BF}"/>
          </ac:picMkLst>
        </pc:picChg>
        <pc:picChg chg="del">
          <ac:chgData name="park sehun" userId="a5dd5dda71ea150a" providerId="LiveId" clId="{FA37902D-DABB-45C2-B596-D95E235D0790}" dt="2023-01-03T09:40:40.423" v="1185" actId="478"/>
          <ac:picMkLst>
            <pc:docMk/>
            <pc:sldMk cId="2065781572" sldId="1237"/>
            <ac:picMk id="44" creationId="{6CEB47D5-7421-4B01-9677-DBE9AC7BA3A8}"/>
          </ac:picMkLst>
        </pc:picChg>
      </pc:sldChg>
      <pc:sldChg chg="modSp add mod">
        <pc:chgData name="park sehun" userId="a5dd5dda71ea150a" providerId="LiveId" clId="{FA37902D-DABB-45C2-B596-D95E235D0790}" dt="2023-01-03T10:31:59.462" v="1954" actId="113"/>
        <pc:sldMkLst>
          <pc:docMk/>
          <pc:sldMk cId="677639244" sldId="1238"/>
        </pc:sldMkLst>
        <pc:spChg chg="mod">
          <ac:chgData name="park sehun" userId="a5dd5dda71ea150a" providerId="LiveId" clId="{FA37902D-DABB-45C2-B596-D95E235D0790}" dt="2023-01-03T10:31:59.462" v="1954" actId="113"/>
          <ac:spMkLst>
            <pc:docMk/>
            <pc:sldMk cId="677639244" sldId="1238"/>
            <ac:spMk id="8" creationId="{6D730597-4454-4782-AD00-2BBDB55A3DA0}"/>
          </ac:spMkLst>
        </pc:spChg>
        <pc:spChg chg="mod">
          <ac:chgData name="park sehun" userId="a5dd5dda71ea150a" providerId="LiveId" clId="{FA37902D-DABB-45C2-B596-D95E235D0790}" dt="2023-01-03T10:09:15.909" v="1608" actId="20577"/>
          <ac:spMkLst>
            <pc:docMk/>
            <pc:sldMk cId="677639244" sldId="1238"/>
            <ac:spMk id="62466" creationId="{00000000-0000-0000-0000-000000000000}"/>
          </ac:spMkLst>
        </pc:spChg>
      </pc:sldChg>
      <pc:sldChg chg="addSp delSp modSp add mod">
        <pc:chgData name="park sehun" userId="a5dd5dda71ea150a" providerId="LiveId" clId="{FA37902D-DABB-45C2-B596-D95E235D0790}" dt="2023-01-03T10:54:46.926" v="2447" actId="1038"/>
        <pc:sldMkLst>
          <pc:docMk/>
          <pc:sldMk cId="3655406330" sldId="1239"/>
        </pc:sldMkLst>
        <pc:spChg chg="add del mod">
          <ac:chgData name="park sehun" userId="a5dd5dda71ea150a" providerId="LiveId" clId="{FA37902D-DABB-45C2-B596-D95E235D0790}" dt="2023-01-03T10:45:43.874" v="2013" actId="478"/>
          <ac:spMkLst>
            <pc:docMk/>
            <pc:sldMk cId="3655406330" sldId="1239"/>
            <ac:spMk id="2" creationId="{C86E6B83-8772-10B9-B70A-D68CC150AA24}"/>
          </ac:spMkLst>
        </pc:spChg>
        <pc:spChg chg="add mod">
          <ac:chgData name="park sehun" userId="a5dd5dda71ea150a" providerId="LiveId" clId="{FA37902D-DABB-45C2-B596-D95E235D0790}" dt="2023-01-03T10:54:46.926" v="2447" actId="1038"/>
          <ac:spMkLst>
            <pc:docMk/>
            <pc:sldMk cId="3655406330" sldId="1239"/>
            <ac:spMk id="3" creationId="{63BAD8F6-CE6C-C275-05F0-DA6C6683F8D6}"/>
          </ac:spMkLst>
        </pc:spChg>
        <pc:spChg chg="add mod">
          <ac:chgData name="park sehun" userId="a5dd5dda71ea150a" providerId="LiveId" clId="{FA37902D-DABB-45C2-B596-D95E235D0790}" dt="2023-01-03T10:54:46.926" v="2447" actId="1038"/>
          <ac:spMkLst>
            <pc:docMk/>
            <pc:sldMk cId="3655406330" sldId="1239"/>
            <ac:spMk id="4" creationId="{A30EE0D5-B798-4D91-56FE-F069D883118A}"/>
          </ac:spMkLst>
        </pc:spChg>
        <pc:spChg chg="mod">
          <ac:chgData name="park sehun" userId="a5dd5dda71ea150a" providerId="LiveId" clId="{FA37902D-DABB-45C2-B596-D95E235D0790}" dt="2023-01-03T10:44:30.096" v="2011" actId="20577"/>
          <ac:spMkLst>
            <pc:docMk/>
            <pc:sldMk cId="3655406330" sldId="1239"/>
            <ac:spMk id="8" creationId="{6D730597-4454-4782-AD00-2BBDB55A3DA0}"/>
          </ac:spMkLst>
        </pc:spChg>
        <pc:spChg chg="mod">
          <ac:chgData name="park sehun" userId="a5dd5dda71ea150a" providerId="LiveId" clId="{FA37902D-DABB-45C2-B596-D95E235D0790}" dt="2023-01-03T10:28:15.922" v="1947" actId="20577"/>
          <ac:spMkLst>
            <pc:docMk/>
            <pc:sldMk cId="3655406330" sldId="1239"/>
            <ac:spMk id="62466" creationId="{00000000-0000-0000-0000-000000000000}"/>
          </ac:spMkLst>
        </pc:spChg>
      </pc:sldChg>
      <pc:sldChg chg="modSp add mod">
        <pc:chgData name="park sehun" userId="a5dd5dda71ea150a" providerId="LiveId" clId="{FA37902D-DABB-45C2-B596-D95E235D0790}" dt="2023-01-03T10:57:30.855" v="2450" actId="6549"/>
        <pc:sldMkLst>
          <pc:docMk/>
          <pc:sldMk cId="2432967560" sldId="1240"/>
        </pc:sldMkLst>
        <pc:spChg chg="mod">
          <ac:chgData name="park sehun" userId="a5dd5dda71ea150a" providerId="LiveId" clId="{FA37902D-DABB-45C2-B596-D95E235D0790}" dt="2023-01-03T10:57:30.855" v="2450" actId="6549"/>
          <ac:spMkLst>
            <pc:docMk/>
            <pc:sldMk cId="2432967560" sldId="1240"/>
            <ac:spMk id="54" creationId="{C29D6112-022A-4BE0-B087-9B0A74023A45}"/>
          </ac:spMkLst>
        </pc:spChg>
        <pc:spChg chg="mod">
          <ac:chgData name="park sehun" userId="a5dd5dda71ea150a" providerId="LiveId" clId="{FA37902D-DABB-45C2-B596-D95E235D0790}" dt="2023-01-03T10:57:25.943" v="2449"/>
          <ac:spMkLst>
            <pc:docMk/>
            <pc:sldMk cId="2432967560" sldId="1240"/>
            <ac:spMk id="62466" creationId="{00000000-0000-0000-0000-000000000000}"/>
          </ac:spMkLst>
        </pc:spChg>
      </pc:sldChg>
      <pc:sldChg chg="addSp delSp modSp add mod">
        <pc:chgData name="park sehun" userId="a5dd5dda71ea150a" providerId="LiveId" clId="{FA37902D-DABB-45C2-B596-D95E235D0790}" dt="2023-01-04T04:34:42.584" v="2611" actId="1076"/>
        <pc:sldMkLst>
          <pc:docMk/>
          <pc:sldMk cId="2641979049" sldId="1241"/>
        </pc:sldMkLst>
        <pc:spChg chg="mod">
          <ac:chgData name="park sehun" userId="a5dd5dda71ea150a" providerId="LiveId" clId="{FA37902D-DABB-45C2-B596-D95E235D0790}" dt="2023-01-03T23:57:49.492" v="2583" actId="20577"/>
          <ac:spMkLst>
            <pc:docMk/>
            <pc:sldMk cId="2641979049" sldId="1241"/>
            <ac:spMk id="62466" creationId="{00000000-0000-0000-0000-000000000000}"/>
          </ac:spMkLst>
        </pc:spChg>
        <pc:graphicFrameChg chg="add mod">
          <ac:chgData name="park sehun" userId="a5dd5dda71ea150a" providerId="LiveId" clId="{FA37902D-DABB-45C2-B596-D95E235D0790}" dt="2023-01-04T04:34:42.584" v="2611" actId="1076"/>
          <ac:graphicFrameMkLst>
            <pc:docMk/>
            <pc:sldMk cId="2641979049" sldId="1241"/>
            <ac:graphicFrameMk id="2" creationId="{5F93A918-3DEC-58FF-A57E-994BD1619428}"/>
          </ac:graphicFrameMkLst>
        </pc:graphicFrameChg>
        <pc:graphicFrameChg chg="del modGraphic">
          <ac:chgData name="park sehun" userId="a5dd5dda71ea150a" providerId="LiveId" clId="{FA37902D-DABB-45C2-B596-D95E235D0790}" dt="2023-01-04T04:34:38.231" v="2609" actId="478"/>
          <ac:graphicFrameMkLst>
            <pc:docMk/>
            <pc:sldMk cId="2641979049" sldId="1241"/>
            <ac:graphicFrameMk id="3" creationId="{F972ACAB-92FC-40DA-8613-0626387DE447}"/>
          </ac:graphicFrameMkLst>
        </pc:graphicFrameChg>
      </pc:sldChg>
      <pc:sldMasterChg chg="modSldLayout">
        <pc:chgData name="park sehun" userId="a5dd5dda71ea150a" providerId="LiveId" clId="{FA37902D-DABB-45C2-B596-D95E235D0790}" dt="2023-01-03T11:04:33.095" v="2539" actId="20577"/>
        <pc:sldMasterMkLst>
          <pc:docMk/>
          <pc:sldMasterMk cId="0" sldId="2147484752"/>
        </pc:sldMasterMkLst>
        <pc:sldLayoutChg chg="modSp mod">
          <pc:chgData name="park sehun" userId="a5dd5dda71ea150a" providerId="LiveId" clId="{FA37902D-DABB-45C2-B596-D95E235D0790}" dt="2023-01-03T11:04:33.095" v="2539" actId="20577"/>
          <pc:sldLayoutMkLst>
            <pc:docMk/>
            <pc:sldMasterMk cId="0" sldId="2147484752"/>
            <pc:sldLayoutMk cId="1633808973" sldId="2147484755"/>
          </pc:sldLayoutMkLst>
          <pc:spChg chg="mod">
            <ac:chgData name="park sehun" userId="a5dd5dda71ea150a" providerId="LiveId" clId="{FA37902D-DABB-45C2-B596-D95E235D0790}" dt="2023-01-03T09:40:15.761" v="1184" actId="20577"/>
            <ac:spMkLst>
              <pc:docMk/>
              <pc:sldMasterMk cId="0" sldId="2147484752"/>
              <pc:sldLayoutMk cId="1633808973" sldId="2147484755"/>
              <ac:spMk id="9" creationId="{00000000-0000-0000-0000-000000000000}"/>
            </ac:spMkLst>
          </pc:spChg>
          <pc:spChg chg="mod">
            <ac:chgData name="park sehun" userId="a5dd5dda71ea150a" providerId="LiveId" clId="{FA37902D-DABB-45C2-B596-D95E235D0790}" dt="2023-01-03T11:04:33.095" v="2539" actId="20577"/>
            <ac:spMkLst>
              <pc:docMk/>
              <pc:sldMasterMk cId="0" sldId="2147484752"/>
              <pc:sldLayoutMk cId="1633808973" sldId="2147484755"/>
              <ac:spMk id="12" creationId="{34BAE1B7-DCD2-4BBC-BBC7-276E03FCA526}"/>
            </ac:spMkLst>
          </pc:spChg>
        </pc:sldLayoutChg>
      </pc:sldMasterChg>
    </pc:docChg>
  </pc:docChgLst>
  <pc:docChgLst>
    <pc:chgData name="park sehun" userId="a5dd5dda71ea150a" providerId="LiveId" clId="{EE18F0ED-61EA-4400-8D5D-638E65FD2E5C}"/>
    <pc:docChg chg="undo custSel addSld delSld modSld sldOrd">
      <pc:chgData name="park sehun" userId="a5dd5dda71ea150a" providerId="LiveId" clId="{EE18F0ED-61EA-4400-8D5D-638E65FD2E5C}" dt="2020-03-18T03:59:36.563" v="12264"/>
      <pc:docMkLst>
        <pc:docMk/>
      </pc:docMkLst>
      <pc:sldChg chg="modSp">
        <pc:chgData name="park sehun" userId="a5dd5dda71ea150a" providerId="LiveId" clId="{EE18F0ED-61EA-4400-8D5D-638E65FD2E5C}" dt="2020-03-16T09:04:52.909" v="2385" actId="20577"/>
        <pc:sldMkLst>
          <pc:docMk/>
          <pc:sldMk cId="0" sldId="487"/>
        </pc:sldMkLst>
        <pc:spChg chg="mod">
          <ac:chgData name="park sehun" userId="a5dd5dda71ea150a" providerId="LiveId" clId="{EE18F0ED-61EA-4400-8D5D-638E65FD2E5C}" dt="2020-03-16T09:04:52.909" v="2385" actId="20577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EE18F0ED-61EA-4400-8D5D-638E65FD2E5C}" dt="2020-03-16T08:03:30.903" v="7" actId="20577"/>
          <ac:spMkLst>
            <pc:docMk/>
            <pc:sldMk cId="0" sldId="487"/>
            <ac:spMk id="8" creationId="{00000000-0000-0000-0000-000000000000}"/>
          </ac:spMkLst>
        </pc:spChg>
      </pc:sldChg>
      <pc:sldChg chg="delSp modSp">
        <pc:chgData name="park sehun" userId="a5dd5dda71ea150a" providerId="LiveId" clId="{EE18F0ED-61EA-4400-8D5D-638E65FD2E5C}" dt="2020-03-16T08:04:08.953" v="38" actId="478"/>
        <pc:sldMkLst>
          <pc:docMk/>
          <pc:sldMk cId="2315492388" sldId="1111"/>
        </pc:sldMkLst>
        <pc:spChg chg="mod">
          <ac:chgData name="park sehun" userId="a5dd5dda71ea150a" providerId="LiveId" clId="{EE18F0ED-61EA-4400-8D5D-638E65FD2E5C}" dt="2020-03-16T08:03:53.925" v="37" actId="1036"/>
          <ac:spMkLst>
            <pc:docMk/>
            <pc:sldMk cId="2315492388" sldId="1111"/>
            <ac:spMk id="30" creationId="{EDF1AA4D-09D0-4259-8EEC-7C4BE43CE48E}"/>
          </ac:spMkLst>
        </pc:spChg>
        <pc:cxnChg chg="del mod">
          <ac:chgData name="park sehun" userId="a5dd5dda71ea150a" providerId="LiveId" clId="{EE18F0ED-61EA-4400-8D5D-638E65FD2E5C}" dt="2020-03-16T08:04:08.953" v="38" actId="478"/>
          <ac:cxnSpMkLst>
            <pc:docMk/>
            <pc:sldMk cId="2315492388" sldId="1111"/>
            <ac:cxnSpMk id="3" creationId="{C74DFF08-EA1F-4281-A616-ACD30FA3C510}"/>
          </ac:cxnSpMkLst>
        </pc:cxnChg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314973740" sldId="1140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56424068" sldId="117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177499770" sldId="1173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383354067" sldId="117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106983602" sldId="1177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21081107" sldId="1178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905206177" sldId="1179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224567645" sldId="1180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867095623" sldId="1181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310261898" sldId="118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042506115" sldId="1183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418553416" sldId="1184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066396043" sldId="118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937512362" sldId="1186"/>
        </pc:sldMkLst>
      </pc:sldChg>
      <pc:sldChg chg="modSp add">
        <pc:chgData name="park sehun" userId="a5dd5dda71ea150a" providerId="LiveId" clId="{EE18F0ED-61EA-4400-8D5D-638E65FD2E5C}" dt="2020-03-18T03:59:36.563" v="12264"/>
        <pc:sldMkLst>
          <pc:docMk/>
          <pc:sldMk cId="1112830151" sldId="1192"/>
        </pc:sldMkLst>
        <pc:spChg chg="mod">
          <ac:chgData name="park sehun" userId="a5dd5dda71ea150a" providerId="LiveId" clId="{EE18F0ED-61EA-4400-8D5D-638E65FD2E5C}" dt="2020-03-18T03:59:04.876" v="12184" actId="20577"/>
          <ac:spMkLst>
            <pc:docMk/>
            <pc:sldMk cId="1112830151" sldId="1192"/>
            <ac:spMk id="54" creationId="{C29D6112-022A-4BE0-B087-9B0A74023A45}"/>
          </ac:spMkLst>
        </pc:spChg>
        <pc:spChg chg="mod">
          <ac:chgData name="park sehun" userId="a5dd5dda71ea150a" providerId="LiveId" clId="{EE18F0ED-61EA-4400-8D5D-638E65FD2E5C}" dt="2020-03-18T03:59:36.563" v="12264"/>
          <ac:spMkLst>
            <pc:docMk/>
            <pc:sldMk cId="1112830151" sldId="1192"/>
            <ac:spMk id="62466" creationId="{00000000-0000-0000-0000-000000000000}"/>
          </ac:spMkLst>
        </pc:spChg>
      </pc:sldChg>
      <pc:sldChg chg="del">
        <pc:chgData name="park sehun" userId="a5dd5dda71ea150a" providerId="LiveId" clId="{EE18F0ED-61EA-4400-8D5D-638E65FD2E5C}" dt="2020-03-16T08:16:49.478" v="41" actId="2696"/>
        <pc:sldMkLst>
          <pc:docMk/>
          <pc:sldMk cId="3942243655" sldId="119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883614509" sldId="1194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766646617" sldId="119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009966918" sldId="1196"/>
        </pc:sldMkLst>
      </pc:sldChg>
      <pc:sldChg chg="addSp delSp modSp ord modNotesTx">
        <pc:chgData name="park sehun" userId="a5dd5dda71ea150a" providerId="LiveId" clId="{EE18F0ED-61EA-4400-8D5D-638E65FD2E5C}" dt="2020-03-16T08:45:39.898" v="2173" actId="20577"/>
        <pc:sldMkLst>
          <pc:docMk/>
          <pc:sldMk cId="3673328656" sldId="1197"/>
        </pc:sldMkLst>
        <pc:spChg chg="mod">
          <ac:chgData name="park sehun" userId="a5dd5dda71ea150a" providerId="LiveId" clId="{EE18F0ED-61EA-4400-8D5D-638E65FD2E5C}" dt="2020-03-16T08:22:08.916" v="211" actId="20577"/>
          <ac:spMkLst>
            <pc:docMk/>
            <pc:sldMk cId="3673328656" sldId="1197"/>
            <ac:spMk id="4" creationId="{9DA76C4A-1B38-4C07-A24B-3F7114B667CD}"/>
          </ac:spMkLst>
        </pc:spChg>
        <pc:spChg chg="add mod">
          <ac:chgData name="park sehun" userId="a5dd5dda71ea150a" providerId="LiveId" clId="{EE18F0ED-61EA-4400-8D5D-638E65FD2E5C}" dt="2020-03-16T08:26:49.501" v="227" actId="1076"/>
          <ac:spMkLst>
            <pc:docMk/>
            <pc:sldMk cId="3673328656" sldId="1197"/>
            <ac:spMk id="10" creationId="{F9AEA2BA-799E-470C-87A7-61505A44881D}"/>
          </ac:spMkLst>
        </pc:spChg>
        <pc:spChg chg="add mod">
          <ac:chgData name="park sehun" userId="a5dd5dda71ea150a" providerId="LiveId" clId="{EE18F0ED-61EA-4400-8D5D-638E65FD2E5C}" dt="2020-03-16T08:20:02.537" v="96" actId="1076"/>
          <ac:spMkLst>
            <pc:docMk/>
            <pc:sldMk cId="3673328656" sldId="1197"/>
            <ac:spMk id="29" creationId="{B905D88A-DEF2-4395-816E-0E8DB9210F39}"/>
          </ac:spMkLst>
        </pc:spChg>
        <pc:spChg chg="add mod">
          <ac:chgData name="park sehun" userId="a5dd5dda71ea150a" providerId="LiveId" clId="{EE18F0ED-61EA-4400-8D5D-638E65FD2E5C}" dt="2020-03-16T08:20:44.607" v="132" actId="1035"/>
          <ac:spMkLst>
            <pc:docMk/>
            <pc:sldMk cId="3673328656" sldId="1197"/>
            <ac:spMk id="32" creationId="{7B2A9D1B-6100-4E94-BE12-672593546DCC}"/>
          </ac:spMkLst>
        </pc:spChg>
        <pc:spChg chg="add mod">
          <ac:chgData name="park sehun" userId="a5dd5dda71ea150a" providerId="LiveId" clId="{EE18F0ED-61EA-4400-8D5D-638E65FD2E5C}" dt="2020-03-16T08:27:03.252" v="255" actId="20577"/>
          <ac:spMkLst>
            <pc:docMk/>
            <pc:sldMk cId="3673328656" sldId="1197"/>
            <ac:spMk id="40" creationId="{067DF4BC-D816-476B-B6CF-496EC5944DAE}"/>
          </ac:spMkLst>
        </pc:spChg>
        <pc:spChg chg="add mod">
          <ac:chgData name="park sehun" userId="a5dd5dda71ea150a" providerId="LiveId" clId="{EE18F0ED-61EA-4400-8D5D-638E65FD2E5C}" dt="2020-03-16T08:27:06.513" v="257" actId="20577"/>
          <ac:spMkLst>
            <pc:docMk/>
            <pc:sldMk cId="3673328656" sldId="1197"/>
            <ac:spMk id="41" creationId="{C92C3A17-9069-46C5-BD77-77274CF61402}"/>
          </ac:spMkLst>
        </pc:spChg>
        <pc:spChg chg="add mod">
          <ac:chgData name="park sehun" userId="a5dd5dda71ea150a" providerId="LiveId" clId="{EE18F0ED-61EA-4400-8D5D-638E65FD2E5C}" dt="2020-03-16T08:27:40.248" v="356" actId="1035"/>
          <ac:spMkLst>
            <pc:docMk/>
            <pc:sldMk cId="3673328656" sldId="1197"/>
            <ac:spMk id="42" creationId="{B1C9A060-973F-44B0-87E2-38BF88A3FD4E}"/>
          </ac:spMkLst>
        </pc:spChg>
        <pc:spChg chg="add mod">
          <ac:chgData name="park sehun" userId="a5dd5dda71ea150a" providerId="LiveId" clId="{EE18F0ED-61EA-4400-8D5D-638E65FD2E5C}" dt="2020-03-16T08:28:01.646" v="437" actId="20577"/>
          <ac:spMkLst>
            <pc:docMk/>
            <pc:sldMk cId="3673328656" sldId="1197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6T08:18:40.381" v="51" actId="1036"/>
          <ac:spMkLst>
            <pc:docMk/>
            <pc:sldMk cId="3673328656" sldId="1197"/>
            <ac:spMk id="44" creationId="{390CF0EA-5978-4C4F-A088-2D4C70EBC793}"/>
          </ac:spMkLst>
        </pc:spChg>
        <pc:spChg chg="add mod">
          <ac:chgData name="park sehun" userId="a5dd5dda71ea150a" providerId="LiveId" clId="{EE18F0ED-61EA-4400-8D5D-638E65FD2E5C}" dt="2020-03-16T08:28:04.825" v="439" actId="20577"/>
          <ac:spMkLst>
            <pc:docMk/>
            <pc:sldMk cId="3673328656" sldId="1197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6T08:20:38.035" v="114" actId="1035"/>
          <ac:spMkLst>
            <pc:docMk/>
            <pc:sldMk cId="3673328656" sldId="1197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6T08:23:46.918" v="220" actId="6549"/>
          <ac:spMkLst>
            <pc:docMk/>
            <pc:sldMk cId="3673328656" sldId="1197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8:22:20.075" v="213" actId="20577"/>
          <ac:spMkLst>
            <pc:docMk/>
            <pc:sldMk cId="3673328656" sldId="1197"/>
            <ac:spMk id="54" creationId="{C29D6112-022A-4BE0-B087-9B0A74023A45}"/>
          </ac:spMkLst>
        </pc:spChg>
        <pc:spChg chg="mod">
          <ac:chgData name="park sehun" userId="a5dd5dda71ea150a" providerId="LiveId" clId="{EE18F0ED-61EA-4400-8D5D-638E65FD2E5C}" dt="2020-03-16T08:18:40.381" v="51" actId="1036"/>
          <ac:spMkLst>
            <pc:docMk/>
            <pc:sldMk cId="3673328656" sldId="1197"/>
            <ac:spMk id="63" creationId="{8CF57F6D-10C1-4AB8-AFA1-02FA3FA793E8}"/>
          </ac:spMkLst>
        </pc:spChg>
        <pc:spChg chg="mod">
          <ac:chgData name="park sehun" userId="a5dd5dda71ea150a" providerId="LiveId" clId="{EE18F0ED-61EA-4400-8D5D-638E65FD2E5C}" dt="2020-03-16T08:18:56.778" v="71" actId="1036"/>
          <ac:spMkLst>
            <pc:docMk/>
            <pc:sldMk cId="3673328656" sldId="1197"/>
            <ac:spMk id="76" creationId="{B5EB5AE6-A589-4A54-B05C-856791F34305}"/>
          </ac:spMkLst>
        </pc:spChg>
        <pc:spChg chg="mod">
          <ac:chgData name="park sehun" userId="a5dd5dda71ea150a" providerId="LiveId" clId="{EE18F0ED-61EA-4400-8D5D-638E65FD2E5C}" dt="2020-03-16T08:19:12.020" v="92" actId="1037"/>
          <ac:spMkLst>
            <pc:docMk/>
            <pc:sldMk cId="3673328656" sldId="1197"/>
            <ac:spMk id="78" creationId="{0B83E74A-4A4E-4E0C-AD94-7D5E324DE748}"/>
          </ac:spMkLst>
        </pc:spChg>
        <pc:graphicFrameChg chg="mod">
          <ac:chgData name="park sehun" userId="a5dd5dda71ea150a" providerId="LiveId" clId="{EE18F0ED-61EA-4400-8D5D-638E65FD2E5C}" dt="2020-03-16T08:18:40.381" v="51" actId="1036"/>
          <ac:graphicFrameMkLst>
            <pc:docMk/>
            <pc:sldMk cId="3673328656" sldId="1197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EE18F0ED-61EA-4400-8D5D-638E65FD2E5C}" dt="2020-03-16T08:18:56.778" v="71" actId="1036"/>
          <ac:graphicFrameMkLst>
            <pc:docMk/>
            <pc:sldMk cId="3673328656" sldId="1197"/>
            <ac:graphicFrameMk id="36" creationId="{08881BD9-DC01-46DF-9742-A9787B92A60F}"/>
          </ac:graphicFrameMkLst>
        </pc:graphicFrameChg>
        <pc:graphicFrameChg chg="mod">
          <ac:chgData name="park sehun" userId="a5dd5dda71ea150a" providerId="LiveId" clId="{EE18F0ED-61EA-4400-8D5D-638E65FD2E5C}" dt="2020-03-16T08:19:12.020" v="92" actId="1037"/>
          <ac:graphicFrameMkLst>
            <pc:docMk/>
            <pc:sldMk cId="3673328656" sldId="1197"/>
            <ac:graphicFrameMk id="38" creationId="{9A7A42EB-7DD7-4A12-A27B-B837556A8330}"/>
          </ac:graphicFrameMkLst>
        </pc:graphicFrameChg>
        <pc:cxnChg chg="add del mod">
          <ac:chgData name="park sehun" userId="a5dd5dda71ea150a" providerId="LiveId" clId="{EE18F0ED-61EA-4400-8D5D-638E65FD2E5C}" dt="2020-03-16T08:21:35.358" v="138" actId="478"/>
          <ac:cxnSpMkLst>
            <pc:docMk/>
            <pc:sldMk cId="3673328656" sldId="1197"/>
            <ac:cxnSpMk id="30" creationId="{E5D3B70F-B763-4A5F-9FF2-8D49F17D90CC}"/>
          </ac:cxnSpMkLst>
        </pc:cxnChg>
        <pc:cxnChg chg="mod">
          <ac:chgData name="park sehun" userId="a5dd5dda71ea150a" providerId="LiveId" clId="{EE18F0ED-61EA-4400-8D5D-638E65FD2E5C}" dt="2020-03-16T08:18:40.381" v="51" actId="1036"/>
          <ac:cxnSpMkLst>
            <pc:docMk/>
            <pc:sldMk cId="3673328656" sldId="1197"/>
            <ac:cxnSpMk id="39" creationId="{C851932A-4916-4E8E-ADCE-BBDCE58175C0}"/>
          </ac:cxnSpMkLst>
        </pc:cxnChg>
        <pc:cxnChg chg="mod">
          <ac:chgData name="park sehun" userId="a5dd5dda71ea150a" providerId="LiveId" clId="{EE18F0ED-61EA-4400-8D5D-638E65FD2E5C}" dt="2020-03-16T08:21:17.988" v="137" actId="14100"/>
          <ac:cxnSpMkLst>
            <pc:docMk/>
            <pc:sldMk cId="3673328656" sldId="1197"/>
            <ac:cxnSpMk id="46" creationId="{ED63783E-00B0-4DE2-BAA1-7DBBAD23574D}"/>
          </ac:cxnSpMkLst>
        </pc:cxnChg>
        <pc:cxnChg chg="mod">
          <ac:chgData name="park sehun" userId="a5dd5dda71ea150a" providerId="LiveId" clId="{EE18F0ED-61EA-4400-8D5D-638E65FD2E5C}" dt="2020-03-16T08:21:47.951" v="207" actId="1037"/>
          <ac:cxnSpMkLst>
            <pc:docMk/>
            <pc:sldMk cId="3673328656" sldId="1197"/>
            <ac:cxnSpMk id="48" creationId="{1F0AC650-39C6-425E-9CBF-0F333F010677}"/>
          </ac:cxnSpMkLst>
        </pc:cxnChg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063120802" sldId="1198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514619652" sldId="1199"/>
        </pc:sldMkLst>
      </pc:sldChg>
      <pc:sldChg chg="addSp delSp modSp add delAnim modNotesTx">
        <pc:chgData name="park sehun" userId="a5dd5dda71ea150a" providerId="LiveId" clId="{EE18F0ED-61EA-4400-8D5D-638E65FD2E5C}" dt="2020-03-17T08:45:21.277" v="11959" actId="1076"/>
        <pc:sldMkLst>
          <pc:docMk/>
          <pc:sldMk cId="2174125512" sldId="1200"/>
        </pc:sldMkLst>
        <pc:spChg chg="add del mod">
          <ac:chgData name="park sehun" userId="a5dd5dda71ea150a" providerId="LiveId" clId="{EE18F0ED-61EA-4400-8D5D-638E65FD2E5C}" dt="2020-03-16T09:10:13.227" v="2456" actId="478"/>
          <ac:spMkLst>
            <pc:docMk/>
            <pc:sldMk cId="2174125512" sldId="1200"/>
            <ac:spMk id="3" creationId="{F6C3F55E-D914-433C-9A63-D566F3E41EF5}"/>
          </ac:spMkLst>
        </pc:spChg>
        <pc:spChg chg="del">
          <ac:chgData name="park sehun" userId="a5dd5dda71ea150a" providerId="LiveId" clId="{EE18F0ED-61EA-4400-8D5D-638E65FD2E5C}" dt="2020-03-16T09:06:05.343" v="2420" actId="478"/>
          <ac:spMkLst>
            <pc:docMk/>
            <pc:sldMk cId="2174125512" sldId="1200"/>
            <ac:spMk id="4" creationId="{9DA76C4A-1B38-4C07-A24B-3F7114B667CD}"/>
          </ac:spMkLst>
        </pc:spChg>
        <pc:spChg chg="add del mod">
          <ac:chgData name="park sehun" userId="a5dd5dda71ea150a" providerId="LiveId" clId="{EE18F0ED-61EA-4400-8D5D-638E65FD2E5C}" dt="2020-03-17T08:45:11.680" v="11957" actId="1076"/>
          <ac:spMkLst>
            <pc:docMk/>
            <pc:sldMk cId="2174125512" sldId="1200"/>
            <ac:spMk id="10" creationId="{F9AEA2BA-799E-470C-87A7-61505A44881D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29" creationId="{B905D88A-DEF2-4395-816E-0E8DB9210F39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32" creationId="{7B2A9D1B-6100-4E94-BE12-672593546DCC}"/>
          </ac:spMkLst>
        </pc:spChg>
        <pc:spChg chg="add del mod">
          <ac:chgData name="park sehun" userId="a5dd5dda71ea150a" providerId="LiveId" clId="{EE18F0ED-61EA-4400-8D5D-638E65FD2E5C}" dt="2020-03-17T08:45:16.977" v="11958" actId="1076"/>
          <ac:spMkLst>
            <pc:docMk/>
            <pc:sldMk cId="2174125512" sldId="1200"/>
            <ac:spMk id="40" creationId="{067DF4BC-D816-476B-B6CF-496EC5944DAE}"/>
          </ac:spMkLst>
        </pc:spChg>
        <pc:spChg chg="add del mod">
          <ac:chgData name="park sehun" userId="a5dd5dda71ea150a" providerId="LiveId" clId="{EE18F0ED-61EA-4400-8D5D-638E65FD2E5C}" dt="2020-03-17T08:45:21.277" v="11959" actId="1076"/>
          <ac:spMkLst>
            <pc:docMk/>
            <pc:sldMk cId="2174125512" sldId="1200"/>
            <ac:spMk id="41" creationId="{C92C3A17-9069-46C5-BD77-77274CF61402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2" creationId="{B1C9A060-973F-44B0-87E2-38BF88A3FD4E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4" creationId="{390CF0EA-5978-4C4F-A088-2D4C70EBC793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6T09:10:49.704" v="2557" actId="1037"/>
          <ac:spMkLst>
            <pc:docMk/>
            <pc:sldMk cId="2174125512" sldId="1200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6T09:29:43.511" v="3176" actId="20577"/>
          <ac:spMkLst>
            <pc:docMk/>
            <pc:sldMk cId="2174125512" sldId="1200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32:28.789" v="3319" actId="20577"/>
          <ac:spMkLst>
            <pc:docMk/>
            <pc:sldMk cId="2174125512" sldId="1200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55" creationId="{03A165D2-3D2D-4C51-844B-512A16A883D0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61" creationId="{564B67B8-3547-4D76-B4AD-EBE3D12F0D39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6T09:10:19.371" v="2457" actId="478"/>
          <ac:spMkLst>
            <pc:docMk/>
            <pc:sldMk cId="2174125512" sldId="1200"/>
            <ac:spMk id="65" creationId="{53F129E3-6D7B-48BB-9761-A6DEE22347C5}"/>
          </ac:spMkLst>
        </pc:spChg>
        <pc:spChg chg="mod">
          <ac:chgData name="park sehun" userId="a5dd5dda71ea150a" providerId="LiveId" clId="{EE18F0ED-61EA-4400-8D5D-638E65FD2E5C}" dt="2020-03-16T09:10:25.640" v="2494" actId="1038"/>
          <ac:spMkLst>
            <pc:docMk/>
            <pc:sldMk cId="2174125512" sldId="1200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71" creationId="{68612BC9-CDE7-495C-BD01-5B173DA8540C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77" creationId="{A1C9CBBB-442E-4A27-BC56-34EE4B2C71D5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8:47:51.283" v="2237" actId="20577"/>
          <ac:spMkLst>
            <pc:docMk/>
            <pc:sldMk cId="2174125512" sldId="1200"/>
            <ac:spMk id="62466" creationId="{00000000-0000-0000-0000-000000000000}"/>
          </ac:spMkLst>
        </pc:sp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6" creationId="{08881BD9-DC01-46DF-9742-A9787B92A60F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7" creationId="{B404B55C-E378-450B-8567-8123BE4AEFCE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8" creationId="{9A7A42EB-7DD7-4A12-A27B-B837556A8330}"/>
          </ac:graphicFrameMkLst>
        </pc:graphicFrame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39" creationId="{C851932A-4916-4E8E-ADCE-BBDCE58175C0}"/>
          </ac:cxnSpMkLst>
        </pc:cxn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46" creationId="{ED63783E-00B0-4DE2-BAA1-7DBBAD23574D}"/>
          </ac:cxnSpMkLst>
        </pc:cxn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48" creationId="{1F0AC650-39C6-425E-9CBF-0F333F010677}"/>
          </ac:cxnSpMkLst>
        </pc:cxnChg>
        <pc:cxnChg chg="mod">
          <ac:chgData name="park sehun" userId="a5dd5dda71ea150a" providerId="LiveId" clId="{EE18F0ED-61EA-4400-8D5D-638E65FD2E5C}" dt="2020-03-16T09:10:39.008" v="2531" actId="14100"/>
          <ac:cxnSpMkLst>
            <pc:docMk/>
            <pc:sldMk cId="2174125512" sldId="1200"/>
            <ac:cxnSpMk id="50" creationId="{AA7171CE-0DE4-411A-87C9-037D611A0DB4}"/>
          </ac:cxnSpMkLst>
        </pc:cxnChg>
        <pc:cxnChg chg="del">
          <ac:chgData name="park sehun" userId="a5dd5dda71ea150a" providerId="LiveId" clId="{EE18F0ED-61EA-4400-8D5D-638E65FD2E5C}" dt="2020-03-16T09:05:57.749" v="2418" actId="478"/>
          <ac:cxnSpMkLst>
            <pc:docMk/>
            <pc:sldMk cId="2174125512" sldId="1200"/>
            <ac:cxnSpMk id="64" creationId="{5270DB07-824E-40A1-BADC-DE6D19836E63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4:14.011" v="4673" actId="478"/>
        <pc:sldMkLst>
          <pc:docMk/>
          <pc:sldMk cId="3465176172" sldId="1201"/>
        </pc:sldMkLst>
        <pc:spChg chg="del">
          <ac:chgData name="park sehun" userId="a5dd5dda71ea150a" providerId="LiveId" clId="{EE18F0ED-61EA-4400-8D5D-638E65FD2E5C}" dt="2020-03-17T01:44:25.829" v="4514" actId="478"/>
          <ac:spMkLst>
            <pc:docMk/>
            <pc:sldMk cId="3465176172" sldId="1201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23.526" v="4513" actId="478"/>
          <ac:spMkLst>
            <pc:docMk/>
            <pc:sldMk cId="3465176172" sldId="1201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23.526" v="4513" actId="478"/>
          <ac:spMkLst>
            <pc:docMk/>
            <pc:sldMk cId="3465176172" sldId="1201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7T03:44:04.218" v="4672" actId="1038"/>
          <ac:spMkLst>
            <pc:docMk/>
            <pc:sldMk cId="3465176172" sldId="1201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1:27.365" v="4231" actId="20577"/>
          <ac:spMkLst>
            <pc:docMk/>
            <pc:sldMk cId="3465176172" sldId="1201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44:14.011" v="4673" actId="478"/>
          <ac:spMkLst>
            <pc:docMk/>
            <pc:sldMk cId="3465176172" sldId="1201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2:34.801" v="4318" actId="20577"/>
          <ac:spMkLst>
            <pc:docMk/>
            <pc:sldMk cId="3465176172" sldId="1201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50" creationId="{AA7171CE-0DE4-411A-87C9-037D611A0DB4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4:38.227" v="4676" actId="478"/>
        <pc:sldMkLst>
          <pc:docMk/>
          <pc:sldMk cId="2557724074" sldId="1202"/>
        </pc:sldMkLst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7T03:44:34.873" v="4675" actId="14100"/>
          <ac:spMkLst>
            <pc:docMk/>
            <pc:sldMk cId="2557724074" sldId="1202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3:01.427" v="4338"/>
          <ac:spMkLst>
            <pc:docMk/>
            <pc:sldMk cId="2557724074" sldId="1202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44:38.227" v="4676" actId="478"/>
          <ac:spMkLst>
            <pc:docMk/>
            <pc:sldMk cId="2557724074" sldId="1202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2:30.820" v="4311" actId="20577"/>
          <ac:spMkLst>
            <pc:docMk/>
            <pc:sldMk cId="2557724074" sldId="1202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44:28.925" v="4674" actId="478"/>
          <ac:cxnSpMkLst>
            <pc:docMk/>
            <pc:sldMk cId="2557724074" sldId="1202"/>
            <ac:cxnSpMk id="50" creationId="{AA7171CE-0DE4-411A-87C9-037D611A0DB4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0:00.673" v="4528" actId="14100"/>
        <pc:sldMkLst>
          <pc:docMk/>
          <pc:sldMk cId="1403437371" sldId="1203"/>
        </pc:sldMkLst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7" creationId="{B2711BC8-8BBB-464D-923D-5476D78556CA}"/>
          </ac:spMkLst>
        </pc:spChg>
        <pc:spChg chg="del">
          <ac:chgData name="park sehun" userId="a5dd5dda71ea150a" providerId="LiveId" clId="{EE18F0ED-61EA-4400-8D5D-638E65FD2E5C}" dt="2020-03-17T03:39:17.273" v="4525" actId="478"/>
          <ac:spMkLst>
            <pc:docMk/>
            <pc:sldMk cId="1403437371" sldId="1203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7T03:40:00.673" v="4528" actId="14100"/>
          <ac:spMkLst>
            <pc:docMk/>
            <pc:sldMk cId="1403437371" sldId="1203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4:38.927" v="4444" actId="20577"/>
          <ac:spMkLst>
            <pc:docMk/>
            <pc:sldMk cId="1403437371" sldId="1203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39:08.321" v="4523" actId="478"/>
          <ac:spMkLst>
            <pc:docMk/>
            <pc:sldMk cId="1403437371" sldId="1203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5:21.840" v="4476" actId="20577"/>
          <ac:spMkLst>
            <pc:docMk/>
            <pc:sldMk cId="1403437371" sldId="1203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39:13.327" v="4524" actId="478"/>
          <ac:cxnSpMkLst>
            <pc:docMk/>
            <pc:sldMk cId="1403437371" sldId="1203"/>
            <ac:cxnSpMk id="50" creationId="{AA7171CE-0DE4-411A-87C9-037D611A0DB4}"/>
          </ac:cxnSpMkLst>
        </pc:cxnChg>
      </pc:sldChg>
      <pc:sldChg chg="addSp delSp modSp add modAnim modNotesTx">
        <pc:chgData name="park sehun" userId="a5dd5dda71ea150a" providerId="LiveId" clId="{EE18F0ED-61EA-4400-8D5D-638E65FD2E5C}" dt="2020-03-17T07:51:24.655" v="11045" actId="20577"/>
        <pc:sldMkLst>
          <pc:docMk/>
          <pc:sldMk cId="1389531603" sldId="1204"/>
        </pc:sldMkLst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10" creationId="{F9AEA2BA-799E-470C-87A7-61505A44881D}"/>
          </ac:spMkLst>
        </pc:spChg>
        <pc:spChg chg="add mod">
          <ac:chgData name="park sehun" userId="a5dd5dda71ea150a" providerId="LiveId" clId="{EE18F0ED-61EA-4400-8D5D-638E65FD2E5C}" dt="2020-03-17T06:04:39.687" v="6126" actId="1038"/>
          <ac:spMkLst>
            <pc:docMk/>
            <pc:sldMk cId="1389531603" sldId="1204"/>
            <ac:spMk id="27" creationId="{9384D9E4-1DB6-46D4-9E66-5BA2E5FD7136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29" creationId="{B905D88A-DEF2-4395-816E-0E8DB9210F39}"/>
          </ac:spMkLst>
        </pc:spChg>
        <pc:spChg chg="add mod">
          <ac:chgData name="park sehun" userId="a5dd5dda71ea150a" providerId="LiveId" clId="{EE18F0ED-61EA-4400-8D5D-638E65FD2E5C}" dt="2020-03-17T05:30:35.320" v="4955" actId="1036"/>
          <ac:spMkLst>
            <pc:docMk/>
            <pc:sldMk cId="1389531603" sldId="1204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32" creationId="{7B2A9D1B-6100-4E94-BE12-672593546DCC}"/>
          </ac:spMkLst>
        </pc:spChg>
        <pc:spChg chg="add mod">
          <ac:chgData name="park sehun" userId="a5dd5dda71ea150a" providerId="LiveId" clId="{EE18F0ED-61EA-4400-8D5D-638E65FD2E5C}" dt="2020-03-17T05:48:38.439" v="5464" actId="1037"/>
          <ac:spMkLst>
            <pc:docMk/>
            <pc:sldMk cId="1389531603" sldId="1204"/>
            <ac:spMk id="33" creationId="{F10D0F4E-5E42-4BC2-9E16-2B54DCE1A39D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34" creationId="{B759B056-87A7-4DCF-89F3-BE39CC580CB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35" creationId="{16741EF7-796A-4534-9332-C9B683912B12}"/>
          </ac:spMkLst>
        </pc:spChg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7" creationId="{B2711BC8-8BBB-464D-923D-5476D78556C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49" creationId="{990AB7BD-1AA7-4232-A737-93F1FA6454FE}"/>
          </ac:spMkLst>
        </pc:spChg>
        <pc:spChg chg="mod">
          <ac:chgData name="park sehun" userId="a5dd5dda71ea150a" providerId="LiveId" clId="{EE18F0ED-61EA-4400-8D5D-638E65FD2E5C}" dt="2020-03-17T03:46:59.820" v="4687" actId="1035"/>
          <ac:spMkLst>
            <pc:docMk/>
            <pc:sldMk cId="1389531603" sldId="1204"/>
            <ac:spMk id="51" creationId="{6E497FE8-ACB2-4270-AE46-10B163AEEAD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2" creationId="{A16BD687-E28C-4DD7-8D87-5E4D69F49885}"/>
          </ac:spMkLst>
        </pc:spChg>
        <pc:spChg chg="del">
          <ac:chgData name="park sehun" userId="a5dd5dda71ea150a" providerId="LiveId" clId="{EE18F0ED-61EA-4400-8D5D-638E65FD2E5C}" dt="2020-03-17T03:40:47.888" v="4565" actId="478"/>
          <ac:spMkLst>
            <pc:docMk/>
            <pc:sldMk cId="1389531603" sldId="1204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7T03:40:38.472" v="4564" actId="6549"/>
          <ac:spMkLst>
            <pc:docMk/>
            <pc:sldMk cId="1389531603" sldId="1204"/>
            <ac:spMk id="54" creationId="{C29D6112-022A-4BE0-B087-9B0A74023A45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5" creationId="{E0D7CCAE-2B16-4074-B59E-7FEAE25AE6B6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56" creationId="{BB41BF06-9C33-4E67-B580-716DF1A1550F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7" creationId="{D75B7C80-AD88-41E7-A579-10609D7DC92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8" creationId="{25968229-127F-427D-8002-AAB2ABEA430B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9" creationId="{BF921BB0-DF4E-4BA9-843C-E98CFABD7F6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0" creationId="{F68AE185-EC69-48DD-B720-6CFC7CEF67C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1" creationId="{33D348FE-716C-4A65-BE39-D00AB3F1B87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2" creationId="{D61B607B-7ED2-46F1-81DB-8B0FF4ACF7E8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63" creationId="{8CF57F6D-10C1-4AB8-AFA1-02FA3FA793E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4" creationId="{BE48884C-2C13-42DD-A44C-9153B3D74DA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5" creationId="{326D7B78-32D5-4B21-9B9B-0907F5093C61}"/>
          </ac:spMkLst>
        </pc:spChg>
        <pc:spChg chg="mod">
          <ac:chgData name="park sehun" userId="a5dd5dda71ea150a" providerId="LiveId" clId="{EE18F0ED-61EA-4400-8D5D-638E65FD2E5C}" dt="2020-03-17T03:46:59.820" v="4687" actId="1035"/>
          <ac:spMkLst>
            <pc:docMk/>
            <pc:sldMk cId="1389531603" sldId="1204"/>
            <ac:spMk id="66" creationId="{186D568E-3C76-4B43-8ACD-7EFA2134FAA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7" creationId="{125BDC84-5842-4AE9-8C52-03EB75AC18AC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8" creationId="{F695DA08-C6F7-42F6-9FD6-9B47EB3B1946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9" creationId="{76FA09CD-D97E-4D88-8736-7003FE34E9C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74" creationId="{955DFC2D-D8A2-4D91-932D-C338E4AE526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75" creationId="{8116A41D-C957-43E5-A99B-FEE35864383A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78" creationId="{0B83E74A-4A4E-4E0C-AD94-7D5E324DE74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0" creationId="{9122693F-1FD5-41FF-9E8E-87779C71507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2" creationId="{9F499EAD-D1F2-4CB8-9584-6D46BB33E192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3" creationId="{69119715-79A6-4964-8EF5-93FD7D70200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4" creationId="{93E234A7-F1BD-42EE-AAD7-A6EAB1506AF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5" creationId="{B6F136F7-A2E4-40AC-91A6-A826531E3ED4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6" creationId="{6699EC36-AB8E-4ED6-96A2-CF7C3B1026F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7" creationId="{0A147CE9-7B91-4478-8A39-E8E5BD4D564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9" creationId="{AB0DB319-9CAA-4CC0-953C-9EAF8E66671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2" creationId="{2977C3CA-D8A5-41E8-9384-54766A06394D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3" creationId="{3AD5E2F2-C525-41FE-9D3E-409F620D4C2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4" creationId="{0CB8EF40-E356-4395-B600-CD3DBCB038C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5" creationId="{ED026A53-2CC8-48EA-80CC-1832F46FD43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6" creationId="{58DB3705-3802-4A3B-BDED-21BCCB1055EB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7" creationId="{7E5FF672-C13F-4D91-9BBC-3C1CCC61DAA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8" creationId="{BCAAE468-3C81-409C-A02C-DD6C59CAFCFF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9" creationId="{9E461DA2-9801-4902-8EEE-254B36BB8494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101" creationId="{F3D8DC1F-18F3-44C2-AABC-E49912BE87F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102" creationId="{50E84447-9740-4067-AD63-4872992FA3D7}"/>
          </ac:spMkLst>
        </pc:spChg>
        <pc:spChg chg="add mod ord">
          <ac:chgData name="park sehun" userId="a5dd5dda71ea150a" providerId="LiveId" clId="{EE18F0ED-61EA-4400-8D5D-638E65FD2E5C}" dt="2020-03-17T05:30:56.193" v="4986" actId="14100"/>
          <ac:spMkLst>
            <pc:docMk/>
            <pc:sldMk cId="1389531603" sldId="1204"/>
            <ac:spMk id="104" creationId="{69119715-79A6-4964-8EF5-93FD7D702009}"/>
          </ac:spMkLst>
        </pc:spChg>
        <pc:spChg chg="add mod ord">
          <ac:chgData name="park sehun" userId="a5dd5dda71ea150a" providerId="LiveId" clId="{EE18F0ED-61EA-4400-8D5D-638E65FD2E5C}" dt="2020-03-17T06:59:55.619" v="7656" actId="14100"/>
          <ac:spMkLst>
            <pc:docMk/>
            <pc:sldMk cId="1389531603" sldId="1204"/>
            <ac:spMk id="105" creationId="{B5DA5C71-10CD-4F0B-9174-5FC23440803E}"/>
          </ac:spMkLst>
        </pc:spChg>
        <pc:spChg chg="add mod">
          <ac:chgData name="park sehun" userId="a5dd5dda71ea150a" providerId="LiveId" clId="{EE18F0ED-61EA-4400-8D5D-638E65FD2E5C}" dt="2020-03-17T05:43:13.499" v="5332" actId="1036"/>
          <ac:spMkLst>
            <pc:docMk/>
            <pc:sldMk cId="1389531603" sldId="1204"/>
            <ac:spMk id="106" creationId="{3AD5E2F2-C525-41FE-9D3E-409F620D4C20}"/>
          </ac:spMkLst>
        </pc:spChg>
        <pc:spChg chg="add del mod">
          <ac:chgData name="park sehun" userId="a5dd5dda71ea150a" providerId="LiveId" clId="{EE18F0ED-61EA-4400-8D5D-638E65FD2E5C}" dt="2020-03-17T05:33:40.412" v="5028" actId="478"/>
          <ac:spMkLst>
            <pc:docMk/>
            <pc:sldMk cId="1389531603" sldId="1204"/>
            <ac:spMk id="107" creationId="{C135C587-494D-4AF1-8E8C-DFD55D85BDAE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08" creationId="{918C923B-D527-4086-A9D3-18FC0B7F1927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0" creationId="{7F666B64-144E-44C6-90D1-D5CD5EC13F7E}"/>
          </ac:spMkLst>
        </pc:spChg>
        <pc:spChg chg="add mod">
          <ac:chgData name="park sehun" userId="a5dd5dda71ea150a" providerId="LiveId" clId="{EE18F0ED-61EA-4400-8D5D-638E65FD2E5C}" dt="2020-03-17T05:48:38.439" v="5464" actId="1037"/>
          <ac:spMkLst>
            <pc:docMk/>
            <pc:sldMk cId="1389531603" sldId="1204"/>
            <ac:spMk id="111" creationId="{5E317841-9500-41A0-AFEE-A137AE286833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3" creationId="{8EBB0BE6-D185-4616-A3FA-72D4B6D80822}"/>
          </ac:spMkLst>
        </pc:spChg>
        <pc:spChg chg="add mod">
          <ac:chgData name="park sehun" userId="a5dd5dda71ea150a" providerId="LiveId" clId="{EE18F0ED-61EA-4400-8D5D-638E65FD2E5C}" dt="2020-03-17T05:41:21.847" v="5305" actId="1076"/>
          <ac:spMkLst>
            <pc:docMk/>
            <pc:sldMk cId="1389531603" sldId="1204"/>
            <ac:spMk id="114" creationId="{AEBCE704-2F64-4ED5-8ECC-00793CAACF6C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6" creationId="{CA4CFFC0-42DE-4304-9EAC-3E62D1A3B079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7" creationId="{3332846B-7470-45CC-BDFC-FB09F925693F}"/>
          </ac:spMkLst>
        </pc:spChg>
        <pc:spChg chg="add mod ord">
          <ac:chgData name="park sehun" userId="a5dd5dda71ea150a" providerId="LiveId" clId="{EE18F0ED-61EA-4400-8D5D-638E65FD2E5C}" dt="2020-03-17T05:45:33.442" v="5349" actId="14100"/>
          <ac:spMkLst>
            <pc:docMk/>
            <pc:sldMk cId="1389531603" sldId="1204"/>
            <ac:spMk id="119" creationId="{3AD5E2F2-C525-41FE-9D3E-409F620D4C20}"/>
          </ac:spMkLst>
        </pc:spChg>
        <pc:spChg chg="add mod">
          <ac:chgData name="park sehun" userId="a5dd5dda71ea150a" providerId="LiveId" clId="{EE18F0ED-61EA-4400-8D5D-638E65FD2E5C}" dt="2020-03-17T05:48:45.365" v="5467" actId="1036"/>
          <ac:spMkLst>
            <pc:docMk/>
            <pc:sldMk cId="1389531603" sldId="1204"/>
            <ac:spMk id="120" creationId="{CCF280DA-08DC-4A94-8D44-DAD99E53B085}"/>
          </ac:spMkLst>
        </pc:spChg>
        <pc:spChg chg="add mod">
          <ac:chgData name="park sehun" userId="a5dd5dda71ea150a" providerId="LiveId" clId="{EE18F0ED-61EA-4400-8D5D-638E65FD2E5C}" dt="2020-03-17T06:59:42.947" v="7654" actId="14100"/>
          <ac:spMkLst>
            <pc:docMk/>
            <pc:sldMk cId="1389531603" sldId="1204"/>
            <ac:spMk id="122" creationId="{5956407C-33AF-4CFF-96B9-2A8A2BF04538}"/>
          </ac:spMkLst>
        </pc:spChg>
        <pc:spChg chg="add mod">
          <ac:chgData name="park sehun" userId="a5dd5dda71ea150a" providerId="LiveId" clId="{EE18F0ED-61EA-4400-8D5D-638E65FD2E5C}" dt="2020-03-17T06:29:05.191" v="7017" actId="14100"/>
          <ac:spMkLst>
            <pc:docMk/>
            <pc:sldMk cId="1389531603" sldId="1204"/>
            <ac:spMk id="123" creationId="{29A88D42-D0AF-4EF9-92CA-C682BC9F9AF2}"/>
          </ac:spMkLst>
        </pc:spChg>
        <pc:spChg chg="add mod ord">
          <ac:chgData name="park sehun" userId="a5dd5dda71ea150a" providerId="LiveId" clId="{EE18F0ED-61EA-4400-8D5D-638E65FD2E5C}" dt="2020-03-17T06:05:27.152" v="6143" actId="167"/>
          <ac:spMkLst>
            <pc:docMk/>
            <pc:sldMk cId="1389531603" sldId="1204"/>
            <ac:spMk id="124" creationId="{FA46A8B9-8A29-41B5-9DD3-BB636239C047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25" creationId="{FEF3F1AF-1EBC-4523-9E3B-938E194E77C9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26" creationId="{F4C21D66-D465-4C65-9223-83DC2B52DBC3}"/>
          </ac:spMkLst>
        </pc:spChg>
        <pc:spChg chg="add mod">
          <ac:chgData name="park sehun" userId="a5dd5dda71ea150a" providerId="LiveId" clId="{EE18F0ED-61EA-4400-8D5D-638E65FD2E5C}" dt="2020-03-17T05:53:26.924" v="5679" actId="1035"/>
          <ac:spMkLst>
            <pc:docMk/>
            <pc:sldMk cId="1389531603" sldId="1204"/>
            <ac:spMk id="127" creationId="{0D1CD684-3F63-4057-A10F-CA091328EBA7}"/>
          </ac:spMkLst>
        </pc:spChg>
        <pc:spChg chg="add mod">
          <ac:chgData name="park sehun" userId="a5dd5dda71ea150a" providerId="LiveId" clId="{EE18F0ED-61EA-4400-8D5D-638E65FD2E5C}" dt="2020-03-17T06:26:33.985" v="6887" actId="14100"/>
          <ac:spMkLst>
            <pc:docMk/>
            <pc:sldMk cId="1389531603" sldId="1204"/>
            <ac:spMk id="128" creationId="{9DE52B7E-4D1C-4E8F-B0CC-164EA6104491}"/>
          </ac:spMkLst>
        </pc:spChg>
        <pc:spChg chg="add mod">
          <ac:chgData name="park sehun" userId="a5dd5dda71ea150a" providerId="LiveId" clId="{EE18F0ED-61EA-4400-8D5D-638E65FD2E5C}" dt="2020-03-17T07:11:41.643" v="9049" actId="6549"/>
          <ac:spMkLst>
            <pc:docMk/>
            <pc:sldMk cId="1389531603" sldId="1204"/>
            <ac:spMk id="130" creationId="{2E9FB8F5-E26F-4022-99F1-38FF2CBF3D79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31" creationId="{F8173851-A50D-4978-B64C-79C7E5AF6331}"/>
          </ac:spMkLst>
        </pc:spChg>
        <pc:spChg chg="add del mod">
          <ac:chgData name="park sehun" userId="a5dd5dda71ea150a" providerId="LiveId" clId="{EE18F0ED-61EA-4400-8D5D-638E65FD2E5C}" dt="2020-03-17T07:00:38.062" v="7663" actId="478"/>
          <ac:spMkLst>
            <pc:docMk/>
            <pc:sldMk cId="1389531603" sldId="1204"/>
            <ac:spMk id="133" creationId="{526E2819-1ADC-4020-8E08-93E305863B16}"/>
          </ac:spMkLst>
        </pc:spChg>
        <pc:spChg chg="add del mod">
          <ac:chgData name="park sehun" userId="a5dd5dda71ea150a" providerId="LiveId" clId="{EE18F0ED-61EA-4400-8D5D-638E65FD2E5C}" dt="2020-03-17T06:09:29.874" v="6281" actId="478"/>
          <ac:spMkLst>
            <pc:docMk/>
            <pc:sldMk cId="1389531603" sldId="1204"/>
            <ac:spMk id="134" creationId="{214CFCCD-075E-48E8-8233-97913DEF7BC0}"/>
          </ac:spMkLst>
        </pc:spChg>
        <pc:spChg chg="add mod">
          <ac:chgData name="park sehun" userId="a5dd5dda71ea150a" providerId="LiveId" clId="{EE18F0ED-61EA-4400-8D5D-638E65FD2E5C}" dt="2020-03-17T06:13:27.515" v="6289" actId="1035"/>
          <ac:spMkLst>
            <pc:docMk/>
            <pc:sldMk cId="1389531603" sldId="1204"/>
            <ac:spMk id="136" creationId="{B6FE3E06-A97E-4DFD-9609-5E2EC420CEFE}"/>
          </ac:spMkLst>
        </pc:spChg>
        <pc:spChg chg="add mod">
          <ac:chgData name="park sehun" userId="a5dd5dda71ea150a" providerId="LiveId" clId="{EE18F0ED-61EA-4400-8D5D-638E65FD2E5C}" dt="2020-03-17T06:27:19.940" v="6924" actId="1036"/>
          <ac:spMkLst>
            <pc:docMk/>
            <pc:sldMk cId="1389531603" sldId="1204"/>
            <ac:spMk id="137" creationId="{4001E03E-76B1-4F64-9BC7-A35719DAD5A9}"/>
          </ac:spMkLst>
        </pc:spChg>
        <pc:spChg chg="add mod">
          <ac:chgData name="park sehun" userId="a5dd5dda71ea150a" providerId="LiveId" clId="{EE18F0ED-61EA-4400-8D5D-638E65FD2E5C}" dt="2020-03-17T06:15:14.674" v="6376" actId="6549"/>
          <ac:spMkLst>
            <pc:docMk/>
            <pc:sldMk cId="1389531603" sldId="1204"/>
            <ac:spMk id="138" creationId="{B5A8285F-CD7C-4B45-871F-1EF840D611F4}"/>
          </ac:spMkLst>
        </pc:spChg>
        <pc:spChg chg="add mod ord">
          <ac:chgData name="park sehun" userId="a5dd5dda71ea150a" providerId="LiveId" clId="{EE18F0ED-61EA-4400-8D5D-638E65FD2E5C}" dt="2020-03-17T06:05:19.801" v="6142" actId="167"/>
          <ac:spMkLst>
            <pc:docMk/>
            <pc:sldMk cId="1389531603" sldId="1204"/>
            <ac:spMk id="141" creationId="{E6484351-331D-4968-8FCC-12163D804A48}"/>
          </ac:spMkLst>
        </pc:spChg>
        <pc:spChg chg="add mod">
          <ac:chgData name="park sehun" userId="a5dd5dda71ea150a" providerId="LiveId" clId="{EE18F0ED-61EA-4400-8D5D-638E65FD2E5C}" dt="2020-03-17T05:53:42.923" v="5715" actId="20577"/>
          <ac:spMkLst>
            <pc:docMk/>
            <pc:sldMk cId="1389531603" sldId="1204"/>
            <ac:spMk id="142" creationId="{45D5DDD8-D97A-4248-A1BA-00E1E0CC78F0}"/>
          </ac:spMkLst>
        </pc:spChg>
        <pc:spChg chg="add mod">
          <ac:chgData name="park sehun" userId="a5dd5dda71ea150a" providerId="LiveId" clId="{EE18F0ED-61EA-4400-8D5D-638E65FD2E5C}" dt="2020-03-17T07:51:24.655" v="11045" actId="20577"/>
          <ac:spMkLst>
            <pc:docMk/>
            <pc:sldMk cId="1389531603" sldId="1204"/>
            <ac:spMk id="143" creationId="{58920A5C-2317-4078-BB4C-653E876F70D5}"/>
          </ac:spMkLst>
        </pc:spChg>
        <pc:spChg chg="add mod">
          <ac:chgData name="park sehun" userId="a5dd5dda71ea150a" providerId="LiveId" clId="{EE18F0ED-61EA-4400-8D5D-638E65FD2E5C}" dt="2020-03-17T06:04:15.822" v="6117" actId="20577"/>
          <ac:spMkLst>
            <pc:docMk/>
            <pc:sldMk cId="1389531603" sldId="1204"/>
            <ac:spMk id="144" creationId="{F7DA4AAB-1206-4616-B165-C69A8E8324F7}"/>
          </ac:spMkLst>
        </pc:spChg>
        <pc:spChg chg="add mod">
          <ac:chgData name="park sehun" userId="a5dd5dda71ea150a" providerId="LiveId" clId="{EE18F0ED-61EA-4400-8D5D-638E65FD2E5C}" dt="2020-03-17T06:04:56.451" v="6138" actId="1037"/>
          <ac:spMkLst>
            <pc:docMk/>
            <pc:sldMk cId="1389531603" sldId="1204"/>
            <ac:spMk id="146" creationId="{90D16142-D034-4161-9F74-C10B081EE1A1}"/>
          </ac:spMkLst>
        </pc:spChg>
        <pc:spChg chg="add mod">
          <ac:chgData name="park sehun" userId="a5dd5dda71ea150a" providerId="LiveId" clId="{EE18F0ED-61EA-4400-8D5D-638E65FD2E5C}" dt="2020-03-17T06:59:02.804" v="7556" actId="14100"/>
          <ac:spMkLst>
            <pc:docMk/>
            <pc:sldMk cId="1389531603" sldId="1204"/>
            <ac:spMk id="155" creationId="{EA6F08D6-6376-4BF3-9439-D63C8B7569E9}"/>
          </ac:spMkLst>
        </pc:spChg>
        <pc:spChg chg="add mod">
          <ac:chgData name="park sehun" userId="a5dd5dda71ea150a" providerId="LiveId" clId="{EE18F0ED-61EA-4400-8D5D-638E65FD2E5C}" dt="2020-03-17T06:57:49.289" v="7484" actId="14100"/>
          <ac:spMkLst>
            <pc:docMk/>
            <pc:sldMk cId="1389531603" sldId="1204"/>
            <ac:spMk id="156" creationId="{382063AE-AEB3-46E5-A572-E3CE5F8A717E}"/>
          </ac:spMkLst>
        </pc:spChg>
        <pc:spChg chg="add mod">
          <ac:chgData name="park sehun" userId="a5dd5dda71ea150a" providerId="LiveId" clId="{EE18F0ED-61EA-4400-8D5D-638E65FD2E5C}" dt="2020-03-17T06:57:54.878" v="7485" actId="14100"/>
          <ac:spMkLst>
            <pc:docMk/>
            <pc:sldMk cId="1389531603" sldId="1204"/>
            <ac:spMk id="158" creationId="{E0C2D20A-1CFA-48F1-8718-18290501A61E}"/>
          </ac:spMkLst>
        </pc:spChg>
        <pc:spChg chg="add mod">
          <ac:chgData name="park sehun" userId="a5dd5dda71ea150a" providerId="LiveId" clId="{EE18F0ED-61EA-4400-8D5D-638E65FD2E5C}" dt="2020-03-17T06:58:56.984" v="7555" actId="1036"/>
          <ac:spMkLst>
            <pc:docMk/>
            <pc:sldMk cId="1389531603" sldId="1204"/>
            <ac:spMk id="160" creationId="{EED026F0-8DAF-4B42-9B01-725BCE0B1079}"/>
          </ac:spMkLst>
        </pc:spChg>
        <pc:spChg chg="add mod">
          <ac:chgData name="park sehun" userId="a5dd5dda71ea150a" providerId="LiveId" clId="{EE18F0ED-61EA-4400-8D5D-638E65FD2E5C}" dt="2020-03-17T06:59:37.342" v="7653" actId="1038"/>
          <ac:spMkLst>
            <pc:docMk/>
            <pc:sldMk cId="1389531603" sldId="1204"/>
            <ac:spMk id="161" creationId="{BDD403D7-C207-46CA-9A93-7D4DECDAD007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3" creationId="{62D7595E-C6BE-409D-8B9E-05F028F34D97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4" creationId="{91DDAC37-FC46-4582-9261-9B33D8731C84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5" creationId="{FDEF1356-0B0C-42E0-B25D-425D6DF7E018}"/>
          </ac:spMkLst>
        </pc:spChg>
        <pc:spChg chg="add mod">
          <ac:chgData name="park sehun" userId="a5dd5dda71ea150a" providerId="LiveId" clId="{EE18F0ED-61EA-4400-8D5D-638E65FD2E5C}" dt="2020-03-17T06:14:00.190" v="6344" actId="1037"/>
          <ac:spMkLst>
            <pc:docMk/>
            <pc:sldMk cId="1389531603" sldId="1204"/>
            <ac:spMk id="167" creationId="{43A0BB69-85D5-4FBC-B55E-B5A128D7097E}"/>
          </ac:spMkLst>
        </pc:spChg>
        <pc:spChg chg="add mod">
          <ac:chgData name="park sehun" userId="a5dd5dda71ea150a" providerId="LiveId" clId="{EE18F0ED-61EA-4400-8D5D-638E65FD2E5C}" dt="2020-03-17T06:18:36.150" v="6506" actId="1037"/>
          <ac:spMkLst>
            <pc:docMk/>
            <pc:sldMk cId="1389531603" sldId="1204"/>
            <ac:spMk id="168" creationId="{FDA07B81-33B1-41CA-B029-0BCB1445DC6C}"/>
          </ac:spMkLst>
        </pc:spChg>
        <pc:spChg chg="add mod">
          <ac:chgData name="park sehun" userId="a5dd5dda71ea150a" providerId="LiveId" clId="{EE18F0ED-61EA-4400-8D5D-638E65FD2E5C}" dt="2020-03-17T06:16:59.578" v="6424" actId="1038"/>
          <ac:spMkLst>
            <pc:docMk/>
            <pc:sldMk cId="1389531603" sldId="1204"/>
            <ac:spMk id="169" creationId="{25A81454-5BE9-4BEB-88F0-8F2DD82764E6}"/>
          </ac:spMkLst>
        </pc:spChg>
        <pc:spChg chg="add mod">
          <ac:chgData name="park sehun" userId="a5dd5dda71ea150a" providerId="LiveId" clId="{EE18F0ED-61EA-4400-8D5D-638E65FD2E5C}" dt="2020-03-17T06:19:12.750" v="6555" actId="20577"/>
          <ac:spMkLst>
            <pc:docMk/>
            <pc:sldMk cId="1389531603" sldId="1204"/>
            <ac:spMk id="170" creationId="{4AC43D96-5232-41D8-87B6-2074670ECF57}"/>
          </ac:spMkLst>
        </pc:spChg>
        <pc:spChg chg="add mod">
          <ac:chgData name="park sehun" userId="a5dd5dda71ea150a" providerId="LiveId" clId="{EE18F0ED-61EA-4400-8D5D-638E65FD2E5C}" dt="2020-03-17T06:19:01.116" v="6553" actId="1038"/>
          <ac:spMkLst>
            <pc:docMk/>
            <pc:sldMk cId="1389531603" sldId="1204"/>
            <ac:spMk id="171" creationId="{80F8B666-C3A4-45E0-B3A0-EA87285C0A2D}"/>
          </ac:spMkLst>
        </pc:spChg>
        <pc:spChg chg="add mod">
          <ac:chgData name="park sehun" userId="a5dd5dda71ea150a" providerId="LiveId" clId="{EE18F0ED-61EA-4400-8D5D-638E65FD2E5C}" dt="2020-03-17T06:30:40.749" v="7132" actId="1038"/>
          <ac:spMkLst>
            <pc:docMk/>
            <pc:sldMk cId="1389531603" sldId="1204"/>
            <ac:spMk id="172" creationId="{EAFA79AA-4AFC-43DC-92E1-31EE71362171}"/>
          </ac:spMkLst>
        </pc:spChg>
        <pc:spChg chg="add mod">
          <ac:chgData name="park sehun" userId="a5dd5dda71ea150a" providerId="LiveId" clId="{EE18F0ED-61EA-4400-8D5D-638E65FD2E5C}" dt="2020-03-17T06:30:22.263" v="7050" actId="1038"/>
          <ac:spMkLst>
            <pc:docMk/>
            <pc:sldMk cId="1389531603" sldId="1204"/>
            <ac:spMk id="177" creationId="{FFEEF539-DE6E-4521-AD8A-DA215389829E}"/>
          </ac:spMkLst>
        </pc:spChg>
        <pc:spChg chg="add mod">
          <ac:chgData name="park sehun" userId="a5dd5dda71ea150a" providerId="LiveId" clId="{EE18F0ED-61EA-4400-8D5D-638E65FD2E5C}" dt="2020-03-17T06:30:33.287" v="7108" actId="1038"/>
          <ac:spMkLst>
            <pc:docMk/>
            <pc:sldMk cId="1389531603" sldId="1204"/>
            <ac:spMk id="190" creationId="{C33EB4A9-4FB7-4051-A298-3B20CC57D833}"/>
          </ac:spMkLst>
        </pc:spChg>
        <pc:spChg chg="add mod">
          <ac:chgData name="park sehun" userId="a5dd5dda71ea150a" providerId="LiveId" clId="{EE18F0ED-61EA-4400-8D5D-638E65FD2E5C}" dt="2020-03-17T06:32:10.756" v="7150" actId="20577"/>
          <ac:spMkLst>
            <pc:docMk/>
            <pc:sldMk cId="1389531603" sldId="1204"/>
            <ac:spMk id="202" creationId="{B107FE2A-2953-4546-9DAB-09CF06F8713D}"/>
          </ac:spMkLst>
        </pc:spChg>
        <pc:spChg chg="add mod">
          <ac:chgData name="park sehun" userId="a5dd5dda71ea150a" providerId="LiveId" clId="{EE18F0ED-61EA-4400-8D5D-638E65FD2E5C}" dt="2020-03-17T06:32:25.724" v="7185" actId="20577"/>
          <ac:spMkLst>
            <pc:docMk/>
            <pc:sldMk cId="1389531603" sldId="1204"/>
            <ac:spMk id="203" creationId="{5980C959-A98F-4AF3-BDFB-4F1BF60C87DD}"/>
          </ac:spMkLst>
        </pc:spChg>
        <pc:spChg chg="add mod">
          <ac:chgData name="park sehun" userId="a5dd5dda71ea150a" providerId="LiveId" clId="{EE18F0ED-61EA-4400-8D5D-638E65FD2E5C}" dt="2020-03-17T06:58:41.788" v="7551" actId="1036"/>
          <ac:spMkLst>
            <pc:docMk/>
            <pc:sldMk cId="1389531603" sldId="1204"/>
            <ac:spMk id="205" creationId="{5A0509A7-085D-41DC-B327-BDD73F9442C1}"/>
          </ac:spMkLst>
        </pc:spChg>
        <pc:spChg chg="mod">
          <ac:chgData name="park sehun" userId="a5dd5dda71ea150a" providerId="LiveId" clId="{EE18F0ED-61EA-4400-8D5D-638E65FD2E5C}" dt="2020-03-17T03:42:27.857" v="4628" actId="6549"/>
          <ac:spMkLst>
            <pc:docMk/>
            <pc:sldMk cId="1389531603" sldId="1204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8" creationId="{9A7A42EB-7DD7-4A12-A27B-B837556A8330}"/>
          </ac:graphicFrameMkLst>
        </pc:graphicFrame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0" creationId="{8FC0B900-5D90-4840-A365-75B54DC5AFFB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1" creationId="{6575F61F-7D7E-4CA3-B3A3-4ABB8CF1564C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2" creationId="{EDDEFE80-7113-49D3-A12C-6F9365FF01C4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3" creationId="{13C29151-3CE8-484E-9701-82E968912E09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7" creationId="{189CA954-3CD8-4132-8854-5EF624B4139B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9" creationId="{48E433F3-5762-4224-8E3B-8E097D80DA4C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81" creationId="{515BCA4F-17F4-4CED-9F11-D0F95BD041B0}"/>
          </ac:picMkLst>
        </pc:picChg>
        <pc:cxnChg chg="mod">
          <ac:chgData name="park sehun" userId="a5dd5dda71ea150a" providerId="LiveId" clId="{EE18F0ED-61EA-4400-8D5D-638E65FD2E5C}" dt="2020-03-17T03:46:59.820" v="4687" actId="1035"/>
          <ac:cxnSpMkLst>
            <pc:docMk/>
            <pc:sldMk cId="1389531603" sldId="1204"/>
            <ac:cxnSpMk id="16" creationId="{6F9B0103-0B6F-464E-A331-2D9AE93B5EC2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48" creationId="{1F0AC650-39C6-425E-9CBF-0F333F010677}"/>
          </ac:cxnSpMkLst>
        </pc:cxnChg>
        <pc:cxnChg chg="mod">
          <ac:chgData name="park sehun" userId="a5dd5dda71ea150a" providerId="LiveId" clId="{EE18F0ED-61EA-4400-8D5D-638E65FD2E5C}" dt="2020-03-17T03:47:06.189" v="4688" actId="14100"/>
          <ac:cxnSpMkLst>
            <pc:docMk/>
            <pc:sldMk cId="1389531603" sldId="1204"/>
            <ac:cxnSpMk id="50" creationId="{AA7171CE-0DE4-411A-87C9-037D611A0DB4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88" creationId="{B7C795F0-5A8C-4913-8065-4D81C75711F9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90" creationId="{9BA3A531-6DB5-4A6B-A333-287C22CF2D4B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91" creationId="{FA655A73-3E3A-49F7-95EB-F8FCA73B3040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100" creationId="{9ACA5235-FD5F-419E-BD77-18F179C50AEB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103" creationId="{E5111943-8D3A-4BB4-B7ED-EE5FF3651725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09" creationId="{A969775F-205F-4CE8-A83C-C1B5D775CBD6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12" creationId="{0FD22AD9-9F56-467D-B36A-7959011B7606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15" creationId="{917E94B7-E00D-4949-918C-C73177C30F19}"/>
          </ac:cxnSpMkLst>
        </pc:cxnChg>
        <pc:cxnChg chg="add del mod">
          <ac:chgData name="park sehun" userId="a5dd5dda71ea150a" providerId="LiveId" clId="{EE18F0ED-61EA-4400-8D5D-638E65FD2E5C}" dt="2020-03-17T05:43:48.069" v="5337" actId="478"/>
          <ac:cxnSpMkLst>
            <pc:docMk/>
            <pc:sldMk cId="1389531603" sldId="1204"/>
            <ac:cxnSpMk id="118" creationId="{0C185195-B4F3-4192-88F8-338BF6E10DD3}"/>
          </ac:cxnSpMkLst>
        </pc:cxnChg>
        <pc:cxnChg chg="add mod">
          <ac:chgData name="park sehun" userId="a5dd5dda71ea150a" providerId="LiveId" clId="{EE18F0ED-61EA-4400-8D5D-638E65FD2E5C}" dt="2020-03-17T05:48:30.919" v="5425" actId="14100"/>
          <ac:cxnSpMkLst>
            <pc:docMk/>
            <pc:sldMk cId="1389531603" sldId="1204"/>
            <ac:cxnSpMk id="121" creationId="{C8AAA004-100F-45B2-8D13-2031234C6C43}"/>
          </ac:cxnSpMkLst>
        </pc:cxnChg>
        <pc:cxnChg chg="add mod">
          <ac:chgData name="park sehun" userId="a5dd5dda71ea150a" providerId="LiveId" clId="{EE18F0ED-61EA-4400-8D5D-638E65FD2E5C}" dt="2020-03-17T06:13:27.515" v="6289" actId="1035"/>
          <ac:cxnSpMkLst>
            <pc:docMk/>
            <pc:sldMk cId="1389531603" sldId="1204"/>
            <ac:cxnSpMk id="129" creationId="{2049EB34-2673-4FF6-ADE9-6D0E679F371B}"/>
          </ac:cxnSpMkLst>
        </pc:cxnChg>
        <pc:cxnChg chg="add mod">
          <ac:chgData name="park sehun" userId="a5dd5dda71ea150a" providerId="LiveId" clId="{EE18F0ED-61EA-4400-8D5D-638E65FD2E5C}" dt="2020-03-17T06:30:56.411" v="7133" actId="14100"/>
          <ac:cxnSpMkLst>
            <pc:docMk/>
            <pc:sldMk cId="1389531603" sldId="1204"/>
            <ac:cxnSpMk id="132" creationId="{6F303630-F791-471C-85FB-7E102416E370}"/>
          </ac:cxnSpMkLst>
        </pc:cxnChg>
        <pc:cxnChg chg="add del mod">
          <ac:chgData name="park sehun" userId="a5dd5dda71ea150a" providerId="LiveId" clId="{EE18F0ED-61EA-4400-8D5D-638E65FD2E5C}" dt="2020-03-17T06:09:56.039" v="6282" actId="478"/>
          <ac:cxnSpMkLst>
            <pc:docMk/>
            <pc:sldMk cId="1389531603" sldId="1204"/>
            <ac:cxnSpMk id="135" creationId="{71EB8BDD-C867-4C1C-9B70-64BDD406F264}"/>
          </ac:cxnSpMkLst>
        </pc:cxnChg>
        <pc:cxnChg chg="add mod">
          <ac:chgData name="park sehun" userId="a5dd5dda71ea150a" providerId="LiveId" clId="{EE18F0ED-61EA-4400-8D5D-638E65FD2E5C}" dt="2020-03-17T06:05:13.189" v="6141" actId="14100"/>
          <ac:cxnSpMkLst>
            <pc:docMk/>
            <pc:sldMk cId="1389531603" sldId="1204"/>
            <ac:cxnSpMk id="139" creationId="{177CC52F-5EC5-40F0-96F7-A3245CB764B2}"/>
          </ac:cxnSpMkLst>
        </pc:cxnChg>
        <pc:cxnChg chg="add mod">
          <ac:chgData name="park sehun" userId="a5dd5dda71ea150a" providerId="LiveId" clId="{EE18F0ED-61EA-4400-8D5D-638E65FD2E5C}" dt="2020-03-17T05:53:26.924" v="5679" actId="1035"/>
          <ac:cxnSpMkLst>
            <pc:docMk/>
            <pc:sldMk cId="1389531603" sldId="1204"/>
            <ac:cxnSpMk id="140" creationId="{519EED41-BF6E-43C2-BE7C-106B7E940D55}"/>
          </ac:cxnSpMkLst>
        </pc:cxnChg>
        <pc:cxnChg chg="add del mod">
          <ac:chgData name="park sehun" userId="a5dd5dda71ea150a" providerId="LiveId" clId="{EE18F0ED-61EA-4400-8D5D-638E65FD2E5C}" dt="2020-03-17T06:05:02.889" v="6139" actId="478"/>
          <ac:cxnSpMkLst>
            <pc:docMk/>
            <pc:sldMk cId="1389531603" sldId="1204"/>
            <ac:cxnSpMk id="145" creationId="{F9545465-E370-43B1-893A-FA272F926A27}"/>
          </ac:cxnSpMkLst>
        </pc:cxnChg>
        <pc:cxnChg chg="add mod">
          <ac:chgData name="park sehun" userId="a5dd5dda71ea150a" providerId="LiveId" clId="{EE18F0ED-61EA-4400-8D5D-638E65FD2E5C}" dt="2020-03-17T06:04:56.451" v="6138" actId="1037"/>
          <ac:cxnSpMkLst>
            <pc:docMk/>
            <pc:sldMk cId="1389531603" sldId="1204"/>
            <ac:cxnSpMk id="148" creationId="{2ABB3475-C15B-4AE4-A07E-DE30F22563E2}"/>
          </ac:cxnSpMkLst>
        </pc:cxnChg>
        <pc:cxnChg chg="add mod">
          <ac:chgData name="park sehun" userId="a5dd5dda71ea150a" providerId="LiveId" clId="{EE18F0ED-61EA-4400-8D5D-638E65FD2E5C}" dt="2020-03-17T06:57:28.084" v="7482" actId="1035"/>
          <ac:cxnSpMkLst>
            <pc:docMk/>
            <pc:sldMk cId="1389531603" sldId="1204"/>
            <ac:cxnSpMk id="157" creationId="{93F73B66-3619-4123-A26B-FF1CD4523DB2}"/>
          </ac:cxnSpMkLst>
        </pc:cxnChg>
        <pc:cxnChg chg="add mod">
          <ac:chgData name="park sehun" userId="a5dd5dda71ea150a" providerId="LiveId" clId="{EE18F0ED-61EA-4400-8D5D-638E65FD2E5C}" dt="2020-03-17T06:57:28.084" v="7482" actId="1035"/>
          <ac:cxnSpMkLst>
            <pc:docMk/>
            <pc:sldMk cId="1389531603" sldId="1204"/>
            <ac:cxnSpMk id="159" creationId="{0E73A7B3-E68C-4097-8711-AC37C4A6773D}"/>
          </ac:cxnSpMkLst>
        </pc:cxnChg>
        <pc:cxnChg chg="add mod">
          <ac:chgData name="park sehun" userId="a5dd5dda71ea150a" providerId="LiveId" clId="{EE18F0ED-61EA-4400-8D5D-638E65FD2E5C}" dt="2020-03-17T06:59:37.342" v="7653" actId="1038"/>
          <ac:cxnSpMkLst>
            <pc:docMk/>
            <pc:sldMk cId="1389531603" sldId="1204"/>
            <ac:cxnSpMk id="162" creationId="{AA9A262A-B59E-4700-9DF0-392396A79301}"/>
          </ac:cxnSpMkLst>
        </pc:cxnChg>
        <pc:cxnChg chg="add del mod">
          <ac:chgData name="park sehun" userId="a5dd5dda71ea150a" providerId="LiveId" clId="{EE18F0ED-61EA-4400-8D5D-638E65FD2E5C}" dt="2020-03-17T06:31:06.428" v="7135" actId="478"/>
          <ac:cxnSpMkLst>
            <pc:docMk/>
            <pc:sldMk cId="1389531603" sldId="1204"/>
            <ac:cxnSpMk id="173" creationId="{FD745098-4E97-48D1-8D55-A86219A29E7C}"/>
          </ac:cxnSpMkLst>
        </pc:cxnChg>
        <pc:cxnChg chg="add mod">
          <ac:chgData name="park sehun" userId="a5dd5dda71ea150a" providerId="LiveId" clId="{EE18F0ED-61EA-4400-8D5D-638E65FD2E5C}" dt="2020-03-17T06:31:13.986" v="7137" actId="14100"/>
          <ac:cxnSpMkLst>
            <pc:docMk/>
            <pc:sldMk cId="1389531603" sldId="1204"/>
            <ac:cxnSpMk id="193" creationId="{BD2173C0-DEDB-46D3-A3A2-975C107E4ADA}"/>
          </ac:cxnSpMkLst>
        </pc:cxnChg>
        <pc:cxnChg chg="add mod">
          <ac:chgData name="park sehun" userId="a5dd5dda71ea150a" providerId="LiveId" clId="{EE18F0ED-61EA-4400-8D5D-638E65FD2E5C}" dt="2020-03-17T06:31:36.556" v="7143" actId="14100"/>
          <ac:cxnSpMkLst>
            <pc:docMk/>
            <pc:sldMk cId="1389531603" sldId="1204"/>
            <ac:cxnSpMk id="196" creationId="{7549FCF7-2D70-415D-B7EC-1B2DB3C42F4B}"/>
          </ac:cxnSpMkLst>
        </pc:cxnChg>
        <pc:cxnChg chg="add mod">
          <ac:chgData name="park sehun" userId="a5dd5dda71ea150a" providerId="LiveId" clId="{EE18F0ED-61EA-4400-8D5D-638E65FD2E5C}" dt="2020-03-17T06:58:56.984" v="7555" actId="1036"/>
          <ac:cxnSpMkLst>
            <pc:docMk/>
            <pc:sldMk cId="1389531603" sldId="1204"/>
            <ac:cxnSpMk id="207" creationId="{4C2309D1-35FB-4294-9B65-A584A2FC08D6}"/>
          </ac:cxnSpMkLst>
        </pc:cxnChg>
        <pc:cxnChg chg="add mod">
          <ac:chgData name="park sehun" userId="a5dd5dda71ea150a" providerId="LiveId" clId="{EE18F0ED-61EA-4400-8D5D-638E65FD2E5C}" dt="2020-03-17T07:00:30.647" v="7662" actId="14100"/>
          <ac:cxnSpMkLst>
            <pc:docMk/>
            <pc:sldMk cId="1389531603" sldId="1204"/>
            <ac:cxnSpMk id="218" creationId="{119A11FA-D4FD-46E8-A698-A9ACAA39F7E2}"/>
          </ac:cxnSpMkLst>
        </pc:cxnChg>
      </pc:sldChg>
      <pc:sldChg chg="delSp modSp add del modNotesTx">
        <pc:chgData name="park sehun" userId="a5dd5dda71ea150a" providerId="LiveId" clId="{EE18F0ED-61EA-4400-8D5D-638E65FD2E5C}" dt="2020-03-17T07:22:14.049" v="10086" actId="47"/>
        <pc:sldMkLst>
          <pc:docMk/>
          <pc:sldMk cId="1913999949" sldId="1205"/>
        </pc:sldMkLst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7" creationId="{9384D9E4-1DB6-46D4-9E66-5BA2E5FD7136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33" creationId="{F10D0F4E-5E42-4BC2-9E16-2B54DCE1A39D}"/>
          </ac:spMkLst>
        </pc:spChg>
        <pc:spChg chg="mod">
          <ac:chgData name="park sehun" userId="a5dd5dda71ea150a" providerId="LiveId" clId="{EE18F0ED-61EA-4400-8D5D-638E65FD2E5C}" dt="2020-03-17T07:20:46.792" v="10081" actId="20577"/>
          <ac:spMkLst>
            <pc:docMk/>
            <pc:sldMk cId="1913999949" sldId="1205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4" creationId="{69119715-79A6-4964-8EF5-93FD7D70200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5" creationId="{B5DA5C71-10CD-4F0B-9174-5FC23440803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6" creationId="{3AD5E2F2-C525-41FE-9D3E-409F620D4C2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8" creationId="{918C923B-D527-4086-A9D3-18FC0B7F192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0" creationId="{7F666B64-144E-44C6-90D1-D5CD5EC13F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1" creationId="{5E317841-9500-41A0-AFEE-A137AE28683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3" creationId="{8EBB0BE6-D185-4616-A3FA-72D4B6D80822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4" creationId="{AEBCE704-2F64-4ED5-8ECC-00793CAACF6C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6" creationId="{CA4CFFC0-42DE-4304-9EAC-3E62D1A3B0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7" creationId="{3332846B-7470-45CC-BDFC-FB09F925693F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9" creationId="{3AD5E2F2-C525-41FE-9D3E-409F620D4C2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0" creationId="{CCF280DA-08DC-4A94-8D44-DAD99E53B08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2" creationId="{5956407C-33AF-4CFF-96B9-2A8A2BF0453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3" creationId="{29A88D42-D0AF-4EF9-92CA-C682BC9F9AF2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4" creationId="{FA46A8B9-8A29-41B5-9DD3-BB636239C04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5" creationId="{FEF3F1AF-1EBC-4523-9E3B-938E194E77C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6" creationId="{F4C21D66-D465-4C65-9223-83DC2B52DBC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7" creationId="{0D1CD684-3F63-4057-A10F-CA091328EBA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8" creationId="{9DE52B7E-4D1C-4E8F-B0CC-164EA610449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0" creationId="{2E9FB8F5-E26F-4022-99F1-38FF2CBF3D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1" creationId="{F8173851-A50D-4978-B64C-79C7E5AF633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6" creationId="{B6FE3E06-A97E-4DFD-9609-5E2EC420CEF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7" creationId="{4001E03E-76B1-4F64-9BC7-A35719DAD5A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8" creationId="{B5A8285F-CD7C-4B45-871F-1EF840D611F4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1" creationId="{E6484351-331D-4968-8FCC-12163D804A4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2" creationId="{45D5DDD8-D97A-4248-A1BA-00E1E0CC78F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3" creationId="{58920A5C-2317-4078-BB4C-653E876F70D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4" creationId="{F7DA4AAB-1206-4616-B165-C69A8E8324F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6" creationId="{90D16142-D034-4161-9F74-C10B081EE1A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5" creationId="{EA6F08D6-6376-4BF3-9439-D63C8B7569E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6" creationId="{382063AE-AEB3-46E5-A572-E3CE5F8A71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8" creationId="{E0C2D20A-1CFA-48F1-8718-18290501A61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0" creationId="{EED026F0-8DAF-4B42-9B01-725BCE0B10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1" creationId="{BDD403D7-C207-46CA-9A93-7D4DECDAD00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3" creationId="{62D7595E-C6BE-409D-8B9E-05F028F34D9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4" creationId="{91DDAC37-FC46-4582-9261-9B33D8731C84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5" creationId="{FDEF1356-0B0C-42E0-B25D-425D6DF7E01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7" creationId="{43A0BB69-85D5-4FBC-B55E-B5A128D709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8" creationId="{FDA07B81-33B1-41CA-B029-0BCB1445DC6C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9" creationId="{25A81454-5BE9-4BEB-88F0-8F2DD82764E6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0" creationId="{4AC43D96-5232-41D8-87B6-2074670ECF5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1" creationId="{80F8B666-C3A4-45E0-B3A0-EA87285C0A2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2" creationId="{EAFA79AA-4AFC-43DC-92E1-31EE7136217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7" creationId="{FFEEF539-DE6E-4521-AD8A-DA215389829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90" creationId="{C33EB4A9-4FB7-4051-A298-3B20CC57D83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2" creationId="{B107FE2A-2953-4546-9DAB-09CF06F8713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3" creationId="{5980C959-A98F-4AF3-BDFB-4F1BF60C87D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5" creationId="{5A0509A7-085D-41DC-B327-BDD73F9442C1}"/>
          </ac:spMkLst>
        </pc:sp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09" creationId="{A969775F-205F-4CE8-A83C-C1B5D775CBD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12" creationId="{0FD22AD9-9F56-467D-B36A-7959011B760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15" creationId="{917E94B7-E00D-4949-918C-C73177C30F19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21" creationId="{C8AAA004-100F-45B2-8D13-2031234C6C43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29" creationId="{2049EB34-2673-4FF6-ADE9-6D0E679F371B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32" creationId="{6F303630-F791-471C-85FB-7E102416E370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39" creationId="{177CC52F-5EC5-40F0-96F7-A3245CB764B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40" creationId="{519EED41-BF6E-43C2-BE7C-106B7E940D55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48" creationId="{2ABB3475-C15B-4AE4-A07E-DE30F22563E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57" creationId="{93F73B66-3619-4123-A26B-FF1CD4523DB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59" creationId="{0E73A7B3-E68C-4097-8711-AC37C4A6773D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62" creationId="{AA9A262A-B59E-4700-9DF0-392396A79301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93" creationId="{BD2173C0-DEDB-46D3-A3A2-975C107E4ADA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96" creationId="{7549FCF7-2D70-415D-B7EC-1B2DB3C42F4B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207" creationId="{4C2309D1-35FB-4294-9B65-A584A2FC08D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218" creationId="{119A11FA-D4FD-46E8-A698-A9ACAA39F7E2}"/>
          </ac:cxnSpMkLst>
        </pc:cxnChg>
      </pc:sldChg>
      <pc:sldChg chg="addSp delSp modSp add addAnim delAnim modNotesTx">
        <pc:chgData name="park sehun" userId="a5dd5dda71ea150a" providerId="LiveId" clId="{EE18F0ED-61EA-4400-8D5D-638E65FD2E5C}" dt="2020-03-18T03:58:28.071" v="12181" actId="20577"/>
        <pc:sldMkLst>
          <pc:docMk/>
          <pc:sldMk cId="3166953388" sldId="1205"/>
        </pc:sldMkLst>
        <pc:spChg chg="mod">
          <ac:chgData name="park sehun" userId="a5dd5dda71ea150a" providerId="LiveId" clId="{EE18F0ED-61EA-4400-8D5D-638E65FD2E5C}" dt="2020-03-17T07:28:26.566" v="10249" actId="14100"/>
          <ac:spMkLst>
            <pc:docMk/>
            <pc:sldMk cId="3166953388" sldId="1205"/>
            <ac:spMk id="4" creationId="{9DA76C4A-1B38-4C07-A24B-3F7114B667CD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10" creationId="{F9AEA2BA-799E-470C-87A7-61505A44881D}"/>
          </ac:spMkLst>
        </pc:spChg>
        <pc:spChg chg="mod">
          <ac:chgData name="park sehun" userId="a5dd5dda71ea150a" providerId="LiveId" clId="{EE18F0ED-61EA-4400-8D5D-638E65FD2E5C}" dt="2020-03-17T07:43:24.233" v="10775" actId="1076"/>
          <ac:spMkLst>
            <pc:docMk/>
            <pc:sldMk cId="3166953388" sldId="1205"/>
            <ac:spMk id="29" creationId="{B905D88A-DEF2-4395-816E-0E8DB9210F39}"/>
          </ac:spMkLst>
        </pc:spChg>
        <pc:spChg chg="del mod">
          <ac:chgData name="park sehun" userId="a5dd5dda71ea150a" providerId="LiveId" clId="{EE18F0ED-61EA-4400-8D5D-638E65FD2E5C}" dt="2020-03-17T07:42:15.124" v="10723" actId="478"/>
          <ac:spMkLst>
            <pc:docMk/>
            <pc:sldMk cId="3166953388" sldId="1205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7T07:43:32.591" v="10777" actId="1076"/>
          <ac:spMkLst>
            <pc:docMk/>
            <pc:sldMk cId="3166953388" sldId="1205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7:25:12.812" v="10107" actId="478"/>
          <ac:spMkLst>
            <pc:docMk/>
            <pc:sldMk cId="3166953388" sldId="1205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7T07:43:24.233" v="10775" actId="1076"/>
          <ac:spMkLst>
            <pc:docMk/>
            <pc:sldMk cId="3166953388" sldId="1205"/>
            <ac:spMk id="47" creationId="{B2711BC8-8BBB-464D-923D-5476D78556CA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51" creationId="{6E497FE8-ACB2-4270-AE46-10B163AEEAD0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8T03:58:28.071" v="12181" actId="20577"/>
          <ac:spMkLst>
            <pc:docMk/>
            <pc:sldMk cId="3166953388" sldId="1205"/>
            <ac:spMk id="54" creationId="{C29D6112-022A-4BE0-B087-9B0A74023A45}"/>
          </ac:spMkLst>
        </pc:spChg>
        <pc:spChg chg="del mod">
          <ac:chgData name="park sehun" userId="a5dd5dda71ea150a" providerId="LiveId" clId="{EE18F0ED-61EA-4400-8D5D-638E65FD2E5C}" dt="2020-03-17T07:28:03.423" v="10243" actId="478"/>
          <ac:spMkLst>
            <pc:docMk/>
            <pc:sldMk cId="3166953388" sldId="1205"/>
            <ac:spMk id="55" creationId="{03A165D2-3D2D-4C51-844B-512A16A883D0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56" creationId="{BB41BF06-9C33-4E67-B580-716DF1A1550F}"/>
          </ac:spMkLst>
        </pc:spChg>
        <pc:spChg chg="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61" creationId="{564B67B8-3547-4D76-B4AD-EBE3D12F0D39}"/>
          </ac:spMkLst>
        </pc:spChg>
        <pc:spChg chg="del mod">
          <ac:chgData name="park sehun" userId="a5dd5dda71ea150a" providerId="LiveId" clId="{EE18F0ED-61EA-4400-8D5D-638E65FD2E5C}" dt="2020-03-17T07:29:49.109" v="10307" actId="478"/>
          <ac:spMkLst>
            <pc:docMk/>
            <pc:sldMk cId="3166953388" sldId="1205"/>
            <ac:spMk id="63" creationId="{8CF57F6D-10C1-4AB8-AFA1-02FA3FA793E8}"/>
          </ac:spMkLst>
        </pc:spChg>
        <pc:spChg chg="mod">
          <ac:chgData name="park sehun" userId="a5dd5dda71ea150a" providerId="LiveId" clId="{EE18F0ED-61EA-4400-8D5D-638E65FD2E5C}" dt="2020-03-17T07:28:11.238" v="10244" actId="5793"/>
          <ac:spMkLst>
            <pc:docMk/>
            <pc:sldMk cId="3166953388" sldId="1205"/>
            <ac:spMk id="65" creationId="{53F129E3-6D7B-48BB-9761-A6DEE22347C5}"/>
          </ac:spMkLst>
        </pc:spChg>
        <pc:spChg chg="mod">
          <ac:chgData name="park sehun" userId="a5dd5dda71ea150a" providerId="LiveId" clId="{EE18F0ED-61EA-4400-8D5D-638E65FD2E5C}" dt="2020-03-17T07:31:59.446" v="10330" actId="1038"/>
          <ac:spMkLst>
            <pc:docMk/>
            <pc:sldMk cId="3166953388" sldId="1205"/>
            <ac:spMk id="66" creationId="{186D568E-3C76-4B43-8ACD-7EFA2134FAAA}"/>
          </ac:spMkLst>
        </pc:spChg>
        <pc:spChg chg="add mod">
          <ac:chgData name="park sehun" userId="a5dd5dda71ea150a" providerId="LiveId" clId="{EE18F0ED-61EA-4400-8D5D-638E65FD2E5C}" dt="2020-03-17T07:44:32.773" v="10802" actId="1035"/>
          <ac:spMkLst>
            <pc:docMk/>
            <pc:sldMk cId="3166953388" sldId="1205"/>
            <ac:spMk id="67" creationId="{E0764F22-D0C3-4645-90C2-1F683D54B16B}"/>
          </ac:spMkLst>
        </pc:spChg>
        <pc:spChg chg="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71" creationId="{68612BC9-CDE7-495C-BD01-5B173DA8540C}"/>
          </ac:spMkLst>
        </pc:spChg>
        <pc:spChg chg="del">
          <ac:chgData name="park sehun" userId="a5dd5dda71ea150a" providerId="LiveId" clId="{EE18F0ED-61EA-4400-8D5D-638E65FD2E5C}" dt="2020-03-17T07:25:12.812" v="10107" actId="478"/>
          <ac:spMkLst>
            <pc:docMk/>
            <pc:sldMk cId="3166953388" sldId="1205"/>
            <ac:spMk id="76" creationId="{B5EB5AE6-A589-4A54-B05C-856791F34305}"/>
          </ac:spMkLst>
        </pc:spChg>
        <pc:spChg chg="add del 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77" creationId="{A1C9CBBB-442E-4A27-BC56-34EE4B2C71D5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78" creationId="{0B83E74A-4A4E-4E0C-AD94-7D5E324DE748}"/>
          </ac:spMkLst>
        </pc:spChg>
        <pc:spChg chg="add mod">
          <ac:chgData name="park sehun" userId="a5dd5dda71ea150a" providerId="LiveId" clId="{EE18F0ED-61EA-4400-8D5D-638E65FD2E5C}" dt="2020-03-17T07:44:36.612" v="10822" actId="1036"/>
          <ac:spMkLst>
            <pc:docMk/>
            <pc:sldMk cId="3166953388" sldId="1205"/>
            <ac:spMk id="79" creationId="{A951E3B4-AD16-48AC-955D-E4A7EBE0EAD8}"/>
          </ac:spMkLst>
        </pc:spChg>
        <pc:spChg chg="mod">
          <ac:chgData name="park sehun" userId="a5dd5dda71ea150a" providerId="LiveId" clId="{EE18F0ED-61EA-4400-8D5D-638E65FD2E5C}" dt="2020-03-17T07:22:50.911" v="10088"/>
          <ac:spMkLst>
            <pc:docMk/>
            <pc:sldMk cId="3166953388" sldId="1205"/>
            <ac:spMk id="62466" creationId="{00000000-0000-0000-0000-000000000000}"/>
          </ac:spMkLst>
        </pc:spChg>
        <pc:graphicFrameChg chg="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7:25:12.812" v="10107" actId="478"/>
          <ac:graphicFrameMkLst>
            <pc:docMk/>
            <pc:sldMk cId="3166953388" sldId="1205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7:25:07.735" v="10106" actId="478"/>
          <ac:graphicFrameMkLst>
            <pc:docMk/>
            <pc:sldMk cId="3166953388" sldId="1205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7:25:07.735" v="10106" actId="478"/>
          <ac:graphicFrameMkLst>
            <pc:docMk/>
            <pc:sldMk cId="3166953388" sldId="1205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49" creationId="{7D6C96EB-DF84-403B-8082-150F2D6B09E6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2" creationId="{AA3823FD-3347-4382-8970-CB5BB1CBF4C3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7" creationId="{FE446AD7-D469-498B-A0BC-714AE4F3A239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8" creationId="{F967257F-3565-478C-9674-5339408F3497}"/>
          </ac:graphicFrameMkLst>
        </pc:graphicFrameChg>
        <pc:graphicFrameChg chg="add mod modGraphic">
          <ac:chgData name="park sehun" userId="a5dd5dda71ea150a" providerId="LiveId" clId="{EE18F0ED-61EA-4400-8D5D-638E65FD2E5C}" dt="2020-03-17T07:45:07.926" v="10838" actId="20577"/>
          <ac:graphicFrameMkLst>
            <pc:docMk/>
            <pc:sldMk cId="3166953388" sldId="1205"/>
            <ac:graphicFrameMk id="68" creationId="{6009DEB4-06BB-4D4C-B5A2-BC6924AEC812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69" creationId="{04BC5D41-31C6-49D6-9270-3C3A6E74A819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70" creationId="{362FCB37-2BC2-46E0-ABB8-8DFFA973F466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72" creationId="{5440D69C-441C-4618-BB44-0AA8626259F6}"/>
          </ac:graphicFrameMkLst>
        </pc:graphicFrameChg>
        <pc:graphicFrameChg chg="add mod modGraphic">
          <ac:chgData name="park sehun" userId="a5dd5dda71ea150a" providerId="LiveId" clId="{EE18F0ED-61EA-4400-8D5D-638E65FD2E5C}" dt="2020-03-17T07:45:13.620" v="10841" actId="20577"/>
          <ac:graphicFrameMkLst>
            <pc:docMk/>
            <pc:sldMk cId="3166953388" sldId="1205"/>
            <ac:graphicFrameMk id="80" creationId="{0AFC8000-C27F-4D54-B01C-4EF5AEBE818F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1" creationId="{5369E0A6-C624-4A29-8BE0-169F30F525B8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2" creationId="{47E92242-4430-49C4-8D29-0A5244A65937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3" creationId="{7667D68B-90C5-46B4-B3C6-AB3605E4B218}"/>
          </ac:graphicFrameMkLst>
        </pc:graphicFrameChg>
        <pc:cxnChg chg="add mod">
          <ac:chgData name="park sehun" userId="a5dd5dda71ea150a" providerId="LiveId" clId="{EE18F0ED-61EA-4400-8D5D-638E65FD2E5C}" dt="2020-03-17T07:43:18.153" v="10774" actId="1076"/>
          <ac:cxnSpMkLst>
            <pc:docMk/>
            <pc:sldMk cId="3166953388" sldId="1205"/>
            <ac:cxnSpMk id="12" creationId="{B8AA127B-AD8A-42FE-824A-2F28744C5A72}"/>
          </ac:cxnSpMkLst>
        </pc:cxnChg>
        <pc:cxnChg chg="del mod">
          <ac:chgData name="park sehun" userId="a5dd5dda71ea150a" providerId="LiveId" clId="{EE18F0ED-61EA-4400-8D5D-638E65FD2E5C}" dt="2020-03-17T07:29:54.766" v="10308" actId="478"/>
          <ac:cxnSpMkLst>
            <pc:docMk/>
            <pc:sldMk cId="3166953388" sldId="1205"/>
            <ac:cxnSpMk id="39" creationId="{C851932A-4916-4E8E-ADCE-BBDCE58175C0}"/>
          </ac:cxnSpMkLst>
        </pc:cxnChg>
        <pc:cxnChg chg="del mod">
          <ac:chgData name="park sehun" userId="a5dd5dda71ea150a" providerId="LiveId" clId="{EE18F0ED-61EA-4400-8D5D-638E65FD2E5C}" dt="2020-03-17T07:30:06.944" v="10310" actId="478"/>
          <ac:cxnSpMkLst>
            <pc:docMk/>
            <pc:sldMk cId="3166953388" sldId="1205"/>
            <ac:cxnSpMk id="46" creationId="{ED63783E-00B0-4DE2-BAA1-7DBBAD23574D}"/>
          </ac:cxnSpMkLst>
        </pc:cxnChg>
        <pc:cxnChg chg="del mod">
          <ac:chgData name="park sehun" userId="a5dd5dda71ea150a" providerId="LiveId" clId="{EE18F0ED-61EA-4400-8D5D-638E65FD2E5C}" dt="2020-03-17T07:43:54.864" v="10779" actId="478"/>
          <ac:cxnSpMkLst>
            <pc:docMk/>
            <pc:sldMk cId="3166953388" sldId="1205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7:23:23.682" v="10102" actId="478"/>
          <ac:cxnSpMkLst>
            <pc:docMk/>
            <pc:sldMk cId="3166953388" sldId="1205"/>
            <ac:cxnSpMk id="50" creationId="{AA7171CE-0DE4-411A-87C9-037D611A0DB4}"/>
          </ac:cxnSpMkLst>
        </pc:cxnChg>
        <pc:cxnChg chg="add mod">
          <ac:chgData name="park sehun" userId="a5dd5dda71ea150a" providerId="LiveId" clId="{EE18F0ED-61EA-4400-8D5D-638E65FD2E5C}" dt="2020-03-17T07:43:18.153" v="10774" actId="1076"/>
          <ac:cxnSpMkLst>
            <pc:docMk/>
            <pc:sldMk cId="3166953388" sldId="1205"/>
            <ac:cxnSpMk id="59" creationId="{65D8F20C-26B9-4A3C-B31E-D491E42800BA}"/>
          </ac:cxnSpMkLst>
        </pc:cxnChg>
        <pc:cxnChg chg="add mod">
          <ac:chgData name="park sehun" userId="a5dd5dda71ea150a" providerId="LiveId" clId="{EE18F0ED-61EA-4400-8D5D-638E65FD2E5C}" dt="2020-03-17T07:43:45.615" v="10778" actId="14100"/>
          <ac:cxnSpMkLst>
            <pc:docMk/>
            <pc:sldMk cId="3166953388" sldId="1205"/>
            <ac:cxnSpMk id="60" creationId="{87CF2606-D3D7-4684-A78C-BF2C8365B1E8}"/>
          </ac:cxnSpMkLst>
        </pc:cxnChg>
        <pc:cxnChg chg="add mod">
          <ac:chgData name="park sehun" userId="a5dd5dda71ea150a" providerId="LiveId" clId="{EE18F0ED-61EA-4400-8D5D-638E65FD2E5C}" dt="2020-03-17T07:44:21.611" v="10782" actId="14100"/>
          <ac:cxnSpMkLst>
            <pc:docMk/>
            <pc:sldMk cId="3166953388" sldId="1205"/>
            <ac:cxnSpMk id="62" creationId="{16ABFDED-741C-40AE-81EE-8A14ACF41FB8}"/>
          </ac:cxnSpMkLst>
        </pc:cxnChg>
        <pc:cxnChg chg="mod">
          <ac:chgData name="park sehun" userId="a5dd5dda71ea150a" providerId="LiveId" clId="{EE18F0ED-61EA-4400-8D5D-638E65FD2E5C}" dt="2020-03-17T07:25:40.034" v="10115" actId="1038"/>
          <ac:cxnSpMkLst>
            <pc:docMk/>
            <pc:sldMk cId="3166953388" sldId="1205"/>
            <ac:cxnSpMk id="64" creationId="{5270DB07-824E-40A1-BADC-DE6D19836E63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73" creationId="{9A30E74A-F850-49D1-B1D5-E541933E6D16}"/>
          </ac:cxnSpMkLst>
        </pc:cxnChg>
        <pc:cxnChg chg="add mod">
          <ac:chgData name="park sehun" userId="a5dd5dda71ea150a" providerId="LiveId" clId="{EE18F0ED-61EA-4400-8D5D-638E65FD2E5C}" dt="2020-03-17T07:44:32.773" v="10802" actId="1035"/>
          <ac:cxnSpMkLst>
            <pc:docMk/>
            <pc:sldMk cId="3166953388" sldId="1205"/>
            <ac:cxnSpMk id="74" creationId="{99956735-793C-4DC4-97B1-A91B98698BC5}"/>
          </ac:cxnSpMkLst>
        </pc:cxnChg>
        <pc:cxnChg chg="add mod">
          <ac:chgData name="park sehun" userId="a5dd5dda71ea150a" providerId="LiveId" clId="{EE18F0ED-61EA-4400-8D5D-638E65FD2E5C}" dt="2020-03-17T07:44:32.773" v="10802" actId="1035"/>
          <ac:cxnSpMkLst>
            <pc:docMk/>
            <pc:sldMk cId="3166953388" sldId="1205"/>
            <ac:cxnSpMk id="75" creationId="{24008AEB-51C2-4C6E-B644-50D3B568CF5D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4" creationId="{DDC63F22-04D0-480A-962A-4F0B490306F6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5" creationId="{FADA253E-6EFD-463B-A75B-7C3D9E56C7A5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6" creationId="{4C24C48F-48EA-46D3-B2EB-84F57560054B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87" creationId="{DF47BA7A-5D49-4766-80E6-8C0E2040B184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88" creationId="{097B7E9B-ACE1-48EB-AA3D-37AA74F1163E}"/>
          </ac:cxnSpMkLst>
        </pc:cxnChg>
      </pc:sldChg>
      <pc:sldChg chg="addSp delSp modSp add modNotesTx">
        <pc:chgData name="park sehun" userId="a5dd5dda71ea150a" providerId="LiveId" clId="{EE18F0ED-61EA-4400-8D5D-638E65FD2E5C}" dt="2020-03-17T08:08:04.618" v="11523" actId="14100"/>
        <pc:sldMkLst>
          <pc:docMk/>
          <pc:sldMk cId="2840403519" sldId="1206"/>
        </pc:sldMkLst>
        <pc:spChg chg="del">
          <ac:chgData name="park sehun" userId="a5dd5dda71ea150a" providerId="LiveId" clId="{EE18F0ED-61EA-4400-8D5D-638E65FD2E5C}" dt="2020-03-17T07:49:53.429" v="11019" actId="478"/>
          <ac:spMkLst>
            <pc:docMk/>
            <pc:sldMk cId="2840403519" sldId="1206"/>
            <ac:spMk id="27" creationId="{9384D9E4-1DB6-46D4-9E66-5BA2E5FD7136}"/>
          </ac:spMkLst>
        </pc:spChg>
        <pc:spChg chg="del mod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33" creationId="{F10D0F4E-5E42-4BC2-9E16-2B54DCE1A39D}"/>
          </ac:spMkLst>
        </pc:spChg>
        <pc:spChg chg="mod">
          <ac:chgData name="park sehun" userId="a5dd5dda71ea150a" providerId="LiveId" clId="{EE18F0ED-61EA-4400-8D5D-638E65FD2E5C}" dt="2020-03-17T07:57:36.855" v="11243" actId="1038"/>
          <ac:spMkLst>
            <pc:docMk/>
            <pc:sldMk cId="2840403519" sldId="1206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7T07:53:26.934" v="11067" actId="20577"/>
          <ac:spMkLst>
            <pc:docMk/>
            <pc:sldMk cId="2840403519" sldId="1206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66" creationId="{186D568E-3C76-4B43-8ACD-7EFA2134FAAA}"/>
          </ac:spMkLst>
        </pc:spChg>
        <pc:spChg chg="add del mod">
          <ac:chgData name="park sehun" userId="a5dd5dda71ea150a" providerId="LiveId" clId="{EE18F0ED-61EA-4400-8D5D-638E65FD2E5C}" dt="2020-03-17T07:58:40.530" v="11255" actId="478"/>
          <ac:spMkLst>
            <pc:docMk/>
            <pc:sldMk cId="2840403519" sldId="1206"/>
            <ac:spMk id="76" creationId="{A05F494D-B158-4276-BC7D-BBFFD51A488B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77" creationId="{C9D7AF2C-EF8D-4B89-A696-B938C365A812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0" creationId="{3C7E88EC-9B51-4899-9CB0-D15885E7C3C8}"/>
          </ac:spMkLst>
        </pc:spChg>
        <pc:spChg chg="add del mod">
          <ac:chgData name="park sehun" userId="a5dd5dda71ea150a" providerId="LiveId" clId="{EE18F0ED-61EA-4400-8D5D-638E65FD2E5C}" dt="2020-03-17T07:58:50.277" v="11256" actId="478"/>
          <ac:spMkLst>
            <pc:docMk/>
            <pc:sldMk cId="2840403519" sldId="1206"/>
            <ac:spMk id="81" creationId="{506B0F11-9282-4D65-BA12-F013648396EE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2" creationId="{279EC468-1116-4792-82B7-CA218937F61E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3" creationId="{70D062D9-2235-4941-AF9F-6225328ED748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4" creationId="{F9E8CC95-BF1A-4B89-ABA8-1196FD5A0233}"/>
          </ac:spMkLst>
        </pc:spChg>
        <pc:spChg chg="add mod">
          <ac:chgData name="park sehun" userId="a5dd5dda71ea150a" providerId="LiveId" clId="{EE18F0ED-61EA-4400-8D5D-638E65FD2E5C}" dt="2020-03-17T08:00:58.880" v="11343" actId="1076"/>
          <ac:spMkLst>
            <pc:docMk/>
            <pc:sldMk cId="2840403519" sldId="1206"/>
            <ac:spMk id="87" creationId="{DF4E9AED-7383-431E-8C84-D6BC228433BB}"/>
          </ac:spMkLst>
        </pc:spChg>
        <pc:spChg chg="add mod">
          <ac:chgData name="park sehun" userId="a5dd5dda71ea150a" providerId="LiveId" clId="{EE18F0ED-61EA-4400-8D5D-638E65FD2E5C}" dt="2020-03-17T08:04:34.376" v="11438" actId="255"/>
          <ac:spMkLst>
            <pc:docMk/>
            <pc:sldMk cId="2840403519" sldId="1206"/>
            <ac:spMk id="88" creationId="{5AECE9EF-AC91-4F0C-B911-1DE8666A09A9}"/>
          </ac:spMkLst>
        </pc:spChg>
        <pc:spChg chg="add mod">
          <ac:chgData name="park sehun" userId="a5dd5dda71ea150a" providerId="LiveId" clId="{EE18F0ED-61EA-4400-8D5D-638E65FD2E5C}" dt="2020-03-17T08:07:30.261" v="11518" actId="1076"/>
          <ac:spMkLst>
            <pc:docMk/>
            <pc:sldMk cId="2840403519" sldId="1206"/>
            <ac:spMk id="89" creationId="{008ED956-79CC-4285-A158-98F5D5FEE613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4" creationId="{69119715-79A6-4964-8EF5-93FD7D702009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5" creationId="{B5DA5C71-10CD-4F0B-9174-5FC23440803E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6" creationId="{3AD5E2F2-C525-41FE-9D3E-409F620D4C20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8" creationId="{918C923B-D527-4086-A9D3-18FC0B7F1927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0" creationId="{7F666B64-144E-44C6-90D1-D5CD5EC13F7E}"/>
          </ac:spMkLst>
        </pc:spChg>
        <pc:spChg chg="del mod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1" creationId="{5E317841-9500-41A0-AFEE-A137AE286833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3" creationId="{8EBB0BE6-D185-4616-A3FA-72D4B6D80822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4" creationId="{AEBCE704-2F64-4ED5-8ECC-00793CAACF6C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6" creationId="{CA4CFFC0-42DE-4304-9EAC-3E62D1A3B079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7" creationId="{3332846B-7470-45CC-BDFC-FB09F925693F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9" creationId="{3AD5E2F2-C525-41FE-9D3E-409F620D4C20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20" creationId="{CCF280DA-08DC-4A94-8D44-DAD99E53B085}"/>
          </ac:spMkLst>
        </pc:spChg>
        <pc:spChg chg="mod">
          <ac:chgData name="park sehun" userId="a5dd5dda71ea150a" providerId="LiveId" clId="{EE18F0ED-61EA-4400-8D5D-638E65FD2E5C}" dt="2020-03-17T08:08:04.618" v="11523" actId="14100"/>
          <ac:spMkLst>
            <pc:docMk/>
            <pc:sldMk cId="2840403519" sldId="1206"/>
            <ac:spMk id="122" creationId="{5956407C-33AF-4CFF-96B9-2A8A2BF04538}"/>
          </ac:spMkLst>
        </pc:spChg>
        <pc:spChg chg="mod">
          <ac:chgData name="park sehun" userId="a5dd5dda71ea150a" providerId="LiveId" clId="{EE18F0ED-61EA-4400-8D5D-638E65FD2E5C}" dt="2020-03-17T08:01:08.821" v="11344" actId="14100"/>
          <ac:spMkLst>
            <pc:docMk/>
            <pc:sldMk cId="2840403519" sldId="1206"/>
            <ac:spMk id="123" creationId="{29A88D42-D0AF-4EF9-92CA-C682BC9F9AF2}"/>
          </ac:spMkLst>
        </pc:spChg>
        <pc:spChg chg="mod">
          <ac:chgData name="park sehun" userId="a5dd5dda71ea150a" providerId="LiveId" clId="{EE18F0ED-61EA-4400-8D5D-638E65FD2E5C}" dt="2020-03-17T08:07:51.361" v="11520" actId="14100"/>
          <ac:spMkLst>
            <pc:docMk/>
            <pc:sldMk cId="2840403519" sldId="1206"/>
            <ac:spMk id="124" creationId="{FA46A8B9-8A29-41B5-9DD3-BB636239C047}"/>
          </ac:spMkLst>
        </pc:spChg>
        <pc:spChg chg="mod">
          <ac:chgData name="park sehun" userId="a5dd5dda71ea150a" providerId="LiveId" clId="{EE18F0ED-61EA-4400-8D5D-638E65FD2E5C}" dt="2020-03-17T07:59:35.854" v="11279" actId="20577"/>
          <ac:spMkLst>
            <pc:docMk/>
            <pc:sldMk cId="2840403519" sldId="1206"/>
            <ac:spMk id="125" creationId="{FEF3F1AF-1EBC-4523-9E3B-938E194E77C9}"/>
          </ac:spMkLst>
        </pc:spChg>
        <pc:spChg chg="mod">
          <ac:chgData name="park sehun" userId="a5dd5dda71ea150a" providerId="LiveId" clId="{EE18F0ED-61EA-4400-8D5D-638E65FD2E5C}" dt="2020-03-17T07:59:33.629" v="11278" actId="20577"/>
          <ac:spMkLst>
            <pc:docMk/>
            <pc:sldMk cId="2840403519" sldId="1206"/>
            <ac:spMk id="126" creationId="{F4C21D66-D465-4C65-9223-83DC2B52DBC3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27" creationId="{0D1CD684-3F63-4057-A10F-CA091328EBA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28" creationId="{9DE52B7E-4D1C-4E8F-B0CC-164EA610449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0" creationId="{2E9FB8F5-E26F-4022-99F1-38FF2CBF3D7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1" creationId="{F8173851-A50D-4978-B64C-79C7E5AF633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6" creationId="{B6FE3E06-A97E-4DFD-9609-5E2EC420CEF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7" creationId="{4001E03E-76B1-4F64-9BC7-A35719DAD5A9}"/>
          </ac:spMkLst>
        </pc:spChg>
        <pc:spChg chg="mod">
          <ac:chgData name="park sehun" userId="a5dd5dda71ea150a" providerId="LiveId" clId="{EE18F0ED-61EA-4400-8D5D-638E65FD2E5C}" dt="2020-03-17T08:01:47.108" v="11354" actId="20577"/>
          <ac:spMkLst>
            <pc:docMk/>
            <pc:sldMk cId="2840403519" sldId="1206"/>
            <ac:spMk id="138" creationId="{B5A8285F-CD7C-4B45-871F-1EF840D611F4}"/>
          </ac:spMkLst>
        </pc:spChg>
        <pc:spChg chg="mod">
          <ac:chgData name="park sehun" userId="a5dd5dda71ea150a" providerId="LiveId" clId="{EE18F0ED-61EA-4400-8D5D-638E65FD2E5C}" dt="2020-03-17T07:59:02.073" v="11258" actId="14100"/>
          <ac:spMkLst>
            <pc:docMk/>
            <pc:sldMk cId="2840403519" sldId="1206"/>
            <ac:spMk id="141" creationId="{E6484351-331D-4968-8FCC-12163D804A48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42" creationId="{45D5DDD8-D97A-4248-A1BA-00E1E0CC78F0}"/>
          </ac:spMkLst>
        </pc:spChg>
        <pc:spChg chg="mod">
          <ac:chgData name="park sehun" userId="a5dd5dda71ea150a" providerId="LiveId" clId="{EE18F0ED-61EA-4400-8D5D-638E65FD2E5C}" dt="2020-03-17T08:07:46.688" v="11519" actId="14100"/>
          <ac:spMkLst>
            <pc:docMk/>
            <pc:sldMk cId="2840403519" sldId="1206"/>
            <ac:spMk id="143" creationId="{58920A5C-2317-4078-BB4C-653E876F70D5}"/>
          </ac:spMkLst>
        </pc:spChg>
        <pc:spChg chg="del">
          <ac:chgData name="park sehun" userId="a5dd5dda71ea150a" providerId="LiveId" clId="{EE18F0ED-61EA-4400-8D5D-638E65FD2E5C}" dt="2020-03-17T07:49:50.262" v="11017" actId="478"/>
          <ac:spMkLst>
            <pc:docMk/>
            <pc:sldMk cId="2840403519" sldId="1206"/>
            <ac:spMk id="144" creationId="{F7DA4AAB-1206-4616-B165-C69A8E8324F7}"/>
          </ac:spMkLst>
        </pc:spChg>
        <pc:spChg chg="del">
          <ac:chgData name="park sehun" userId="a5dd5dda71ea150a" providerId="LiveId" clId="{EE18F0ED-61EA-4400-8D5D-638E65FD2E5C}" dt="2020-03-17T07:49:54.738" v="11020" actId="478"/>
          <ac:spMkLst>
            <pc:docMk/>
            <pc:sldMk cId="2840403519" sldId="1206"/>
            <ac:spMk id="146" creationId="{90D16142-D034-4161-9F74-C10B081EE1A1}"/>
          </ac:spMkLst>
        </pc:spChg>
        <pc:spChg chg="mod">
          <ac:chgData name="park sehun" userId="a5dd5dda71ea150a" providerId="LiveId" clId="{EE18F0ED-61EA-4400-8D5D-638E65FD2E5C}" dt="2020-03-17T08:01:15.016" v="11346" actId="14100"/>
          <ac:spMkLst>
            <pc:docMk/>
            <pc:sldMk cId="2840403519" sldId="1206"/>
            <ac:spMk id="155" creationId="{EA6F08D6-6376-4BF3-9439-D63C8B7569E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56" creationId="{382063AE-AEB3-46E5-A572-E3CE5F8A717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58" creationId="{E0C2D20A-1CFA-48F1-8718-18290501A61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0" creationId="{EED026F0-8DAF-4B42-9B01-725BCE0B107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1" creationId="{BDD403D7-C207-46CA-9A93-7D4DECDAD00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3" creationId="{62D7595E-C6BE-409D-8B9E-05F028F34D9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4" creationId="{91DDAC37-FC46-4582-9261-9B33D8731C84}"/>
          </ac:spMkLst>
        </pc:spChg>
        <pc:spChg chg="mod">
          <ac:chgData name="park sehun" userId="a5dd5dda71ea150a" providerId="LiveId" clId="{EE18F0ED-61EA-4400-8D5D-638E65FD2E5C}" dt="2020-03-17T08:01:55.698" v="11362" actId="20577"/>
          <ac:spMkLst>
            <pc:docMk/>
            <pc:sldMk cId="2840403519" sldId="1206"/>
            <ac:spMk id="165" creationId="{FDEF1356-0B0C-42E0-B25D-425D6DF7E018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7" creationId="{43A0BB69-85D5-4FBC-B55E-B5A128D7097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8" creationId="{FDA07B81-33B1-41CA-B029-0BCB1445DC6C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9" creationId="{25A81454-5BE9-4BEB-88F0-8F2DD82764E6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0" creationId="{4AC43D96-5232-41D8-87B6-2074670ECF5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1" creationId="{80F8B666-C3A4-45E0-B3A0-EA87285C0A2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2" creationId="{EAFA79AA-4AFC-43DC-92E1-31EE7136217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7" creationId="{FFEEF539-DE6E-4521-AD8A-DA215389829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90" creationId="{C33EB4A9-4FB7-4051-A298-3B20CC57D833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2" creationId="{B107FE2A-2953-4546-9DAB-09CF06F8713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3" creationId="{5980C959-A98F-4AF3-BDFB-4F1BF60C87D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5" creationId="{5A0509A7-085D-41DC-B327-BDD73F9442C1}"/>
          </ac:spMkLst>
        </pc:sp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50" creationId="{AA7171CE-0DE4-411A-87C9-037D611A0DB4}"/>
          </ac:cxnSpMkLst>
        </pc:cxnChg>
        <pc:cxnChg chg="add mod">
          <ac:chgData name="park sehun" userId="a5dd5dda71ea150a" providerId="LiveId" clId="{EE18F0ED-61EA-4400-8D5D-638E65FD2E5C}" dt="2020-03-17T07:58:35.150" v="11254" actId="1076"/>
          <ac:cxnSpMkLst>
            <pc:docMk/>
            <pc:sldMk cId="2840403519" sldId="1206"/>
            <ac:cxnSpMk id="78" creationId="{46324A2D-B8E1-4ACC-B344-896F0172C9E9}"/>
          </ac:cxnSpMkLst>
        </pc:cxnChg>
        <pc:cxnChg chg="add mod">
          <ac:chgData name="park sehun" userId="a5dd5dda71ea150a" providerId="LiveId" clId="{EE18F0ED-61EA-4400-8D5D-638E65FD2E5C}" dt="2020-03-17T07:58:40.530" v="11255" actId="478"/>
          <ac:cxnSpMkLst>
            <pc:docMk/>
            <pc:sldMk cId="2840403519" sldId="1206"/>
            <ac:cxnSpMk id="79" creationId="{6D4F4BDC-E588-4D42-93B0-BBEC93ED5411}"/>
          </ac:cxnSpMkLst>
        </pc:cxnChg>
        <pc:cxnChg chg="add mod">
          <ac:chgData name="park sehun" userId="a5dd5dda71ea150a" providerId="LiveId" clId="{EE18F0ED-61EA-4400-8D5D-638E65FD2E5C}" dt="2020-03-17T07:58:35.150" v="11254" actId="1076"/>
          <ac:cxnSpMkLst>
            <pc:docMk/>
            <pc:sldMk cId="2840403519" sldId="1206"/>
            <ac:cxnSpMk id="85" creationId="{EB08B692-354E-4310-95CE-9B93F46D4EB2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09" creationId="{A969775F-205F-4CE8-A83C-C1B5D775CBD6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12" creationId="{0FD22AD9-9F56-467D-B36A-7959011B7606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15" creationId="{917E94B7-E00D-4949-918C-C73177C30F19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21" creationId="{C8AAA004-100F-45B2-8D13-2031234C6C43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29" creationId="{2049EB34-2673-4FF6-ADE9-6D0E679F371B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32" creationId="{6F303630-F791-471C-85FB-7E102416E370}"/>
          </ac:cxnSpMkLst>
        </pc:cxnChg>
        <pc:cxnChg chg="del mod">
          <ac:chgData name="park sehun" userId="a5dd5dda71ea150a" providerId="LiveId" clId="{EE18F0ED-61EA-4400-8D5D-638E65FD2E5C}" dt="2020-03-17T07:49:51.585" v="11018" actId="478"/>
          <ac:cxnSpMkLst>
            <pc:docMk/>
            <pc:sldMk cId="2840403519" sldId="1206"/>
            <ac:cxnSpMk id="139" creationId="{177CC52F-5EC5-40F0-96F7-A3245CB764B2}"/>
          </ac:cxnSpMkLst>
        </pc:cxnChg>
        <pc:cxnChg chg="mod">
          <ac:chgData name="park sehun" userId="a5dd5dda71ea150a" providerId="LiveId" clId="{EE18F0ED-61EA-4400-8D5D-638E65FD2E5C}" dt="2020-03-17T07:59:02.073" v="11258" actId="14100"/>
          <ac:cxnSpMkLst>
            <pc:docMk/>
            <pc:sldMk cId="2840403519" sldId="1206"/>
            <ac:cxnSpMk id="140" creationId="{519EED41-BF6E-43C2-BE7C-106B7E940D55}"/>
          </ac:cxnSpMkLst>
        </pc:cxnChg>
        <pc:cxnChg chg="del mod">
          <ac:chgData name="park sehun" userId="a5dd5dda71ea150a" providerId="LiveId" clId="{EE18F0ED-61EA-4400-8D5D-638E65FD2E5C}" dt="2020-03-17T07:49:55.768" v="11021" actId="478"/>
          <ac:cxnSpMkLst>
            <pc:docMk/>
            <pc:sldMk cId="2840403519" sldId="1206"/>
            <ac:cxnSpMk id="148" creationId="{2ABB3475-C15B-4AE4-A07E-DE30F22563E2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57" creationId="{93F73B66-3619-4123-A26B-FF1CD4523DB2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59" creationId="{0E73A7B3-E68C-4097-8711-AC37C4A6773D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62" creationId="{AA9A262A-B59E-4700-9DF0-392396A79301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93" creationId="{BD2173C0-DEDB-46D3-A3A2-975C107E4ADA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96" creationId="{7549FCF7-2D70-415D-B7EC-1B2DB3C42F4B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207" creationId="{4C2309D1-35FB-4294-9B65-A584A2FC08D6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218" creationId="{119A11FA-D4FD-46E8-A698-A9ACAA39F7E2}"/>
          </ac:cxnSpMkLst>
        </pc:cxnChg>
      </pc:sldChg>
      <pc:sldChg chg="add del">
        <pc:chgData name="park sehun" userId="a5dd5dda71ea150a" providerId="LiveId" clId="{EE18F0ED-61EA-4400-8D5D-638E65FD2E5C}" dt="2020-03-17T07:22:04.447" v="10085"/>
        <pc:sldMkLst>
          <pc:docMk/>
          <pc:sldMk cId="3392741762" sldId="1206"/>
        </pc:sldMkLst>
      </pc:sldChg>
      <pc:sldChg chg="add del">
        <pc:chgData name="park sehun" userId="a5dd5dda71ea150a" providerId="LiveId" clId="{EE18F0ED-61EA-4400-8D5D-638E65FD2E5C}" dt="2020-03-17T08:08:25.530" v="11524" actId="47"/>
        <pc:sldMkLst>
          <pc:docMk/>
          <pc:sldMk cId="1259825487" sldId="1207"/>
        </pc:sldMkLst>
      </pc:sldChg>
      <pc:sldChg chg="addSp delSp modSp add">
        <pc:chgData name="park sehun" userId="a5dd5dda71ea150a" providerId="LiveId" clId="{EE18F0ED-61EA-4400-8D5D-638E65FD2E5C}" dt="2020-03-17T08:30:50.366" v="11954" actId="1036"/>
        <pc:sldMkLst>
          <pc:docMk/>
          <pc:sldMk cId="4108517493" sldId="1207"/>
        </pc:sldMkLst>
        <pc:spChg chg="add mod">
          <ac:chgData name="park sehun" userId="a5dd5dda71ea150a" providerId="LiveId" clId="{EE18F0ED-61EA-4400-8D5D-638E65FD2E5C}" dt="2020-03-17T08:18:38.942" v="11688" actId="14100"/>
          <ac:spMkLst>
            <pc:docMk/>
            <pc:sldMk cId="4108517493" sldId="1207"/>
            <ac:spMk id="4" creationId="{9A4083CB-9D71-4397-BF47-A993D1BC5C97}"/>
          </ac:spMkLst>
        </pc:spChg>
        <pc:spChg chg="add del mod">
          <ac:chgData name="park sehun" userId="a5dd5dda71ea150a" providerId="LiveId" clId="{EE18F0ED-61EA-4400-8D5D-638E65FD2E5C}" dt="2020-03-17T08:22:02.184" v="11804" actId="478"/>
          <ac:spMkLst>
            <pc:docMk/>
            <pc:sldMk cId="4108517493" sldId="1207"/>
            <ac:spMk id="5" creationId="{F2DCB63E-807E-4A4C-8DA5-9B09CB8E278E}"/>
          </ac:spMkLst>
        </pc:spChg>
        <pc:spChg chg="add del">
          <ac:chgData name="park sehun" userId="a5dd5dda71ea150a" providerId="LiveId" clId="{EE18F0ED-61EA-4400-8D5D-638E65FD2E5C}" dt="2020-03-17T08:22:45.448" v="11819"/>
          <ac:spMkLst>
            <pc:docMk/>
            <pc:sldMk cId="4108517493" sldId="1207"/>
            <ac:spMk id="6" creationId="{AC3A33CE-D6F6-4519-AA83-4F89AF911733}"/>
          </ac:spMkLst>
        </pc:spChg>
        <pc:spChg chg="add del">
          <ac:chgData name="park sehun" userId="a5dd5dda71ea150a" providerId="LiveId" clId="{EE18F0ED-61EA-4400-8D5D-638E65FD2E5C}" dt="2020-03-17T08:24:45.646" v="11851"/>
          <ac:spMkLst>
            <pc:docMk/>
            <pc:sldMk cId="4108517493" sldId="1207"/>
            <ac:spMk id="7" creationId="{159891EF-2456-493D-AC7A-C35FC692FC73}"/>
          </ac:spMkLst>
        </pc:spChg>
        <pc:spChg chg="mod">
          <ac:chgData name="park sehun" userId="a5dd5dda71ea150a" providerId="LiveId" clId="{EE18F0ED-61EA-4400-8D5D-638E65FD2E5C}" dt="2020-03-17T08:20:42.833" v="11786" actId="21"/>
          <ac:spMkLst>
            <pc:docMk/>
            <pc:sldMk cId="4108517493" sldId="1207"/>
            <ac:spMk id="54" creationId="{C29D6112-022A-4BE0-B087-9B0A74023A45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1" creationId="{59D153FA-6EA5-446E-9F3C-3344C943D5D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2" creationId="{F3DC1CC7-DFD0-44FB-A884-FEF4D90A256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3" creationId="{00598CEA-8D17-4AFC-B3C0-966FD6DB2DB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4" creationId="{A70C003D-D435-4F1F-848A-DB64F75A282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5" creationId="{B78D98BD-CDE6-4FCD-9622-44863303D6C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6" creationId="{B8AD0869-952C-438B-9B46-93EAABE9836E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7" creationId="{938B8AB9-B41D-4CEF-968E-526CF1791A9C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8" creationId="{B7E93DF0-6CEC-4A76-B1CD-201EC02D378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0" creationId="{B4886DE4-077F-4BCF-BF7D-3D4F8C456BC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1" creationId="{EF9CA007-72DD-40A0-88DD-240ACF70ECA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3" creationId="{7F28D5B1-2B0B-40EC-8922-2E6FBF17819E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4" creationId="{8D2ADE8B-B787-44E9-BB49-FB7F97EAA970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5" creationId="{4E5D0C0B-2E87-4FE7-B6CE-BE381585C0A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77" creationId="{C9D7AF2C-EF8D-4B89-A696-B938C365A812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0" creationId="{3C7E88EC-9B51-4899-9CB0-D15885E7C3C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2" creationId="{279EC468-1116-4792-82B7-CA218937F61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3" creationId="{70D062D9-2235-4941-AF9F-6225328ED74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4" creationId="{F9E8CC95-BF1A-4B89-ABA8-1196FD5A023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86" creationId="{75F3C1E7-4ECD-4E6B-9F87-CD922602B4EF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7" creationId="{DF4E9AED-7383-431E-8C84-D6BC228433BB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8" creationId="{5AECE9EF-AC91-4F0C-B911-1DE8666A09A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9" creationId="{008ED956-79CC-4285-A158-98F5D5FEE61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0" creationId="{4FF94082-B832-4B92-850C-6EA2F04D69E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1" creationId="{770322EE-4DF9-4DEE-806A-A8A8FDAA903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2" creationId="{39334E59-A376-435C-818E-6F22C70C34F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3" creationId="{71AEA9F3-C0ED-4A2A-8A65-BFFA4BD09A1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5" creationId="{30AE3424-6401-4223-AB25-693F3520DC9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6" creationId="{8DB46844-A03B-48BC-BB2F-A641B552D605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8" creationId="{A3278153-DDA6-4570-8F6A-DFF3B74FEE22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0" creationId="{D91886B2-951D-4102-9871-BC3AB81994B2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1" creationId="{BA261C36-8B15-4D06-BA18-C06E9E6B162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3" creationId="{71B82727-B7EA-4F72-AAA7-379810D542C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4" creationId="{7ED90AA5-9449-40EE-9EC1-C8F30A2F691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5" creationId="{869D0380-B38B-4289-B279-D572CA35B0A8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6" creationId="{B399E811-D749-4ADA-BC92-D23169CF3480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7" creationId="{EBD3F618-1362-4708-909F-BE415B17BA8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8" creationId="{B0C40A2A-E0C8-4C91-9D74-2DDE2F85354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9" creationId="{955B8B0D-F796-44E0-BA4A-808E461DF0C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0" creationId="{8CA59D65-DA87-42FC-82AC-DBF7877815F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1" creationId="{0C1A7927-33D0-4B32-A7D7-6BE9DF89DEA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2" creationId="{1E2982CF-BDC2-4A80-8F10-87836F08E02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3" creationId="{D648BFB6-8D58-472F-BDF2-48EC7837291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6" creationId="{9B2B7ABE-2CBB-4D23-8495-0D9939459158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7" creationId="{6C45DE58-9D89-429E-B91A-22B80B57083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8" creationId="{33D8FD35-1FAE-4099-B394-C9924051378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2" creationId="{5956407C-33AF-4CFF-96B9-2A8A2BF0453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3" creationId="{29A88D42-D0AF-4EF9-92CA-C682BC9F9AF2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4" creationId="{FA46A8B9-8A29-41B5-9DD3-BB636239C047}"/>
          </ac:spMkLst>
        </pc:spChg>
        <pc:spChg chg="del">
          <ac:chgData name="park sehun" userId="a5dd5dda71ea150a" providerId="LiveId" clId="{EE18F0ED-61EA-4400-8D5D-638E65FD2E5C}" dt="2020-03-17T08:14:50.331" v="11596" actId="478"/>
          <ac:spMkLst>
            <pc:docMk/>
            <pc:sldMk cId="4108517493" sldId="1207"/>
            <ac:spMk id="125" creationId="{FEF3F1AF-1EBC-4523-9E3B-938E194E77C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6" creationId="{F4C21D66-D465-4C65-9223-83DC2B52DBC3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7" creationId="{0D1CD684-3F63-4057-A10F-CA091328EBA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8" creationId="{9DE52B7E-4D1C-4E8F-B0CC-164EA610449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0" creationId="{2E9FB8F5-E26F-4022-99F1-38FF2CBF3D7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1" creationId="{F8173851-A50D-4978-B64C-79C7E5AF6331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3" creationId="{67DEBD4C-A3E0-4CBF-8A73-C318DCFA1CA6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4" creationId="{D2349613-0883-40AC-ADDF-98D217D58CAE}"/>
          </ac:spMkLst>
        </pc:spChg>
        <pc:spChg chg="add del mod">
          <ac:chgData name="park sehun" userId="a5dd5dda71ea150a" providerId="LiveId" clId="{EE18F0ED-61EA-4400-8D5D-638E65FD2E5C}" dt="2020-03-17T08:21:43.232" v="11801"/>
          <ac:spMkLst>
            <pc:docMk/>
            <pc:sldMk cId="4108517493" sldId="1207"/>
            <ac:spMk id="135" creationId="{7A01D0FD-41C4-4004-920D-3AE6338E7BC0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6" creationId="{B6FE3E06-A97E-4DFD-9609-5E2EC420CEF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7" creationId="{4001E03E-76B1-4F64-9BC7-A35719DAD5A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8" creationId="{B5A8285F-CD7C-4B45-871F-1EF840D611F4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9" creationId="{9B7CDF77-9656-4AD0-9738-8EFF6F8001F4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1" creationId="{E6484351-331D-4968-8FCC-12163D804A4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2" creationId="{45D5DDD8-D97A-4248-A1BA-00E1E0CC78F0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3" creationId="{58920A5C-2317-4078-BB4C-653E876F70D5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44" creationId="{90BC8423-22D7-4A6C-BB35-E1746279FE97}"/>
          </ac:spMkLst>
        </pc:spChg>
        <pc:spChg chg="add del mod">
          <ac:chgData name="park sehun" userId="a5dd5dda71ea150a" providerId="LiveId" clId="{EE18F0ED-61EA-4400-8D5D-638E65FD2E5C}" dt="2020-03-17T08:26:05.357" v="11882"/>
          <ac:spMkLst>
            <pc:docMk/>
            <pc:sldMk cId="4108517493" sldId="1207"/>
            <ac:spMk id="145" creationId="{1B975C98-FD79-46A8-ABDA-C24B078F251C}"/>
          </ac:spMkLst>
        </pc:spChg>
        <pc:spChg chg="add mod">
          <ac:chgData name="park sehun" userId="a5dd5dda71ea150a" providerId="LiveId" clId="{EE18F0ED-61EA-4400-8D5D-638E65FD2E5C}" dt="2020-03-17T08:30:43.005" v="11941" actId="1076"/>
          <ac:spMkLst>
            <pc:docMk/>
            <pc:sldMk cId="4108517493" sldId="1207"/>
            <ac:spMk id="146" creationId="{E08554D4-F815-4682-ABA2-1FD4B6EE409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5" creationId="{EA6F08D6-6376-4BF3-9439-D63C8B7569E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6" creationId="{382063AE-AEB3-46E5-A572-E3CE5F8A717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8" creationId="{E0C2D20A-1CFA-48F1-8718-18290501A61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0" creationId="{EED026F0-8DAF-4B42-9B01-725BCE0B107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1" creationId="{BDD403D7-C207-46CA-9A93-7D4DECDAD00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3" creationId="{62D7595E-C6BE-409D-8B9E-05F028F34D9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4" creationId="{91DDAC37-FC46-4582-9261-9B33D8731C84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5" creationId="{FDEF1356-0B0C-42E0-B25D-425D6DF7E01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7" creationId="{43A0BB69-85D5-4FBC-B55E-B5A128D7097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8" creationId="{FDA07B81-33B1-41CA-B029-0BCB1445DC6C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9" creationId="{25A81454-5BE9-4BEB-88F0-8F2DD82764E6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0" creationId="{4AC43D96-5232-41D8-87B6-2074670ECF5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1" creationId="{80F8B666-C3A4-45E0-B3A0-EA87285C0A2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2" creationId="{EAFA79AA-4AFC-43DC-92E1-31EE7136217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7" creationId="{FFEEF539-DE6E-4521-AD8A-DA215389829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90" creationId="{C33EB4A9-4FB7-4051-A298-3B20CC57D833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2" creationId="{B107FE2A-2953-4546-9DAB-09CF06F8713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3" creationId="{5980C959-A98F-4AF3-BDFB-4F1BF60C87D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5" creationId="{5A0509A7-085D-41DC-B327-BDD73F9442C1}"/>
          </ac:spMkLst>
        </pc:spChg>
        <pc:spChg chg="mod">
          <ac:chgData name="park sehun" userId="a5dd5dda71ea150a" providerId="LiveId" clId="{EE18F0ED-61EA-4400-8D5D-638E65FD2E5C}" dt="2020-03-17T08:20:59.799" v="11796" actId="20577"/>
          <ac:spMkLst>
            <pc:docMk/>
            <pc:sldMk cId="4108517493" sldId="1207"/>
            <ac:spMk id="62466" creationId="{00000000-0000-0000-0000-000000000000}"/>
          </ac:spMkLst>
        </pc:spChg>
        <pc:picChg chg="add del mod">
          <ac:chgData name="park sehun" userId="a5dd5dda71ea150a" providerId="LiveId" clId="{EE18F0ED-61EA-4400-8D5D-638E65FD2E5C}" dt="2020-03-17T08:17:47.859" v="11680" actId="478"/>
          <ac:picMkLst>
            <pc:docMk/>
            <pc:sldMk cId="4108517493" sldId="1207"/>
            <ac:picMk id="3" creationId="{18E9CFE5-F1F9-4518-BF8A-2F34879ADDAA}"/>
          </ac:picMkLst>
        </pc:picChg>
        <pc:picChg chg="add mod">
          <ac:chgData name="park sehun" userId="a5dd5dda71ea150a" providerId="LiveId" clId="{EE18F0ED-61EA-4400-8D5D-638E65FD2E5C}" dt="2020-03-17T08:17:43.136" v="11679" actId="14100"/>
          <ac:picMkLst>
            <pc:docMk/>
            <pc:sldMk cId="4108517493" sldId="1207"/>
            <ac:picMk id="121" creationId="{48E433F3-5762-4224-8E3B-8E097D80DA4C}"/>
          </ac:picMkLst>
        </pc:pic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69" creationId="{83B1D984-8D26-4E6A-B0F6-B79060D81F6F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72" creationId="{E420A43D-B947-445F-A68F-69DAFC10C8D5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76" creationId="{5B4BA572-9D0A-41F8-8BF7-36091DCD4386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78" creationId="{46324A2D-B8E1-4ACC-B344-896F0172C9E9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79" creationId="{6D4F4BDC-E588-4D42-93B0-BBEC93ED541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81" creationId="{C9C9F302-06A0-4AD4-924E-8070E3FA3B94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85" creationId="{EB08B692-354E-4310-95CE-9B93F46D4EB2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4" creationId="{6043E537-7D89-4E2F-B307-804875B68345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7" creationId="{7B4DEBAA-707E-4D4C-90F6-AF760CFF14A0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9" creationId="{39EF5997-8A1E-4365-A3B5-2C5FB82C2D50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02" creationId="{8F1821F5-CC7B-4486-8E0E-6B673321B71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4" creationId="{A250A377-1F4E-486D-B1E7-C778F6C6A99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5" creationId="{3810B004-9B49-4A38-A345-DAA3AAE93D1C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9" creationId="{6D174B97-A799-426C-A5BE-70AE82A45A1A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20" creationId="{C3BBC9B2-6F37-4876-9144-804FBD519673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29" creationId="{2049EB34-2673-4FF6-ADE9-6D0E679F371B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32" creationId="{6F303630-F791-471C-85FB-7E102416E370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40" creationId="{519EED41-BF6E-43C2-BE7C-106B7E940D55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57" creationId="{93F73B66-3619-4123-A26B-FF1CD4523DB2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59" creationId="{0E73A7B3-E68C-4097-8711-AC37C4A6773D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62" creationId="{AA9A262A-B59E-4700-9DF0-392396A79301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93" creationId="{BD2173C0-DEDB-46D3-A3A2-975C107E4ADA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96" creationId="{7549FCF7-2D70-415D-B7EC-1B2DB3C42F4B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207" creationId="{4C2309D1-35FB-4294-9B65-A584A2FC08D6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218" creationId="{119A11FA-D4FD-46E8-A698-A9ACAA39F7E2}"/>
          </ac:cxnSpMkLst>
        </pc:cxnChg>
      </pc:sldChg>
    </pc:docChg>
  </pc:docChgLst>
  <pc:docChgLst>
    <pc:chgData name="park sehun" userId="a5dd5dda71ea150a" providerId="LiveId" clId="{3018E72C-3290-4B25-95AF-B795534F7606}"/>
    <pc:docChg chg="undo custSel addSld delSld modSld">
      <pc:chgData name="park sehun" userId="a5dd5dda71ea150a" providerId="LiveId" clId="{3018E72C-3290-4B25-95AF-B795534F7606}" dt="2020-09-28T02:46:25.511" v="6218" actId="478"/>
      <pc:docMkLst>
        <pc:docMk/>
      </pc:docMkLst>
      <pc:sldChg chg="modSp mod">
        <pc:chgData name="park sehun" userId="a5dd5dda71ea150a" providerId="LiveId" clId="{3018E72C-3290-4B25-95AF-B795534F7606}" dt="2020-09-28T02:39:47.500" v="6032"/>
        <pc:sldMkLst>
          <pc:docMk/>
          <pc:sldMk cId="0" sldId="487"/>
        </pc:sldMkLst>
        <pc:spChg chg="mod">
          <ac:chgData name="park sehun" userId="a5dd5dda71ea150a" providerId="LiveId" clId="{3018E72C-3290-4B25-95AF-B795534F7606}" dt="2020-09-28T02:39:47.500" v="6032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3018E72C-3290-4B25-95AF-B795534F7606}" dt="2020-09-28T02:39:40.964" v="6031" actId="20577"/>
          <ac:spMkLst>
            <pc:docMk/>
            <pc:sldMk cId="0" sldId="487"/>
            <ac:spMk id="8" creationId="{00000000-0000-0000-0000-000000000000}"/>
          </ac:spMkLst>
        </pc:spChg>
      </pc:sldChg>
      <pc:sldChg chg="del">
        <pc:chgData name="park sehun" userId="a5dd5dda71ea150a" providerId="LiveId" clId="{3018E72C-3290-4B25-95AF-B795534F7606}" dt="2020-09-25T08:01:10.428" v="0" actId="47"/>
        <pc:sldMkLst>
          <pc:docMk/>
          <pc:sldMk cId="2315492388" sldId="1111"/>
        </pc:sldMkLst>
      </pc:sldChg>
      <pc:sldChg chg="addSp delSp modSp mod modNotesTx">
        <pc:chgData name="park sehun" userId="a5dd5dda71ea150a" providerId="LiveId" clId="{3018E72C-3290-4B25-95AF-B795534F7606}" dt="2020-09-28T01:05:01.682" v="2843" actId="20577"/>
        <pc:sldMkLst>
          <pc:docMk/>
          <pc:sldMk cId="3177499770" sldId="1173"/>
        </pc:sldMkLst>
        <pc:spChg chg="add mod">
          <ac:chgData name="park sehun" userId="a5dd5dda71ea150a" providerId="LiveId" clId="{3018E72C-3290-4B25-95AF-B795534F7606}" dt="2020-09-25T08:49:51.111" v="496" actId="20577"/>
          <ac:spMkLst>
            <pc:docMk/>
            <pc:sldMk cId="3177499770" sldId="1173"/>
            <ac:spMk id="2" creationId="{6CE7E3A0-4BC8-4CC0-8BF2-443CA67282EA}"/>
          </ac:spMkLst>
        </pc:spChg>
        <pc:spChg chg="mod">
          <ac:chgData name="park sehun" userId="a5dd5dda71ea150a" providerId="LiveId" clId="{3018E72C-3290-4B25-95AF-B795534F7606}" dt="2020-09-25T08:15:16.378" v="205" actId="20577"/>
          <ac:spMkLst>
            <pc:docMk/>
            <pc:sldMk cId="3177499770" sldId="1173"/>
            <ac:spMk id="4" creationId="{9DA76C4A-1B38-4C07-A24B-3F7114B667CD}"/>
          </ac:spMkLst>
        </pc:spChg>
        <pc:spChg chg="del">
          <ac:chgData name="park sehun" userId="a5dd5dda71ea150a" providerId="LiveId" clId="{3018E72C-3290-4B25-95AF-B795534F7606}" dt="2020-09-25T08:02:19.769" v="88" actId="478"/>
          <ac:spMkLst>
            <pc:docMk/>
            <pc:sldMk cId="3177499770" sldId="1173"/>
            <ac:spMk id="22" creationId="{C83CC86E-0173-4950-92D4-B8A74DB91D55}"/>
          </ac:spMkLst>
        </pc:spChg>
        <pc:spChg chg="del">
          <ac:chgData name="park sehun" userId="a5dd5dda71ea150a" providerId="LiveId" clId="{3018E72C-3290-4B25-95AF-B795534F7606}" dt="2020-09-25T08:02:19.769" v="88" actId="478"/>
          <ac:spMkLst>
            <pc:docMk/>
            <pc:sldMk cId="3177499770" sldId="1173"/>
            <ac:spMk id="23" creationId="{DD77A692-D4AB-46E1-AE91-8DA6AABA9E29}"/>
          </ac:spMkLst>
        </pc:spChg>
        <pc:spChg chg="del">
          <ac:chgData name="park sehun" userId="a5dd5dda71ea150a" providerId="LiveId" clId="{3018E72C-3290-4B25-95AF-B795534F7606}" dt="2020-09-25T08:02:19.769" v="88" actId="478"/>
          <ac:spMkLst>
            <pc:docMk/>
            <pc:sldMk cId="3177499770" sldId="1173"/>
            <ac:spMk id="24" creationId="{34E37DDC-E7CE-444A-9445-686DDA6436EC}"/>
          </ac:spMkLst>
        </pc:spChg>
        <pc:spChg chg="add mod">
          <ac:chgData name="park sehun" userId="a5dd5dda71ea150a" providerId="LiveId" clId="{3018E72C-3290-4B25-95AF-B795534F7606}" dt="2020-09-25T08:49:53.327" v="497" actId="20577"/>
          <ac:spMkLst>
            <pc:docMk/>
            <pc:sldMk cId="3177499770" sldId="1173"/>
            <ac:spMk id="25" creationId="{A21B9AC8-B3EC-443E-BCAD-5336DC8136FA}"/>
          </ac:spMkLst>
        </pc:spChg>
        <pc:spChg chg="add mod">
          <ac:chgData name="park sehun" userId="a5dd5dda71ea150a" providerId="LiveId" clId="{3018E72C-3290-4B25-95AF-B795534F7606}" dt="2020-09-25T08:21:59.832" v="405" actId="1076"/>
          <ac:spMkLst>
            <pc:docMk/>
            <pc:sldMk cId="3177499770" sldId="1173"/>
            <ac:spMk id="28" creationId="{E6805B98-8B2A-446A-85F4-C3DB7E9D6E51}"/>
          </ac:spMkLst>
        </pc:spChg>
        <pc:spChg chg="del">
          <ac:chgData name="park sehun" userId="a5dd5dda71ea150a" providerId="LiveId" clId="{3018E72C-3290-4B25-95AF-B795534F7606}" dt="2020-09-25T08:02:24.378" v="90" actId="478"/>
          <ac:spMkLst>
            <pc:docMk/>
            <pc:sldMk cId="3177499770" sldId="1173"/>
            <ac:spMk id="30" creationId="{479256D7-2A73-403B-B540-B2C0094C1976}"/>
          </ac:spMkLst>
        </pc:spChg>
        <pc:spChg chg="del">
          <ac:chgData name="park sehun" userId="a5dd5dda71ea150a" providerId="LiveId" clId="{3018E72C-3290-4B25-95AF-B795534F7606}" dt="2020-09-25T08:02:25.529" v="91" actId="478"/>
          <ac:spMkLst>
            <pc:docMk/>
            <pc:sldMk cId="3177499770" sldId="1173"/>
            <ac:spMk id="35" creationId="{B4DC6303-7D8C-456A-A18C-BAE6EF58A092}"/>
          </ac:spMkLst>
        </pc:spChg>
        <pc:spChg chg="del">
          <ac:chgData name="park sehun" userId="a5dd5dda71ea150a" providerId="LiveId" clId="{3018E72C-3290-4B25-95AF-B795534F7606}" dt="2020-09-25T08:02:23.066" v="89" actId="478"/>
          <ac:spMkLst>
            <pc:docMk/>
            <pc:sldMk cId="3177499770" sldId="1173"/>
            <ac:spMk id="36" creationId="{99609107-BBDE-4288-88B4-A5BB7D107BB4}"/>
          </ac:spMkLst>
        </pc:spChg>
        <pc:spChg chg="del">
          <ac:chgData name="park sehun" userId="a5dd5dda71ea150a" providerId="LiveId" clId="{3018E72C-3290-4B25-95AF-B795534F7606}" dt="2020-09-25T08:02:19.769" v="88" actId="478"/>
          <ac:spMkLst>
            <pc:docMk/>
            <pc:sldMk cId="3177499770" sldId="1173"/>
            <ac:spMk id="41" creationId="{5D62D432-F1D3-417F-B793-EBD364B6E7F7}"/>
          </ac:spMkLst>
        </pc:spChg>
        <pc:spChg chg="mod">
          <ac:chgData name="park sehun" userId="a5dd5dda71ea150a" providerId="LiveId" clId="{3018E72C-3290-4B25-95AF-B795534F7606}" dt="2020-09-28T01:05:01.682" v="2843" actId="20577"/>
          <ac:spMkLst>
            <pc:docMk/>
            <pc:sldMk cId="3177499770" sldId="1173"/>
            <ac:spMk id="54" creationId="{C29D6112-022A-4BE0-B087-9B0A74023A45}"/>
          </ac:spMkLst>
        </pc:spChg>
        <pc:spChg chg="mod">
          <ac:chgData name="park sehun" userId="a5dd5dda71ea150a" providerId="LiveId" clId="{3018E72C-3290-4B25-95AF-B795534F7606}" dt="2020-09-25T08:15:11.545" v="201" actId="20577"/>
          <ac:spMkLst>
            <pc:docMk/>
            <pc:sldMk cId="3177499770" sldId="1173"/>
            <ac:spMk id="65" creationId="{53F129E3-6D7B-48BB-9761-A6DEE22347C5}"/>
          </ac:spMkLst>
        </pc:spChg>
        <pc:spChg chg="mod">
          <ac:chgData name="park sehun" userId="a5dd5dda71ea150a" providerId="LiveId" clId="{3018E72C-3290-4B25-95AF-B795534F7606}" dt="2020-09-28T00:42:58.119" v="1586" actId="20577"/>
          <ac:spMkLst>
            <pc:docMk/>
            <pc:sldMk cId="3177499770" sldId="1173"/>
            <ac:spMk id="66" creationId="{186D568E-3C76-4B43-8ACD-7EFA2134FAAA}"/>
          </ac:spMkLst>
        </pc:spChg>
        <pc:spChg chg="mod">
          <ac:chgData name="park sehun" userId="a5dd5dda71ea150a" providerId="LiveId" clId="{3018E72C-3290-4B25-95AF-B795534F7606}" dt="2020-09-25T08:01:46.790" v="22" actId="20577"/>
          <ac:spMkLst>
            <pc:docMk/>
            <pc:sldMk cId="3177499770" sldId="1173"/>
            <ac:spMk id="62466" creationId="{00000000-0000-0000-0000-000000000000}"/>
          </ac:spMkLst>
        </pc:spChg>
        <pc:graphicFrameChg chg="del">
          <ac:chgData name="park sehun" userId="a5dd5dda71ea150a" providerId="LiveId" clId="{3018E72C-3290-4B25-95AF-B795534F7606}" dt="2020-09-25T08:02:19.769" v="88" actId="478"/>
          <ac:graphicFrameMkLst>
            <pc:docMk/>
            <pc:sldMk cId="3177499770" sldId="1173"/>
            <ac:graphicFrameMk id="26" creationId="{59729F81-55FF-4FB5-A251-F9BFED96304F}"/>
          </ac:graphicFrameMkLst>
        </pc:graphicFrameChg>
        <pc:graphicFrameChg chg="del">
          <ac:chgData name="park sehun" userId="a5dd5dda71ea150a" providerId="LiveId" clId="{3018E72C-3290-4B25-95AF-B795534F7606}" dt="2020-09-25T08:02:19.769" v="88" actId="478"/>
          <ac:graphicFrameMkLst>
            <pc:docMk/>
            <pc:sldMk cId="3177499770" sldId="1173"/>
            <ac:graphicFrameMk id="27" creationId="{792D8461-A693-44F8-8216-4A15CA8FDD70}"/>
          </ac:graphicFrameMkLst>
        </pc:graphicFrameChg>
        <pc:graphicFrameChg chg="del">
          <ac:chgData name="park sehun" userId="a5dd5dda71ea150a" providerId="LiveId" clId="{3018E72C-3290-4B25-95AF-B795534F7606}" dt="2020-09-25T08:02:19.769" v="88" actId="478"/>
          <ac:graphicFrameMkLst>
            <pc:docMk/>
            <pc:sldMk cId="3177499770" sldId="1173"/>
            <ac:graphicFrameMk id="31" creationId="{B2D8D481-5A70-47BC-8AE9-EF87C9FB6629}"/>
          </ac:graphicFrameMkLst>
        </pc:graphicFrameChg>
        <pc:graphicFrameChg chg="del">
          <ac:chgData name="park sehun" userId="a5dd5dda71ea150a" providerId="LiveId" clId="{3018E72C-3290-4B25-95AF-B795534F7606}" dt="2020-09-25T08:02:19.769" v="88" actId="478"/>
          <ac:graphicFrameMkLst>
            <pc:docMk/>
            <pc:sldMk cId="3177499770" sldId="1173"/>
            <ac:graphicFrameMk id="38" creationId="{97683696-278D-4121-8A19-41B4351FCD2B}"/>
          </ac:graphicFrameMkLst>
        </pc:graphicFrameChg>
        <pc:graphicFrameChg chg="del">
          <ac:chgData name="park sehun" userId="a5dd5dda71ea150a" providerId="LiveId" clId="{3018E72C-3290-4B25-95AF-B795534F7606}" dt="2020-09-25T08:02:19.769" v="88" actId="478"/>
          <ac:graphicFrameMkLst>
            <pc:docMk/>
            <pc:sldMk cId="3177499770" sldId="1173"/>
            <ac:graphicFrameMk id="40" creationId="{C508EC03-A307-4533-9EF3-1F88C5DAEE23}"/>
          </ac:graphicFrameMkLst>
        </pc:graphicFrameChg>
        <pc:graphicFrameChg chg="del">
          <ac:chgData name="park sehun" userId="a5dd5dda71ea150a" providerId="LiveId" clId="{3018E72C-3290-4B25-95AF-B795534F7606}" dt="2020-09-25T08:02:19.769" v="88" actId="478"/>
          <ac:graphicFrameMkLst>
            <pc:docMk/>
            <pc:sldMk cId="3177499770" sldId="1173"/>
            <ac:graphicFrameMk id="43" creationId="{26D7176C-82C6-4913-B4FD-8B23D6547C54}"/>
          </ac:graphicFrameMkLst>
        </pc:graphicFrameChg>
        <pc:cxnChg chg="add mod">
          <ac:chgData name="park sehun" userId="a5dd5dda71ea150a" providerId="LiveId" clId="{3018E72C-3290-4B25-95AF-B795534F7606}" dt="2020-09-25T08:18:35.132" v="279" actId="1035"/>
          <ac:cxnSpMkLst>
            <pc:docMk/>
            <pc:sldMk cId="3177499770" sldId="1173"/>
            <ac:cxnSpMk id="29" creationId="{3248D253-C581-4B50-8CA1-167B5DEE2C4C}"/>
          </ac:cxnSpMkLst>
        </pc:cxnChg>
        <pc:cxnChg chg="del">
          <ac:chgData name="park sehun" userId="a5dd5dda71ea150a" providerId="LiveId" clId="{3018E72C-3290-4B25-95AF-B795534F7606}" dt="2020-09-25T08:02:19.769" v="88" actId="478"/>
          <ac:cxnSpMkLst>
            <pc:docMk/>
            <pc:sldMk cId="3177499770" sldId="1173"/>
            <ac:cxnSpMk id="55" creationId="{86D7916D-65EE-4C89-BB24-EB18BB7BD71B}"/>
          </ac:cxnSpMkLst>
        </pc:cxnChg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2106983602" sldId="1177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1883614509" sldId="1194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3947405510" sldId="1197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2200675376" sldId="1200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1897634802" sldId="1201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1403437371" sldId="1203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1389531603" sldId="1204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3166953388" sldId="1205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2840403519" sldId="1206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3781453481" sldId="1208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4159965400" sldId="1209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4281092093" sldId="1211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3595305684" sldId="1212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1466102245" sldId="1213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3942243655" sldId="1215"/>
        </pc:sldMkLst>
      </pc:sldChg>
      <pc:sldChg chg="del">
        <pc:chgData name="park sehun" userId="a5dd5dda71ea150a" providerId="LiveId" clId="{3018E72C-3290-4B25-95AF-B795534F7606}" dt="2020-09-28T02:28:16.642" v="5098" actId="47"/>
        <pc:sldMkLst>
          <pc:docMk/>
          <pc:sldMk cId="2432967560" sldId="1216"/>
        </pc:sldMkLst>
      </pc:sldChg>
      <pc:sldChg chg="modSp add del mod">
        <pc:chgData name="park sehun" userId="a5dd5dda71ea150a" providerId="LiveId" clId="{3018E72C-3290-4B25-95AF-B795534F7606}" dt="2020-09-25T09:23:09.923" v="687" actId="47"/>
        <pc:sldMkLst>
          <pc:docMk/>
          <pc:sldMk cId="2147908192" sldId="1217"/>
        </pc:sldMkLst>
        <pc:spChg chg="mod">
          <ac:chgData name="park sehun" userId="a5dd5dda71ea150a" providerId="LiveId" clId="{3018E72C-3290-4B25-95AF-B795534F7606}" dt="2020-09-25T09:00:36.296" v="686" actId="5793"/>
          <ac:spMkLst>
            <pc:docMk/>
            <pc:sldMk cId="2147908192" sldId="1217"/>
            <ac:spMk id="54" creationId="{C29D6112-022A-4BE0-B087-9B0A74023A45}"/>
          </ac:spMkLst>
        </pc:spChg>
      </pc:sldChg>
      <pc:sldChg chg="delSp modSp add mod">
        <pc:chgData name="park sehun" userId="a5dd5dda71ea150a" providerId="LiveId" clId="{3018E72C-3290-4B25-95AF-B795534F7606}" dt="2020-09-28T01:14:05.632" v="2912" actId="20577"/>
        <pc:sldMkLst>
          <pc:docMk/>
          <pc:sldMk cId="2726764776" sldId="1217"/>
        </pc:sldMkLst>
        <pc:spChg chg="del">
          <ac:chgData name="park sehun" userId="a5dd5dda71ea150a" providerId="LiveId" clId="{3018E72C-3290-4B25-95AF-B795534F7606}" dt="2020-09-28T00:49:15.892" v="1589" actId="478"/>
          <ac:spMkLst>
            <pc:docMk/>
            <pc:sldMk cId="2726764776" sldId="1217"/>
            <ac:spMk id="2" creationId="{6CE7E3A0-4BC8-4CC0-8BF2-443CA67282EA}"/>
          </ac:spMkLst>
        </pc:spChg>
        <pc:spChg chg="mod">
          <ac:chgData name="park sehun" userId="a5dd5dda71ea150a" providerId="LiveId" clId="{3018E72C-3290-4B25-95AF-B795534F7606}" dt="2020-09-28T00:50:50.081" v="1625" actId="207"/>
          <ac:spMkLst>
            <pc:docMk/>
            <pc:sldMk cId="2726764776" sldId="1217"/>
            <ac:spMk id="4" creationId="{9DA76C4A-1B38-4C07-A24B-3F7114B667CD}"/>
          </ac:spMkLst>
        </pc:spChg>
        <pc:spChg chg="mod">
          <ac:chgData name="park sehun" userId="a5dd5dda71ea150a" providerId="LiveId" clId="{3018E72C-3290-4B25-95AF-B795534F7606}" dt="2020-09-28T00:50:53.699" v="1626" actId="207"/>
          <ac:spMkLst>
            <pc:docMk/>
            <pc:sldMk cId="2726764776" sldId="1217"/>
            <ac:spMk id="25" creationId="{A21B9AC8-B3EC-443E-BCAD-5336DC8136FA}"/>
          </ac:spMkLst>
        </pc:spChg>
        <pc:spChg chg="del">
          <ac:chgData name="park sehun" userId="a5dd5dda71ea150a" providerId="LiveId" clId="{3018E72C-3290-4B25-95AF-B795534F7606}" dt="2020-09-28T00:49:12.858" v="1588" actId="478"/>
          <ac:spMkLst>
            <pc:docMk/>
            <pc:sldMk cId="2726764776" sldId="1217"/>
            <ac:spMk id="28" creationId="{E6805B98-8B2A-446A-85F4-C3DB7E9D6E51}"/>
          </ac:spMkLst>
        </pc:spChg>
        <pc:spChg chg="mod">
          <ac:chgData name="park sehun" userId="a5dd5dda71ea150a" providerId="LiveId" clId="{3018E72C-3290-4B25-95AF-B795534F7606}" dt="2020-09-28T01:14:05.632" v="2912" actId="20577"/>
          <ac:spMkLst>
            <pc:docMk/>
            <pc:sldMk cId="2726764776" sldId="1217"/>
            <ac:spMk id="54" creationId="{C29D6112-022A-4BE0-B087-9B0A74023A45}"/>
          </ac:spMkLst>
        </pc:spChg>
        <pc:spChg chg="mod">
          <ac:chgData name="park sehun" userId="a5dd5dda71ea150a" providerId="LiveId" clId="{3018E72C-3290-4B25-95AF-B795534F7606}" dt="2020-09-28T00:54:37.248" v="1905" actId="1036"/>
          <ac:spMkLst>
            <pc:docMk/>
            <pc:sldMk cId="2726764776" sldId="1217"/>
            <ac:spMk id="65" creationId="{53F129E3-6D7B-48BB-9761-A6DEE22347C5}"/>
          </ac:spMkLst>
        </pc:spChg>
        <pc:spChg chg="mod">
          <ac:chgData name="park sehun" userId="a5dd5dda71ea150a" providerId="LiveId" clId="{3018E72C-3290-4B25-95AF-B795534F7606}" dt="2020-09-28T00:51:49.210" v="1643" actId="20577"/>
          <ac:spMkLst>
            <pc:docMk/>
            <pc:sldMk cId="2726764776" sldId="1217"/>
            <ac:spMk id="66" creationId="{186D568E-3C76-4B43-8ACD-7EFA2134FAAA}"/>
          </ac:spMkLst>
        </pc:spChg>
        <pc:spChg chg="mod">
          <ac:chgData name="park sehun" userId="a5dd5dda71ea150a" providerId="LiveId" clId="{3018E72C-3290-4B25-95AF-B795534F7606}" dt="2020-09-28T00:57:47.454" v="2299" actId="20577"/>
          <ac:spMkLst>
            <pc:docMk/>
            <pc:sldMk cId="2726764776" sldId="1217"/>
            <ac:spMk id="62466" creationId="{00000000-0000-0000-0000-000000000000}"/>
          </ac:spMkLst>
        </pc:spChg>
        <pc:cxnChg chg="del">
          <ac:chgData name="park sehun" userId="a5dd5dda71ea150a" providerId="LiveId" clId="{3018E72C-3290-4B25-95AF-B795534F7606}" dt="2020-09-28T00:49:09.599" v="1587" actId="478"/>
          <ac:cxnSpMkLst>
            <pc:docMk/>
            <pc:sldMk cId="2726764776" sldId="1217"/>
            <ac:cxnSpMk id="29" creationId="{3248D253-C581-4B50-8CA1-167B5DEE2C4C}"/>
          </ac:cxnSpMkLst>
        </pc:cxnChg>
        <pc:cxnChg chg="mod">
          <ac:chgData name="park sehun" userId="a5dd5dda71ea150a" providerId="LiveId" clId="{3018E72C-3290-4B25-95AF-B795534F7606}" dt="2020-09-28T00:49:23.770" v="1596" actId="1038"/>
          <ac:cxnSpMkLst>
            <pc:docMk/>
            <pc:sldMk cId="2726764776" sldId="1217"/>
            <ac:cxnSpMk id="64" creationId="{5270DB07-824E-40A1-BADC-DE6D19836E63}"/>
          </ac:cxnSpMkLst>
        </pc:cxnChg>
      </pc:sldChg>
      <pc:sldChg chg="modSp add mod">
        <pc:chgData name="park sehun" userId="a5dd5dda71ea150a" providerId="LiveId" clId="{3018E72C-3290-4B25-95AF-B795534F7606}" dt="2020-09-28T01:46:01.452" v="3444" actId="207"/>
        <pc:sldMkLst>
          <pc:docMk/>
          <pc:sldMk cId="3619238957" sldId="1218"/>
        </pc:sldMkLst>
        <pc:spChg chg="mod">
          <ac:chgData name="park sehun" userId="a5dd5dda71ea150a" providerId="LiveId" clId="{3018E72C-3290-4B25-95AF-B795534F7606}" dt="2020-09-28T01:45:48.479" v="3442" actId="207"/>
          <ac:spMkLst>
            <pc:docMk/>
            <pc:sldMk cId="3619238957" sldId="1218"/>
            <ac:spMk id="4" creationId="{9DA76C4A-1B38-4C07-A24B-3F7114B667CD}"/>
          </ac:spMkLst>
        </pc:spChg>
        <pc:spChg chg="mod">
          <ac:chgData name="park sehun" userId="a5dd5dda71ea150a" providerId="LiveId" clId="{3018E72C-3290-4B25-95AF-B795534F7606}" dt="2020-09-28T01:46:01.452" v="3444" actId="207"/>
          <ac:spMkLst>
            <pc:docMk/>
            <pc:sldMk cId="3619238957" sldId="1218"/>
            <ac:spMk id="25" creationId="{A21B9AC8-B3EC-443E-BCAD-5336DC8136FA}"/>
          </ac:spMkLst>
        </pc:spChg>
        <pc:spChg chg="mod">
          <ac:chgData name="park sehun" userId="a5dd5dda71ea150a" providerId="LiveId" clId="{3018E72C-3290-4B25-95AF-B795534F7606}" dt="2020-09-28T01:14:21.776" v="2931" actId="20577"/>
          <ac:spMkLst>
            <pc:docMk/>
            <pc:sldMk cId="3619238957" sldId="1218"/>
            <ac:spMk id="54" creationId="{C29D6112-022A-4BE0-B087-9B0A74023A45}"/>
          </ac:spMkLst>
        </pc:spChg>
        <pc:spChg chg="mod">
          <ac:chgData name="park sehun" userId="a5dd5dda71ea150a" providerId="LiveId" clId="{3018E72C-3290-4B25-95AF-B795534F7606}" dt="2020-09-28T01:04:02.285" v="2807" actId="20577"/>
          <ac:spMkLst>
            <pc:docMk/>
            <pc:sldMk cId="3619238957" sldId="1218"/>
            <ac:spMk id="65" creationId="{53F129E3-6D7B-48BB-9761-A6DEE22347C5}"/>
          </ac:spMkLst>
        </pc:spChg>
        <pc:spChg chg="mod">
          <ac:chgData name="park sehun" userId="a5dd5dda71ea150a" providerId="LiveId" clId="{3018E72C-3290-4B25-95AF-B795534F7606}" dt="2020-09-28T01:04:19.141" v="2825" actId="1038"/>
          <ac:spMkLst>
            <pc:docMk/>
            <pc:sldMk cId="3619238957" sldId="1218"/>
            <ac:spMk id="66" creationId="{186D568E-3C76-4B43-8ACD-7EFA2134FAAA}"/>
          </ac:spMkLst>
        </pc:spChg>
        <pc:spChg chg="mod">
          <ac:chgData name="park sehun" userId="a5dd5dda71ea150a" providerId="LiveId" clId="{3018E72C-3290-4B25-95AF-B795534F7606}" dt="2020-09-28T00:58:43.638" v="2345" actId="20577"/>
          <ac:spMkLst>
            <pc:docMk/>
            <pc:sldMk cId="3619238957" sldId="1218"/>
            <ac:spMk id="62466" creationId="{00000000-0000-0000-0000-000000000000}"/>
          </ac:spMkLst>
        </pc:spChg>
        <pc:cxnChg chg="mod">
          <ac:chgData name="park sehun" userId="a5dd5dda71ea150a" providerId="LiveId" clId="{3018E72C-3290-4B25-95AF-B795534F7606}" dt="2020-09-28T01:03:19.206" v="2780" actId="1036"/>
          <ac:cxnSpMkLst>
            <pc:docMk/>
            <pc:sldMk cId="3619238957" sldId="1218"/>
            <ac:cxnSpMk id="16" creationId="{6F9B0103-0B6F-464E-A331-2D9AE93B5EC2}"/>
          </ac:cxnSpMkLst>
        </pc:cxnChg>
      </pc:sldChg>
      <pc:sldChg chg="addSp delSp modSp add mod">
        <pc:chgData name="park sehun" userId="a5dd5dda71ea150a" providerId="LiveId" clId="{3018E72C-3290-4B25-95AF-B795534F7606}" dt="2020-09-28T01:56:23.822" v="3952" actId="20577"/>
        <pc:sldMkLst>
          <pc:docMk/>
          <pc:sldMk cId="325000295" sldId="1219"/>
        </pc:sldMkLst>
        <pc:spChg chg="add mod">
          <ac:chgData name="park sehun" userId="a5dd5dda71ea150a" providerId="LiveId" clId="{3018E72C-3290-4B25-95AF-B795534F7606}" dt="2020-09-28T01:53:07.789" v="3564" actId="1035"/>
          <ac:spMkLst>
            <pc:docMk/>
            <pc:sldMk cId="325000295" sldId="1219"/>
            <ac:spMk id="2" creationId="{F6FDC3B7-B477-4040-A8F7-D9E344911E61}"/>
          </ac:spMkLst>
        </pc:spChg>
        <pc:spChg chg="mod">
          <ac:chgData name="park sehun" userId="a5dd5dda71ea150a" providerId="LiveId" clId="{3018E72C-3290-4B25-95AF-B795534F7606}" dt="2020-09-28T01:55:57.551" v="3941"/>
          <ac:spMkLst>
            <pc:docMk/>
            <pc:sldMk cId="325000295" sldId="1219"/>
            <ac:spMk id="4" creationId="{9DA76C4A-1B38-4C07-A24B-3F7114B667CD}"/>
          </ac:spMkLst>
        </pc:spChg>
        <pc:spChg chg="del">
          <ac:chgData name="park sehun" userId="a5dd5dda71ea150a" providerId="LiveId" clId="{3018E72C-3290-4B25-95AF-B795534F7606}" dt="2020-09-28T01:17:16.071" v="3218" actId="478"/>
          <ac:spMkLst>
            <pc:docMk/>
            <pc:sldMk cId="325000295" sldId="1219"/>
            <ac:spMk id="25" creationId="{A21B9AC8-B3EC-443E-BCAD-5336DC8136FA}"/>
          </ac:spMkLst>
        </pc:spChg>
        <pc:spChg chg="mod">
          <ac:chgData name="park sehun" userId="a5dd5dda71ea150a" providerId="LiveId" clId="{3018E72C-3290-4B25-95AF-B795534F7606}" dt="2020-09-28T01:52:08.912" v="3552" actId="20577"/>
          <ac:spMkLst>
            <pc:docMk/>
            <pc:sldMk cId="325000295" sldId="1219"/>
            <ac:spMk id="54" creationId="{C29D6112-022A-4BE0-B087-9B0A74023A45}"/>
          </ac:spMkLst>
        </pc:spChg>
        <pc:spChg chg="del">
          <ac:chgData name="park sehun" userId="a5dd5dda71ea150a" providerId="LiveId" clId="{3018E72C-3290-4B25-95AF-B795534F7606}" dt="2020-09-28T01:17:06.372" v="3208" actId="478"/>
          <ac:spMkLst>
            <pc:docMk/>
            <pc:sldMk cId="325000295" sldId="1219"/>
            <ac:spMk id="65" creationId="{53F129E3-6D7B-48BB-9761-A6DEE22347C5}"/>
          </ac:spMkLst>
        </pc:spChg>
        <pc:spChg chg="del">
          <ac:chgData name="park sehun" userId="a5dd5dda71ea150a" providerId="LiveId" clId="{3018E72C-3290-4B25-95AF-B795534F7606}" dt="2020-09-28T01:17:03.500" v="3207" actId="478"/>
          <ac:spMkLst>
            <pc:docMk/>
            <pc:sldMk cId="325000295" sldId="1219"/>
            <ac:spMk id="66" creationId="{186D568E-3C76-4B43-8ACD-7EFA2134FAAA}"/>
          </ac:spMkLst>
        </pc:spChg>
        <pc:spChg chg="mod">
          <ac:chgData name="park sehun" userId="a5dd5dda71ea150a" providerId="LiveId" clId="{3018E72C-3290-4B25-95AF-B795534F7606}" dt="2020-09-28T01:56:23.822" v="3952" actId="20577"/>
          <ac:spMkLst>
            <pc:docMk/>
            <pc:sldMk cId="325000295" sldId="1219"/>
            <ac:spMk id="62466" creationId="{00000000-0000-0000-0000-000000000000}"/>
          </ac:spMkLst>
        </pc:spChg>
        <pc:cxnChg chg="mod">
          <ac:chgData name="park sehun" userId="a5dd5dda71ea150a" providerId="LiveId" clId="{3018E72C-3290-4B25-95AF-B795534F7606}" dt="2020-09-28T01:17:09.726" v="3216" actId="1035"/>
          <ac:cxnSpMkLst>
            <pc:docMk/>
            <pc:sldMk cId="325000295" sldId="1219"/>
            <ac:cxnSpMk id="16" creationId="{6F9B0103-0B6F-464E-A331-2D9AE93B5EC2}"/>
          </ac:cxnSpMkLst>
        </pc:cxnChg>
        <pc:cxnChg chg="del">
          <ac:chgData name="park sehun" userId="a5dd5dda71ea150a" providerId="LiveId" clId="{3018E72C-3290-4B25-95AF-B795534F7606}" dt="2020-09-28T01:17:12.774" v="3217" actId="478"/>
          <ac:cxnSpMkLst>
            <pc:docMk/>
            <pc:sldMk cId="325000295" sldId="1219"/>
            <ac:cxnSpMk id="64" creationId="{5270DB07-824E-40A1-BADC-DE6D19836E63}"/>
          </ac:cxnSpMkLst>
        </pc:cxnChg>
      </pc:sldChg>
      <pc:sldChg chg="addSp modSp add mod">
        <pc:chgData name="park sehun" userId="a5dd5dda71ea150a" providerId="LiveId" clId="{3018E72C-3290-4B25-95AF-B795534F7606}" dt="2020-09-28T01:58:55.618" v="4325" actId="14100"/>
        <pc:sldMkLst>
          <pc:docMk/>
          <pc:sldMk cId="1732942052" sldId="1220"/>
        </pc:sldMkLst>
        <pc:spChg chg="add mod">
          <ac:chgData name="park sehun" userId="a5dd5dda71ea150a" providerId="LiveId" clId="{3018E72C-3290-4B25-95AF-B795534F7606}" dt="2020-09-28T01:57:37.116" v="4141" actId="1037"/>
          <ac:spMkLst>
            <pc:docMk/>
            <pc:sldMk cId="1732942052" sldId="1220"/>
            <ac:spMk id="3" creationId="{B014962A-5F9C-432C-BA8E-49F3133D00EC}"/>
          </ac:spMkLst>
        </pc:spChg>
        <pc:spChg chg="mod">
          <ac:chgData name="park sehun" userId="a5dd5dda71ea150a" providerId="LiveId" clId="{3018E72C-3290-4B25-95AF-B795534F7606}" dt="2020-09-28T01:58:51.450" v="4324" actId="20577"/>
          <ac:spMkLst>
            <pc:docMk/>
            <pc:sldMk cId="1732942052" sldId="1220"/>
            <ac:spMk id="4" creationId="{9DA76C4A-1B38-4C07-A24B-3F7114B667CD}"/>
          </ac:spMkLst>
        </pc:spChg>
        <pc:spChg chg="add mod">
          <ac:chgData name="park sehun" userId="a5dd5dda71ea150a" providerId="LiveId" clId="{3018E72C-3290-4B25-95AF-B795534F7606}" dt="2020-09-28T01:57:45.881" v="4157" actId="14100"/>
          <ac:spMkLst>
            <pc:docMk/>
            <pc:sldMk cId="1732942052" sldId="1220"/>
            <ac:spMk id="5" creationId="{2DAA721A-2107-4557-A12E-EC222C52F45F}"/>
          </ac:spMkLst>
        </pc:spChg>
        <pc:spChg chg="add mod">
          <ac:chgData name="park sehun" userId="a5dd5dda71ea150a" providerId="LiveId" clId="{3018E72C-3290-4B25-95AF-B795534F7606}" dt="2020-09-28T01:57:55.778" v="4175" actId="1037"/>
          <ac:spMkLst>
            <pc:docMk/>
            <pc:sldMk cId="1732942052" sldId="1220"/>
            <ac:spMk id="6" creationId="{962DB1EA-6123-420A-88E0-C216018F158E}"/>
          </ac:spMkLst>
        </pc:spChg>
        <pc:spChg chg="add mod">
          <ac:chgData name="park sehun" userId="a5dd5dda71ea150a" providerId="LiveId" clId="{3018E72C-3290-4B25-95AF-B795534F7606}" dt="2020-09-28T01:58:55.618" v="4325" actId="14100"/>
          <ac:spMkLst>
            <pc:docMk/>
            <pc:sldMk cId="1732942052" sldId="1220"/>
            <ac:spMk id="8" creationId="{89194ED6-347F-48E4-B243-9DCDBFF8CC1C}"/>
          </ac:spMkLst>
        </pc:spChg>
        <pc:spChg chg="mod">
          <ac:chgData name="park sehun" userId="a5dd5dda71ea150a" providerId="LiveId" clId="{3018E72C-3290-4B25-95AF-B795534F7606}" dt="2020-09-28T01:58:43.943" v="4322" actId="20577"/>
          <ac:spMkLst>
            <pc:docMk/>
            <pc:sldMk cId="1732942052" sldId="1220"/>
            <ac:spMk id="54" creationId="{C29D6112-022A-4BE0-B087-9B0A74023A45}"/>
          </ac:spMkLst>
        </pc:spChg>
        <pc:spChg chg="mod">
          <ac:chgData name="park sehun" userId="a5dd5dda71ea150a" providerId="LiveId" clId="{3018E72C-3290-4B25-95AF-B795534F7606}" dt="2020-09-28T01:56:32.422" v="3964" actId="20577"/>
          <ac:spMkLst>
            <pc:docMk/>
            <pc:sldMk cId="1732942052" sldId="1220"/>
            <ac:spMk id="62466" creationId="{00000000-0000-0000-0000-000000000000}"/>
          </ac:spMkLst>
        </pc:spChg>
      </pc:sldChg>
      <pc:sldChg chg="add del">
        <pc:chgData name="park sehun" userId="a5dd5dda71ea150a" providerId="LiveId" clId="{3018E72C-3290-4B25-95AF-B795534F7606}" dt="2020-09-28T01:52:43.220" v="3554" actId="47"/>
        <pc:sldMkLst>
          <pc:docMk/>
          <pc:sldMk cId="3995216018" sldId="1220"/>
        </pc:sldMkLst>
      </pc:sldChg>
      <pc:sldChg chg="addSp delSp modSp add mod">
        <pc:chgData name="park sehun" userId="a5dd5dda71ea150a" providerId="LiveId" clId="{3018E72C-3290-4B25-95AF-B795534F7606}" dt="2020-09-28T02:14:31.964" v="4769" actId="20577"/>
        <pc:sldMkLst>
          <pc:docMk/>
          <pc:sldMk cId="370866898" sldId="1221"/>
        </pc:sldMkLst>
        <pc:spChg chg="del">
          <ac:chgData name="park sehun" userId="a5dd5dda71ea150a" providerId="LiveId" clId="{3018E72C-3290-4B25-95AF-B795534F7606}" dt="2020-09-28T02:00:22.521" v="4535" actId="478"/>
          <ac:spMkLst>
            <pc:docMk/>
            <pc:sldMk cId="370866898" sldId="1221"/>
            <ac:spMk id="2" creationId="{F6FDC3B7-B477-4040-A8F7-D9E344911E61}"/>
          </ac:spMkLst>
        </pc:spChg>
        <pc:spChg chg="del">
          <ac:chgData name="park sehun" userId="a5dd5dda71ea150a" providerId="LiveId" clId="{3018E72C-3290-4B25-95AF-B795534F7606}" dt="2020-09-28T02:00:22.521" v="4535" actId="478"/>
          <ac:spMkLst>
            <pc:docMk/>
            <pc:sldMk cId="370866898" sldId="1221"/>
            <ac:spMk id="3" creationId="{B014962A-5F9C-432C-BA8E-49F3133D00EC}"/>
          </ac:spMkLst>
        </pc:spChg>
        <pc:spChg chg="del">
          <ac:chgData name="park sehun" userId="a5dd5dda71ea150a" providerId="LiveId" clId="{3018E72C-3290-4B25-95AF-B795534F7606}" dt="2020-09-28T02:00:17.341" v="4534" actId="478"/>
          <ac:spMkLst>
            <pc:docMk/>
            <pc:sldMk cId="370866898" sldId="1221"/>
            <ac:spMk id="4" creationId="{9DA76C4A-1B38-4C07-A24B-3F7114B667CD}"/>
          </ac:spMkLst>
        </pc:spChg>
        <pc:spChg chg="del">
          <ac:chgData name="park sehun" userId="a5dd5dda71ea150a" providerId="LiveId" clId="{3018E72C-3290-4B25-95AF-B795534F7606}" dt="2020-09-28T02:00:22.521" v="4535" actId="478"/>
          <ac:spMkLst>
            <pc:docMk/>
            <pc:sldMk cId="370866898" sldId="1221"/>
            <ac:spMk id="5" creationId="{2DAA721A-2107-4557-A12E-EC222C52F45F}"/>
          </ac:spMkLst>
        </pc:spChg>
        <pc:spChg chg="del">
          <ac:chgData name="park sehun" userId="a5dd5dda71ea150a" providerId="LiveId" clId="{3018E72C-3290-4B25-95AF-B795534F7606}" dt="2020-09-28T02:00:22.521" v="4535" actId="478"/>
          <ac:spMkLst>
            <pc:docMk/>
            <pc:sldMk cId="370866898" sldId="1221"/>
            <ac:spMk id="6" creationId="{962DB1EA-6123-420A-88E0-C216018F158E}"/>
          </ac:spMkLst>
        </pc:spChg>
        <pc:spChg chg="add del mod">
          <ac:chgData name="park sehun" userId="a5dd5dda71ea150a" providerId="LiveId" clId="{3018E72C-3290-4B25-95AF-B795534F7606}" dt="2020-09-28T02:00:33.779" v="4536" actId="478"/>
          <ac:spMkLst>
            <pc:docMk/>
            <pc:sldMk cId="370866898" sldId="1221"/>
            <ac:spMk id="7" creationId="{A8C5B94A-1626-46AB-A727-7F7A42EE9CAB}"/>
          </ac:spMkLst>
        </pc:spChg>
        <pc:spChg chg="del">
          <ac:chgData name="park sehun" userId="a5dd5dda71ea150a" providerId="LiveId" clId="{3018E72C-3290-4B25-95AF-B795534F7606}" dt="2020-09-28T02:00:22.521" v="4535" actId="478"/>
          <ac:spMkLst>
            <pc:docMk/>
            <pc:sldMk cId="370866898" sldId="1221"/>
            <ac:spMk id="8" creationId="{89194ED6-347F-48E4-B243-9DCDBFF8CC1C}"/>
          </ac:spMkLst>
        </pc:spChg>
        <pc:spChg chg="add mod">
          <ac:chgData name="park sehun" userId="a5dd5dda71ea150a" providerId="LiveId" clId="{3018E72C-3290-4B25-95AF-B795534F7606}" dt="2020-09-28T02:12:53.764" v="4575" actId="207"/>
          <ac:spMkLst>
            <pc:docMk/>
            <pc:sldMk cId="370866898" sldId="1221"/>
            <ac:spMk id="12" creationId="{59CF5A9C-E02B-4AE4-9E7C-B5718066A1D7}"/>
          </ac:spMkLst>
        </pc:spChg>
        <pc:spChg chg="add mod">
          <ac:chgData name="park sehun" userId="a5dd5dda71ea150a" providerId="LiveId" clId="{3018E72C-3290-4B25-95AF-B795534F7606}" dt="2020-09-28T02:00:45.610" v="4537"/>
          <ac:spMkLst>
            <pc:docMk/>
            <pc:sldMk cId="370866898" sldId="1221"/>
            <ac:spMk id="15" creationId="{E2757301-39C5-4A8A-8FF0-DCC4D7F796EC}"/>
          </ac:spMkLst>
        </pc:spChg>
        <pc:spChg chg="add mod">
          <ac:chgData name="park sehun" userId="a5dd5dda71ea150a" providerId="LiveId" clId="{3018E72C-3290-4B25-95AF-B795534F7606}" dt="2020-09-28T02:00:45.610" v="4537"/>
          <ac:spMkLst>
            <pc:docMk/>
            <pc:sldMk cId="370866898" sldId="1221"/>
            <ac:spMk id="17" creationId="{B6E92EB1-102B-43F9-95D8-5222534DEFE8}"/>
          </ac:spMkLst>
        </pc:spChg>
        <pc:spChg chg="add mod">
          <ac:chgData name="park sehun" userId="a5dd5dda71ea150a" providerId="LiveId" clId="{3018E72C-3290-4B25-95AF-B795534F7606}" dt="2020-09-28T02:13:44.198" v="4600" actId="20577"/>
          <ac:spMkLst>
            <pc:docMk/>
            <pc:sldMk cId="370866898" sldId="1221"/>
            <ac:spMk id="18" creationId="{FA0CD2D1-10B4-43F5-B50E-C73487FD3125}"/>
          </ac:spMkLst>
        </pc:spChg>
        <pc:spChg chg="add mod">
          <ac:chgData name="park sehun" userId="a5dd5dda71ea150a" providerId="LiveId" clId="{3018E72C-3290-4B25-95AF-B795534F7606}" dt="2020-09-28T02:12:57.701" v="4576" actId="207"/>
          <ac:spMkLst>
            <pc:docMk/>
            <pc:sldMk cId="370866898" sldId="1221"/>
            <ac:spMk id="19" creationId="{983F15FA-EB2F-483D-8694-403E51BA636C}"/>
          </ac:spMkLst>
        </pc:spChg>
        <pc:spChg chg="add mod">
          <ac:chgData name="park sehun" userId="a5dd5dda71ea150a" providerId="LiveId" clId="{3018E72C-3290-4B25-95AF-B795534F7606}" dt="2020-09-28T02:13:40.322" v="4597" actId="5793"/>
          <ac:spMkLst>
            <pc:docMk/>
            <pc:sldMk cId="370866898" sldId="1221"/>
            <ac:spMk id="21" creationId="{D8A56259-A980-46C5-9FEB-2E32DC088072}"/>
          </ac:spMkLst>
        </pc:spChg>
        <pc:spChg chg="mod">
          <ac:chgData name="park sehun" userId="a5dd5dda71ea150a" providerId="LiveId" clId="{3018E72C-3290-4B25-95AF-B795534F7606}" dt="2020-09-28T02:14:31.964" v="4769" actId="20577"/>
          <ac:spMkLst>
            <pc:docMk/>
            <pc:sldMk cId="370866898" sldId="1221"/>
            <ac:spMk id="54" creationId="{C29D6112-022A-4BE0-B087-9B0A74023A45}"/>
          </ac:spMkLst>
        </pc:spChg>
        <pc:spChg chg="mod">
          <ac:chgData name="park sehun" userId="a5dd5dda71ea150a" providerId="LiveId" clId="{3018E72C-3290-4B25-95AF-B795534F7606}" dt="2020-09-28T01:59:23.374" v="4353" actId="20577"/>
          <ac:spMkLst>
            <pc:docMk/>
            <pc:sldMk cId="370866898" sldId="1221"/>
            <ac:spMk id="62466" creationId="{00000000-0000-0000-0000-000000000000}"/>
          </ac:spMkLst>
        </pc:spChg>
        <pc:cxnChg chg="add mod">
          <ac:chgData name="park sehun" userId="a5dd5dda71ea150a" providerId="LiveId" clId="{3018E72C-3290-4B25-95AF-B795534F7606}" dt="2020-09-28T02:00:45.610" v="4537"/>
          <ac:cxnSpMkLst>
            <pc:docMk/>
            <pc:sldMk cId="370866898" sldId="1221"/>
            <ac:cxnSpMk id="13" creationId="{422DF115-F48E-4143-BEAF-E1AD82D96A1E}"/>
          </ac:cxnSpMkLst>
        </pc:cxnChg>
        <pc:cxnChg chg="add mod">
          <ac:chgData name="park sehun" userId="a5dd5dda71ea150a" providerId="LiveId" clId="{3018E72C-3290-4B25-95AF-B795534F7606}" dt="2020-09-28T02:09:31.064" v="4539" actId="1076"/>
          <ac:cxnSpMkLst>
            <pc:docMk/>
            <pc:sldMk cId="370866898" sldId="1221"/>
            <ac:cxnSpMk id="14" creationId="{A48C884D-659A-4755-9A67-A9165C5A997E}"/>
          </ac:cxnSpMkLst>
        </pc:cxnChg>
        <pc:cxnChg chg="del">
          <ac:chgData name="park sehun" userId="a5dd5dda71ea150a" providerId="LiveId" clId="{3018E72C-3290-4B25-95AF-B795534F7606}" dt="2020-09-28T02:00:50.723" v="4538" actId="478"/>
          <ac:cxnSpMkLst>
            <pc:docMk/>
            <pc:sldMk cId="370866898" sldId="1221"/>
            <ac:cxnSpMk id="16" creationId="{6F9B0103-0B6F-464E-A331-2D9AE93B5EC2}"/>
          </ac:cxnSpMkLst>
        </pc:cxnChg>
        <pc:cxnChg chg="add mod">
          <ac:chgData name="park sehun" userId="a5dd5dda71ea150a" providerId="LiveId" clId="{3018E72C-3290-4B25-95AF-B795534F7606}" dt="2020-09-28T02:09:51.999" v="4546" actId="1076"/>
          <ac:cxnSpMkLst>
            <pc:docMk/>
            <pc:sldMk cId="370866898" sldId="1221"/>
            <ac:cxnSpMk id="20" creationId="{7A2490D8-712D-426D-A9BC-1CF42396F2C5}"/>
          </ac:cxnSpMkLst>
        </pc:cxnChg>
      </pc:sldChg>
      <pc:sldChg chg="addSp delSp modSp add mod">
        <pc:chgData name="park sehun" userId="a5dd5dda71ea150a" providerId="LiveId" clId="{3018E72C-3290-4B25-95AF-B795534F7606}" dt="2020-09-28T02:46:25.511" v="6218" actId="478"/>
        <pc:sldMkLst>
          <pc:docMk/>
          <pc:sldMk cId="2467948792" sldId="1222"/>
        </pc:sldMkLst>
        <pc:spChg chg="add del mod">
          <ac:chgData name="park sehun" userId="a5dd5dda71ea150a" providerId="LiveId" clId="{3018E72C-3290-4B25-95AF-B795534F7606}" dt="2020-09-28T02:26:02.353" v="4789" actId="478"/>
          <ac:spMkLst>
            <pc:docMk/>
            <pc:sldMk cId="2467948792" sldId="1222"/>
            <ac:spMk id="2" creationId="{45B344C5-8BAB-4291-AA30-0C41CE9E92FB}"/>
          </ac:spMkLst>
        </pc:spChg>
        <pc:spChg chg="add mod">
          <ac:chgData name="park sehun" userId="a5dd5dda71ea150a" providerId="LiveId" clId="{3018E72C-3290-4B25-95AF-B795534F7606}" dt="2020-09-28T02:43:30.007" v="6033" actId="255"/>
          <ac:spMkLst>
            <pc:docMk/>
            <pc:sldMk cId="2467948792" sldId="1222"/>
            <ac:spMk id="4" creationId="{BE1F60E8-1958-4158-B6B7-71D95B6CDC3E}"/>
          </ac:spMkLst>
        </pc:spChg>
        <pc:spChg chg="add del mod">
          <ac:chgData name="park sehun" userId="a5dd5dda71ea150a" providerId="LiveId" clId="{3018E72C-3290-4B25-95AF-B795534F7606}" dt="2020-09-28T02:46:25.511" v="6218" actId="478"/>
          <ac:spMkLst>
            <pc:docMk/>
            <pc:sldMk cId="2467948792" sldId="1222"/>
            <ac:spMk id="5" creationId="{B345C982-7CA4-40BA-BFD3-244EDA61EC4A}"/>
          </ac:spMkLst>
        </pc:spChg>
        <pc:spChg chg="del">
          <ac:chgData name="park sehun" userId="a5dd5dda71ea150a" providerId="LiveId" clId="{3018E72C-3290-4B25-95AF-B795534F7606}" dt="2020-09-28T02:25:58.996" v="4788" actId="478"/>
          <ac:spMkLst>
            <pc:docMk/>
            <pc:sldMk cId="2467948792" sldId="1222"/>
            <ac:spMk id="12" creationId="{59CF5A9C-E02B-4AE4-9E7C-B5718066A1D7}"/>
          </ac:spMkLst>
        </pc:spChg>
        <pc:spChg chg="del">
          <ac:chgData name="park sehun" userId="a5dd5dda71ea150a" providerId="LiveId" clId="{3018E72C-3290-4B25-95AF-B795534F7606}" dt="2020-09-28T02:25:58.996" v="4788" actId="478"/>
          <ac:spMkLst>
            <pc:docMk/>
            <pc:sldMk cId="2467948792" sldId="1222"/>
            <ac:spMk id="15" creationId="{E2757301-39C5-4A8A-8FF0-DCC4D7F796EC}"/>
          </ac:spMkLst>
        </pc:spChg>
        <pc:spChg chg="del">
          <ac:chgData name="park sehun" userId="a5dd5dda71ea150a" providerId="LiveId" clId="{3018E72C-3290-4B25-95AF-B795534F7606}" dt="2020-09-28T02:25:58.996" v="4788" actId="478"/>
          <ac:spMkLst>
            <pc:docMk/>
            <pc:sldMk cId="2467948792" sldId="1222"/>
            <ac:spMk id="17" creationId="{B6E92EB1-102B-43F9-95D8-5222534DEFE8}"/>
          </ac:spMkLst>
        </pc:spChg>
        <pc:spChg chg="del">
          <ac:chgData name="park sehun" userId="a5dd5dda71ea150a" providerId="LiveId" clId="{3018E72C-3290-4B25-95AF-B795534F7606}" dt="2020-09-28T02:25:58.996" v="4788" actId="478"/>
          <ac:spMkLst>
            <pc:docMk/>
            <pc:sldMk cId="2467948792" sldId="1222"/>
            <ac:spMk id="18" creationId="{FA0CD2D1-10B4-43F5-B50E-C73487FD3125}"/>
          </ac:spMkLst>
        </pc:spChg>
        <pc:spChg chg="del">
          <ac:chgData name="park sehun" userId="a5dd5dda71ea150a" providerId="LiveId" clId="{3018E72C-3290-4B25-95AF-B795534F7606}" dt="2020-09-28T02:25:58.996" v="4788" actId="478"/>
          <ac:spMkLst>
            <pc:docMk/>
            <pc:sldMk cId="2467948792" sldId="1222"/>
            <ac:spMk id="19" creationId="{983F15FA-EB2F-483D-8694-403E51BA636C}"/>
          </ac:spMkLst>
        </pc:spChg>
        <pc:spChg chg="del">
          <ac:chgData name="park sehun" userId="a5dd5dda71ea150a" providerId="LiveId" clId="{3018E72C-3290-4B25-95AF-B795534F7606}" dt="2020-09-28T02:25:58.996" v="4788" actId="478"/>
          <ac:spMkLst>
            <pc:docMk/>
            <pc:sldMk cId="2467948792" sldId="1222"/>
            <ac:spMk id="21" creationId="{D8A56259-A980-46C5-9FEB-2E32DC088072}"/>
          </ac:spMkLst>
        </pc:spChg>
        <pc:spChg chg="del">
          <ac:chgData name="park sehun" userId="a5dd5dda71ea150a" providerId="LiveId" clId="{3018E72C-3290-4B25-95AF-B795534F7606}" dt="2020-09-28T02:15:38.445" v="4787" actId="478"/>
          <ac:spMkLst>
            <pc:docMk/>
            <pc:sldMk cId="2467948792" sldId="1222"/>
            <ac:spMk id="54" creationId="{C29D6112-022A-4BE0-B087-9B0A74023A45}"/>
          </ac:spMkLst>
        </pc:spChg>
        <pc:spChg chg="mod">
          <ac:chgData name="park sehun" userId="a5dd5dda71ea150a" providerId="LiveId" clId="{3018E72C-3290-4B25-95AF-B795534F7606}" dt="2020-09-28T02:14:56.397" v="4786" actId="20577"/>
          <ac:spMkLst>
            <pc:docMk/>
            <pc:sldMk cId="2467948792" sldId="1222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3018E72C-3290-4B25-95AF-B795534F7606}" dt="2020-09-28T02:26:35.332" v="4799" actId="1076"/>
          <ac:graphicFrameMkLst>
            <pc:docMk/>
            <pc:sldMk cId="2467948792" sldId="1222"/>
            <ac:graphicFrameMk id="3" creationId="{F8BED76B-E353-4672-B117-B424F2BDAB16}"/>
          </ac:graphicFrameMkLst>
        </pc:graphicFrameChg>
        <pc:cxnChg chg="del">
          <ac:chgData name="park sehun" userId="a5dd5dda71ea150a" providerId="LiveId" clId="{3018E72C-3290-4B25-95AF-B795534F7606}" dt="2020-09-28T02:25:58.996" v="4788" actId="478"/>
          <ac:cxnSpMkLst>
            <pc:docMk/>
            <pc:sldMk cId="2467948792" sldId="1222"/>
            <ac:cxnSpMk id="13" creationId="{422DF115-F48E-4143-BEAF-E1AD82D96A1E}"/>
          </ac:cxnSpMkLst>
        </pc:cxnChg>
        <pc:cxnChg chg="del">
          <ac:chgData name="park sehun" userId="a5dd5dda71ea150a" providerId="LiveId" clId="{3018E72C-3290-4B25-95AF-B795534F7606}" dt="2020-09-28T02:25:58.996" v="4788" actId="478"/>
          <ac:cxnSpMkLst>
            <pc:docMk/>
            <pc:sldMk cId="2467948792" sldId="1222"/>
            <ac:cxnSpMk id="14" creationId="{A48C884D-659A-4755-9A67-A9165C5A997E}"/>
          </ac:cxnSpMkLst>
        </pc:cxnChg>
        <pc:cxnChg chg="del">
          <ac:chgData name="park sehun" userId="a5dd5dda71ea150a" providerId="LiveId" clId="{3018E72C-3290-4B25-95AF-B795534F7606}" dt="2020-09-28T02:25:58.996" v="4788" actId="478"/>
          <ac:cxnSpMkLst>
            <pc:docMk/>
            <pc:sldMk cId="2467948792" sldId="1222"/>
            <ac:cxnSpMk id="20" creationId="{7A2490D8-712D-426D-A9BC-1CF42396F2C5}"/>
          </ac:cxnSpMkLst>
        </pc:cxnChg>
      </pc:sldChg>
      <pc:sldChg chg="addSp delSp modSp add mod">
        <pc:chgData name="park sehun" userId="a5dd5dda71ea150a" providerId="LiveId" clId="{3018E72C-3290-4B25-95AF-B795534F7606}" dt="2020-09-28T02:34:53.519" v="5899" actId="5793"/>
        <pc:sldMkLst>
          <pc:docMk/>
          <pc:sldMk cId="2907656809" sldId="1223"/>
        </pc:sldMkLst>
        <pc:spChg chg="add del">
          <ac:chgData name="park sehun" userId="a5dd5dda71ea150a" providerId="LiveId" clId="{3018E72C-3290-4B25-95AF-B795534F7606}" dt="2020-09-28T02:29:21.497" v="5181" actId="478"/>
          <ac:spMkLst>
            <pc:docMk/>
            <pc:sldMk cId="2907656809" sldId="1223"/>
            <ac:spMk id="2" creationId="{F6FDC3B7-B477-4040-A8F7-D9E344911E61}"/>
          </ac:spMkLst>
        </pc:spChg>
        <pc:spChg chg="add del mod">
          <ac:chgData name="park sehun" userId="a5dd5dda71ea150a" providerId="LiveId" clId="{3018E72C-3290-4B25-95AF-B795534F7606}" dt="2020-09-28T02:29:18.971" v="5180" actId="478"/>
          <ac:spMkLst>
            <pc:docMk/>
            <pc:sldMk cId="2907656809" sldId="1223"/>
            <ac:spMk id="3" creationId="{FC542618-1CAF-409D-84BC-19C902BF532C}"/>
          </ac:spMkLst>
        </pc:spChg>
        <pc:spChg chg="add del mod">
          <ac:chgData name="park sehun" userId="a5dd5dda71ea150a" providerId="LiveId" clId="{3018E72C-3290-4B25-95AF-B795534F7606}" dt="2020-09-28T02:34:53.519" v="5899" actId="5793"/>
          <ac:spMkLst>
            <pc:docMk/>
            <pc:sldMk cId="2907656809" sldId="1223"/>
            <ac:spMk id="4" creationId="{9DA76C4A-1B38-4C07-A24B-3F7114B667CD}"/>
          </ac:spMkLst>
        </pc:spChg>
        <pc:spChg chg="del">
          <ac:chgData name="park sehun" userId="a5dd5dda71ea150a" providerId="LiveId" clId="{3018E72C-3290-4B25-95AF-B795534F7606}" dt="2020-09-28T02:28:39.572" v="5107" actId="478"/>
          <ac:spMkLst>
            <pc:docMk/>
            <pc:sldMk cId="2907656809" sldId="1223"/>
            <ac:spMk id="54" creationId="{C29D6112-022A-4BE0-B087-9B0A74023A45}"/>
          </ac:spMkLst>
        </pc:spChg>
        <pc:spChg chg="mod">
          <ac:chgData name="park sehun" userId="a5dd5dda71ea150a" providerId="LiveId" clId="{3018E72C-3290-4B25-95AF-B795534F7606}" dt="2020-09-28T02:28:37.316" v="5106"/>
          <ac:spMkLst>
            <pc:docMk/>
            <pc:sldMk cId="2907656809" sldId="1223"/>
            <ac:spMk id="62466" creationId="{00000000-0000-0000-0000-000000000000}"/>
          </ac:spMkLst>
        </pc:spChg>
        <pc:cxnChg chg="del">
          <ac:chgData name="park sehun" userId="a5dd5dda71ea150a" providerId="LiveId" clId="{3018E72C-3290-4B25-95AF-B795534F7606}" dt="2020-09-28T02:28:42.111" v="5108" actId="478"/>
          <ac:cxnSpMkLst>
            <pc:docMk/>
            <pc:sldMk cId="2907656809" sldId="1223"/>
            <ac:cxnSpMk id="16" creationId="{6F9B0103-0B6F-464E-A331-2D9AE93B5EC2}"/>
          </ac:cxnSpMkLst>
        </pc:cxnChg>
      </pc:sldChg>
    </pc:docChg>
  </pc:docChgLst>
  <pc:docChgLst>
    <pc:chgData name="park sehun" userId="a5dd5dda71ea150a" providerId="LiveId" clId="{92A920BA-7E9F-46EB-B561-1CB4F1CD11E0}"/>
    <pc:docChg chg="undo custSel addSld delSld modSld sldOrd">
      <pc:chgData name="park sehun" userId="a5dd5dda71ea150a" providerId="LiveId" clId="{92A920BA-7E9F-46EB-B561-1CB4F1CD11E0}" dt="2023-03-13T08:52:39.896" v="3236" actId="20577"/>
      <pc:docMkLst>
        <pc:docMk/>
      </pc:docMkLst>
      <pc:sldChg chg="modSp mod">
        <pc:chgData name="park sehun" userId="a5dd5dda71ea150a" providerId="LiveId" clId="{92A920BA-7E9F-46EB-B561-1CB4F1CD11E0}" dt="2023-03-13T04:47:40.081" v="6"/>
        <pc:sldMkLst>
          <pc:docMk/>
          <pc:sldMk cId="0" sldId="487"/>
        </pc:sldMkLst>
        <pc:spChg chg="mod">
          <ac:chgData name="park sehun" userId="a5dd5dda71ea150a" providerId="LiveId" clId="{92A920BA-7E9F-46EB-B561-1CB4F1CD11E0}" dt="2023-03-13T04:47:40.081" v="6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92A920BA-7E9F-46EB-B561-1CB4F1CD11E0}" dt="2023-03-13T04:44:44.678" v="5" actId="20577"/>
          <ac:spMkLst>
            <pc:docMk/>
            <pc:sldMk cId="0" sldId="487"/>
            <ac:spMk id="8" creationId="{00000000-0000-0000-0000-000000000000}"/>
          </ac:spMkLst>
        </pc:spChg>
      </pc:sldChg>
      <pc:sldChg chg="addSp delSp modSp add mod">
        <pc:chgData name="park sehun" userId="a5dd5dda71ea150a" providerId="LiveId" clId="{92A920BA-7E9F-46EB-B561-1CB4F1CD11E0}" dt="2023-03-13T06:06:50.800" v="1599"/>
        <pc:sldMkLst>
          <pc:docMk/>
          <pc:sldMk cId="3177499770" sldId="1173"/>
        </pc:sldMkLst>
        <pc:spChg chg="mod">
          <ac:chgData name="park sehun" userId="a5dd5dda71ea150a" providerId="LiveId" clId="{92A920BA-7E9F-46EB-B561-1CB4F1CD11E0}" dt="2023-03-13T05:58:24.051" v="1380" actId="207"/>
          <ac:spMkLst>
            <pc:docMk/>
            <pc:sldMk cId="3177499770" sldId="1173"/>
            <ac:spMk id="4" creationId="{9DA76C4A-1B38-4C07-A24B-3F7114B667CD}"/>
          </ac:spMkLst>
        </pc:spChg>
        <pc:spChg chg="add mod">
          <ac:chgData name="park sehun" userId="a5dd5dda71ea150a" providerId="LiveId" clId="{92A920BA-7E9F-46EB-B561-1CB4F1CD11E0}" dt="2023-03-13T05:57:49.622" v="1368" actId="14100"/>
          <ac:spMkLst>
            <pc:docMk/>
            <pc:sldMk cId="3177499770" sldId="1173"/>
            <ac:spMk id="6" creationId="{6D868A67-45A1-222F-7695-9D11068E83D0}"/>
          </ac:spMkLst>
        </pc:spChg>
        <pc:spChg chg="mod">
          <ac:chgData name="park sehun" userId="a5dd5dda71ea150a" providerId="LiveId" clId="{92A920BA-7E9F-46EB-B561-1CB4F1CD11E0}" dt="2023-03-13T05:58:10.791" v="1378" actId="1037"/>
          <ac:spMkLst>
            <pc:docMk/>
            <pc:sldMk cId="3177499770" sldId="1173"/>
            <ac:spMk id="22" creationId="{C83CC86E-0173-4950-92D4-B8A74DB91D55}"/>
          </ac:spMkLst>
        </pc:spChg>
        <pc:spChg chg="mod">
          <ac:chgData name="park sehun" userId="a5dd5dda71ea150a" providerId="LiveId" clId="{92A920BA-7E9F-46EB-B561-1CB4F1CD11E0}" dt="2023-03-13T05:58:18.200" v="1379" actId="207"/>
          <ac:spMkLst>
            <pc:docMk/>
            <pc:sldMk cId="3177499770" sldId="1173"/>
            <ac:spMk id="23" creationId="{DD77A692-D4AB-46E1-AE91-8DA6AABA9E29}"/>
          </ac:spMkLst>
        </pc:spChg>
        <pc:spChg chg="del">
          <ac:chgData name="park sehun" userId="a5dd5dda71ea150a" providerId="LiveId" clId="{92A920BA-7E9F-46EB-B561-1CB4F1CD11E0}" dt="2023-03-13T05:53:44.227" v="1152" actId="478"/>
          <ac:spMkLst>
            <pc:docMk/>
            <pc:sldMk cId="3177499770" sldId="1173"/>
            <ac:spMk id="24" creationId="{34E37DDC-E7CE-444A-9445-686DDA6436EC}"/>
          </ac:spMkLst>
        </pc:spChg>
        <pc:spChg chg="del">
          <ac:chgData name="park sehun" userId="a5dd5dda71ea150a" providerId="LiveId" clId="{92A920BA-7E9F-46EB-B561-1CB4F1CD11E0}" dt="2023-03-13T05:53:05.497" v="1137" actId="478"/>
          <ac:spMkLst>
            <pc:docMk/>
            <pc:sldMk cId="3177499770" sldId="1173"/>
            <ac:spMk id="30" creationId="{479256D7-2A73-403B-B540-B2C0094C1976}"/>
          </ac:spMkLst>
        </pc:spChg>
        <pc:spChg chg="del">
          <ac:chgData name="park sehun" userId="a5dd5dda71ea150a" providerId="LiveId" clId="{92A920BA-7E9F-46EB-B561-1CB4F1CD11E0}" dt="2023-03-13T05:53:10.360" v="1138" actId="478"/>
          <ac:spMkLst>
            <pc:docMk/>
            <pc:sldMk cId="3177499770" sldId="1173"/>
            <ac:spMk id="35" creationId="{B4DC6303-7D8C-456A-A18C-BAE6EF58A092}"/>
          </ac:spMkLst>
        </pc:spChg>
        <pc:spChg chg="del">
          <ac:chgData name="park sehun" userId="a5dd5dda71ea150a" providerId="LiveId" clId="{92A920BA-7E9F-46EB-B561-1CB4F1CD11E0}" dt="2023-03-13T05:53:02.497" v="1136" actId="478"/>
          <ac:spMkLst>
            <pc:docMk/>
            <pc:sldMk cId="3177499770" sldId="1173"/>
            <ac:spMk id="36" creationId="{99609107-BBDE-4288-88B4-A5BB7D107BB4}"/>
          </ac:spMkLst>
        </pc:spChg>
        <pc:spChg chg="del">
          <ac:chgData name="park sehun" userId="a5dd5dda71ea150a" providerId="LiveId" clId="{92A920BA-7E9F-46EB-B561-1CB4F1CD11E0}" dt="2023-03-13T05:53:44.227" v="1152" actId="478"/>
          <ac:spMkLst>
            <pc:docMk/>
            <pc:sldMk cId="3177499770" sldId="1173"/>
            <ac:spMk id="41" creationId="{5D62D432-F1D3-417F-B793-EBD364B6E7F7}"/>
          </ac:spMkLst>
        </pc:spChg>
        <pc:spChg chg="del">
          <ac:chgData name="park sehun" userId="a5dd5dda71ea150a" providerId="LiveId" clId="{92A920BA-7E9F-46EB-B561-1CB4F1CD11E0}" dt="2023-03-13T05:52:07.520" v="1122" actId="478"/>
          <ac:spMkLst>
            <pc:docMk/>
            <pc:sldMk cId="3177499770" sldId="1173"/>
            <ac:spMk id="54" creationId="{C29D6112-022A-4BE0-B087-9B0A74023A45}"/>
          </ac:spMkLst>
        </pc:spChg>
        <pc:spChg chg="mod">
          <ac:chgData name="park sehun" userId="a5dd5dda71ea150a" providerId="LiveId" clId="{92A920BA-7E9F-46EB-B561-1CB4F1CD11E0}" dt="2023-03-13T05:55:08.121" v="1227" actId="1035"/>
          <ac:spMkLst>
            <pc:docMk/>
            <pc:sldMk cId="3177499770" sldId="1173"/>
            <ac:spMk id="65" creationId="{53F129E3-6D7B-48BB-9761-A6DEE22347C5}"/>
          </ac:spMkLst>
        </pc:spChg>
        <pc:spChg chg="mod">
          <ac:chgData name="park sehun" userId="a5dd5dda71ea150a" providerId="LiveId" clId="{92A920BA-7E9F-46EB-B561-1CB4F1CD11E0}" dt="2023-03-13T05:55:08.121" v="1227" actId="1035"/>
          <ac:spMkLst>
            <pc:docMk/>
            <pc:sldMk cId="3177499770" sldId="1173"/>
            <ac:spMk id="66" creationId="{186D568E-3C76-4B43-8ACD-7EFA2134FAAA}"/>
          </ac:spMkLst>
        </pc:spChg>
        <pc:spChg chg="mod">
          <ac:chgData name="park sehun" userId="a5dd5dda71ea150a" providerId="LiveId" clId="{92A920BA-7E9F-46EB-B561-1CB4F1CD11E0}" dt="2023-03-13T05:52:04.822" v="1121"/>
          <ac:spMkLst>
            <pc:docMk/>
            <pc:sldMk cId="3177499770" sldId="1173"/>
            <ac:spMk id="62466" creationId="{00000000-0000-0000-0000-000000000000}"/>
          </ac:spMkLst>
        </pc:spChg>
        <pc:graphicFrameChg chg="add mod">
          <ac:chgData name="park sehun" userId="a5dd5dda71ea150a" providerId="LiveId" clId="{92A920BA-7E9F-46EB-B561-1CB4F1CD11E0}" dt="2023-03-13T05:57:10.487" v="1323" actId="1036"/>
          <ac:graphicFrameMkLst>
            <pc:docMk/>
            <pc:sldMk cId="3177499770" sldId="1173"/>
            <ac:graphicFrameMk id="2" creationId="{1184DF26-4D58-A7F9-E631-1E04131D1BA2}"/>
          </ac:graphicFrameMkLst>
        </pc:graphicFrameChg>
        <pc:graphicFrameChg chg="add mod">
          <ac:chgData name="park sehun" userId="a5dd5dda71ea150a" providerId="LiveId" clId="{92A920BA-7E9F-46EB-B561-1CB4F1CD11E0}" dt="2023-03-13T05:57:10.487" v="1323" actId="1036"/>
          <ac:graphicFrameMkLst>
            <pc:docMk/>
            <pc:sldMk cId="3177499770" sldId="1173"/>
            <ac:graphicFrameMk id="3" creationId="{3B5D336A-4B36-7D9F-8E42-C3DD875A31D7}"/>
          </ac:graphicFrameMkLst>
        </pc:graphicFrameChg>
        <pc:graphicFrameChg chg="add del mod">
          <ac:chgData name="park sehun" userId="a5dd5dda71ea150a" providerId="LiveId" clId="{92A920BA-7E9F-46EB-B561-1CB4F1CD11E0}" dt="2023-03-13T06:06:50.800" v="1599"/>
          <ac:graphicFrameMkLst>
            <pc:docMk/>
            <pc:sldMk cId="3177499770" sldId="1173"/>
            <ac:graphicFrameMk id="7" creationId="{6D746CFC-3FD7-49A9-43D7-3E0F833BD87E}"/>
          </ac:graphicFrameMkLst>
        </pc:graphicFrameChg>
        <pc:graphicFrameChg chg="mod">
          <ac:chgData name="park sehun" userId="a5dd5dda71ea150a" providerId="LiveId" clId="{92A920BA-7E9F-46EB-B561-1CB4F1CD11E0}" dt="2023-03-13T05:57:14.278" v="1324" actId="1036"/>
          <ac:graphicFrameMkLst>
            <pc:docMk/>
            <pc:sldMk cId="3177499770" sldId="1173"/>
            <ac:graphicFrameMk id="26" creationId="{59729F81-55FF-4FB5-A251-F9BFED96304F}"/>
          </ac:graphicFrameMkLst>
        </pc:graphicFrameChg>
        <pc:graphicFrameChg chg="del">
          <ac:chgData name="park sehun" userId="a5dd5dda71ea150a" providerId="LiveId" clId="{92A920BA-7E9F-46EB-B561-1CB4F1CD11E0}" dt="2023-03-13T05:53:44.227" v="1152" actId="478"/>
          <ac:graphicFrameMkLst>
            <pc:docMk/>
            <pc:sldMk cId="3177499770" sldId="1173"/>
            <ac:graphicFrameMk id="27" creationId="{792D8461-A693-44F8-8216-4A15CA8FDD70}"/>
          </ac:graphicFrameMkLst>
        </pc:graphicFrameChg>
        <pc:graphicFrameChg chg="del">
          <ac:chgData name="park sehun" userId="a5dd5dda71ea150a" providerId="LiveId" clId="{92A920BA-7E9F-46EB-B561-1CB4F1CD11E0}" dt="2023-03-13T05:53:44.227" v="1152" actId="478"/>
          <ac:graphicFrameMkLst>
            <pc:docMk/>
            <pc:sldMk cId="3177499770" sldId="1173"/>
            <ac:graphicFrameMk id="31" creationId="{B2D8D481-5A70-47BC-8AE9-EF87C9FB6629}"/>
          </ac:graphicFrameMkLst>
        </pc:graphicFrameChg>
        <pc:graphicFrameChg chg="mod">
          <ac:chgData name="park sehun" userId="a5dd5dda71ea150a" providerId="LiveId" clId="{92A920BA-7E9F-46EB-B561-1CB4F1CD11E0}" dt="2023-03-13T05:55:08.121" v="1227" actId="1035"/>
          <ac:graphicFrameMkLst>
            <pc:docMk/>
            <pc:sldMk cId="3177499770" sldId="1173"/>
            <ac:graphicFrameMk id="38" creationId="{97683696-278D-4121-8A19-41B4351FCD2B}"/>
          </ac:graphicFrameMkLst>
        </pc:graphicFrameChg>
        <pc:graphicFrameChg chg="del">
          <ac:chgData name="park sehun" userId="a5dd5dda71ea150a" providerId="LiveId" clId="{92A920BA-7E9F-46EB-B561-1CB4F1CD11E0}" dt="2023-03-13T05:53:44.227" v="1152" actId="478"/>
          <ac:graphicFrameMkLst>
            <pc:docMk/>
            <pc:sldMk cId="3177499770" sldId="1173"/>
            <ac:graphicFrameMk id="40" creationId="{C508EC03-A307-4533-9EF3-1F88C5DAEE23}"/>
          </ac:graphicFrameMkLst>
        </pc:graphicFrameChg>
        <pc:graphicFrameChg chg="mod">
          <ac:chgData name="park sehun" userId="a5dd5dda71ea150a" providerId="LiveId" clId="{92A920BA-7E9F-46EB-B561-1CB4F1CD11E0}" dt="2023-03-13T05:55:08.121" v="1227" actId="1035"/>
          <ac:graphicFrameMkLst>
            <pc:docMk/>
            <pc:sldMk cId="3177499770" sldId="1173"/>
            <ac:graphicFrameMk id="43" creationId="{26D7176C-82C6-4913-B4FD-8B23D6547C54}"/>
          </ac:graphicFrameMkLst>
        </pc:graphicFrameChg>
        <pc:cxnChg chg="add mod">
          <ac:chgData name="park sehun" userId="a5dd5dda71ea150a" providerId="LiveId" clId="{92A920BA-7E9F-46EB-B561-1CB4F1CD11E0}" dt="2023-03-13T05:57:10.487" v="1323" actId="1036"/>
          <ac:cxnSpMkLst>
            <pc:docMk/>
            <pc:sldMk cId="3177499770" sldId="1173"/>
            <ac:cxnSpMk id="5" creationId="{E179DAA6-E116-161C-805A-B52554CD8A47}"/>
          </ac:cxnSpMkLst>
        </pc:cxnChg>
        <pc:cxnChg chg="del">
          <ac:chgData name="park sehun" userId="a5dd5dda71ea150a" providerId="LiveId" clId="{92A920BA-7E9F-46EB-B561-1CB4F1CD11E0}" dt="2023-03-13T05:52:14.655" v="1123" actId="478"/>
          <ac:cxnSpMkLst>
            <pc:docMk/>
            <pc:sldMk cId="3177499770" sldId="1173"/>
            <ac:cxnSpMk id="16" creationId="{6F9B0103-0B6F-464E-A331-2D9AE93B5EC2}"/>
          </ac:cxnSpMkLst>
        </pc:cxnChg>
        <pc:cxnChg chg="mod">
          <ac:chgData name="park sehun" userId="a5dd5dda71ea150a" providerId="LiveId" clId="{92A920BA-7E9F-46EB-B561-1CB4F1CD11E0}" dt="2023-03-13T05:55:08.121" v="1227" actId="1035"/>
          <ac:cxnSpMkLst>
            <pc:docMk/>
            <pc:sldMk cId="3177499770" sldId="1173"/>
            <ac:cxnSpMk id="55" creationId="{86D7916D-65EE-4C89-BB24-EB18BB7BD71B}"/>
          </ac:cxnSpMkLst>
        </pc:cxnChg>
        <pc:cxnChg chg="del">
          <ac:chgData name="park sehun" userId="a5dd5dda71ea150a" providerId="LiveId" clId="{92A920BA-7E9F-46EB-B561-1CB4F1CD11E0}" dt="2023-03-13T05:52:17.048" v="1124" actId="478"/>
          <ac:cxnSpMkLst>
            <pc:docMk/>
            <pc:sldMk cId="3177499770" sldId="1173"/>
            <ac:cxnSpMk id="64" creationId="{5270DB07-824E-40A1-BADC-DE6D19836E63}"/>
          </ac:cxnSpMkLst>
        </pc:cxnChg>
      </pc:sldChg>
      <pc:sldChg chg="addSp delSp modSp mod">
        <pc:chgData name="park sehun" userId="a5dd5dda71ea150a" providerId="LiveId" clId="{92A920BA-7E9F-46EB-B561-1CB4F1CD11E0}" dt="2023-03-13T05:15:49.283" v="532" actId="1036"/>
        <pc:sldMkLst>
          <pc:docMk/>
          <pc:sldMk cId="4221543637" sldId="1226"/>
        </pc:sldMkLst>
        <pc:spChg chg="add del mod">
          <ac:chgData name="park sehun" userId="a5dd5dda71ea150a" providerId="LiveId" clId="{92A920BA-7E9F-46EB-B561-1CB4F1CD11E0}" dt="2023-03-13T05:01:56.748" v="182" actId="478"/>
          <ac:spMkLst>
            <pc:docMk/>
            <pc:sldMk cId="4221543637" sldId="1226"/>
            <ac:spMk id="2" creationId="{D67073D4-9E74-C583-99C4-EC539410DF4D}"/>
          </ac:spMkLst>
        </pc:spChg>
        <pc:spChg chg="add del mod">
          <ac:chgData name="park sehun" userId="a5dd5dda71ea150a" providerId="LiveId" clId="{92A920BA-7E9F-46EB-B561-1CB4F1CD11E0}" dt="2023-03-13T05:14:26.787" v="495" actId="478"/>
          <ac:spMkLst>
            <pc:docMk/>
            <pc:sldMk cId="4221543637" sldId="1226"/>
            <ac:spMk id="4" creationId="{FFBF8BD2-3AFB-C19E-7CE2-7FA02D1BE4AD}"/>
          </ac:spMkLst>
        </pc:spChg>
        <pc:spChg chg="add mod">
          <ac:chgData name="park sehun" userId="a5dd5dda71ea150a" providerId="LiveId" clId="{92A920BA-7E9F-46EB-B561-1CB4F1CD11E0}" dt="2023-03-13T05:13:21.734" v="468" actId="1038"/>
          <ac:spMkLst>
            <pc:docMk/>
            <pc:sldMk cId="4221543637" sldId="1226"/>
            <ac:spMk id="5" creationId="{2A6FE3C3-DC77-255A-E438-AD09485AD80F}"/>
          </ac:spMkLst>
        </pc:spChg>
        <pc:spChg chg="mod">
          <ac:chgData name="park sehun" userId="a5dd5dda71ea150a" providerId="LiveId" clId="{92A920BA-7E9F-46EB-B561-1CB4F1CD11E0}" dt="2023-03-13T05:15:45.435" v="528" actId="1037"/>
          <ac:spMkLst>
            <pc:docMk/>
            <pc:sldMk cId="4221543637" sldId="1226"/>
            <ac:spMk id="8" creationId="{6D730597-4454-4782-AD00-2BBDB55A3DA0}"/>
          </ac:spMkLst>
        </pc:spChg>
        <pc:spChg chg="add mod">
          <ac:chgData name="park sehun" userId="a5dd5dda71ea150a" providerId="LiveId" clId="{92A920BA-7E9F-46EB-B561-1CB4F1CD11E0}" dt="2023-03-13T05:15:30.019" v="522" actId="1076"/>
          <ac:spMkLst>
            <pc:docMk/>
            <pc:sldMk cId="4221543637" sldId="1226"/>
            <ac:spMk id="16" creationId="{21BFBD4C-933F-B1A8-F0D0-1E094D09D6F9}"/>
          </ac:spMkLst>
        </pc:spChg>
        <pc:spChg chg="add mod">
          <ac:chgData name="park sehun" userId="a5dd5dda71ea150a" providerId="LiveId" clId="{92A920BA-7E9F-46EB-B561-1CB4F1CD11E0}" dt="2023-03-13T05:15:33.914" v="524" actId="20577"/>
          <ac:spMkLst>
            <pc:docMk/>
            <pc:sldMk cId="4221543637" sldId="1226"/>
            <ac:spMk id="17" creationId="{5D5259CD-3D80-E509-3883-08DB50AEA414}"/>
          </ac:spMkLst>
        </pc:spChg>
        <pc:spChg chg="mod">
          <ac:chgData name="park sehun" userId="a5dd5dda71ea150a" providerId="LiveId" clId="{92A920BA-7E9F-46EB-B561-1CB4F1CD11E0}" dt="2023-03-13T05:03:53.036" v="265" actId="20577"/>
          <ac:spMkLst>
            <pc:docMk/>
            <pc:sldMk cId="4221543637" sldId="1226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92A920BA-7E9F-46EB-B561-1CB4F1CD11E0}" dt="2023-03-13T05:13:32.922" v="483" actId="1035"/>
          <ac:graphicFrameMkLst>
            <pc:docMk/>
            <pc:sldMk cId="4221543637" sldId="1226"/>
            <ac:graphicFrameMk id="6" creationId="{91BA608B-A891-3669-1E4A-6B8E7AD0F351}"/>
          </ac:graphicFrameMkLst>
        </pc:graphicFrameChg>
        <pc:graphicFrameChg chg="add mod modGraphic">
          <ac:chgData name="park sehun" userId="a5dd5dda71ea150a" providerId="LiveId" clId="{92A920BA-7E9F-46EB-B561-1CB4F1CD11E0}" dt="2023-03-13T05:14:13.014" v="494" actId="1038"/>
          <ac:graphicFrameMkLst>
            <pc:docMk/>
            <pc:sldMk cId="4221543637" sldId="1226"/>
            <ac:graphicFrameMk id="7" creationId="{85D80D12-16FD-322B-2C83-881575F080B5}"/>
          </ac:graphicFrameMkLst>
        </pc:graphicFrameChg>
        <pc:graphicFrameChg chg="add mod ord modGraphic">
          <ac:chgData name="park sehun" userId="a5dd5dda71ea150a" providerId="LiveId" clId="{92A920BA-7E9F-46EB-B561-1CB4F1CD11E0}" dt="2023-03-13T05:14:09.546" v="492" actId="1038"/>
          <ac:graphicFrameMkLst>
            <pc:docMk/>
            <pc:sldMk cId="4221543637" sldId="1226"/>
            <ac:graphicFrameMk id="9" creationId="{06BF3612-607F-F86A-F113-473F74B3C032}"/>
          </ac:graphicFrameMkLst>
        </pc:graphicFrameChg>
        <pc:picChg chg="add mod">
          <ac:chgData name="park sehun" userId="a5dd5dda71ea150a" providerId="LiveId" clId="{92A920BA-7E9F-46EB-B561-1CB4F1CD11E0}" dt="2023-03-13T05:15:49.283" v="532" actId="1036"/>
          <ac:picMkLst>
            <pc:docMk/>
            <pc:sldMk cId="4221543637" sldId="1226"/>
            <ac:picMk id="3" creationId="{B4022133-55D1-C424-0F7C-30E783E6D04B}"/>
          </ac:picMkLst>
        </pc:picChg>
        <pc:cxnChg chg="add del mod">
          <ac:chgData name="park sehun" userId="a5dd5dda71ea150a" providerId="LiveId" clId="{92A920BA-7E9F-46EB-B561-1CB4F1CD11E0}" dt="2023-03-13T05:13:52.207" v="485" actId="478"/>
          <ac:cxnSpMkLst>
            <pc:docMk/>
            <pc:sldMk cId="4221543637" sldId="1226"/>
            <ac:cxnSpMk id="10" creationId="{FA5A769D-EFD1-2487-251E-E92A11FF58F2}"/>
          </ac:cxnSpMkLst>
        </pc:cxnChg>
        <pc:cxnChg chg="add del mod">
          <ac:chgData name="park sehun" userId="a5dd5dda71ea150a" providerId="LiveId" clId="{92A920BA-7E9F-46EB-B561-1CB4F1CD11E0}" dt="2023-03-13T05:13:52.207" v="485" actId="478"/>
          <ac:cxnSpMkLst>
            <pc:docMk/>
            <pc:sldMk cId="4221543637" sldId="1226"/>
            <ac:cxnSpMk id="11" creationId="{58A3CFC3-966A-EE9F-0BAB-5BD66D575120}"/>
          </ac:cxnSpMkLst>
        </pc:cxnChg>
        <pc:cxnChg chg="add mod">
          <ac:chgData name="park sehun" userId="a5dd5dda71ea150a" providerId="LiveId" clId="{92A920BA-7E9F-46EB-B561-1CB4F1CD11E0}" dt="2023-03-13T05:14:04.713" v="487" actId="1076"/>
          <ac:cxnSpMkLst>
            <pc:docMk/>
            <pc:sldMk cId="4221543637" sldId="1226"/>
            <ac:cxnSpMk id="14" creationId="{28ECADC2-648F-EFD5-62FB-1D0BF3772343}"/>
          </ac:cxnSpMkLst>
        </pc:cxnChg>
        <pc:cxnChg chg="add mod">
          <ac:chgData name="park sehun" userId="a5dd5dda71ea150a" providerId="LiveId" clId="{92A920BA-7E9F-46EB-B561-1CB4F1CD11E0}" dt="2023-03-13T05:14:04.713" v="487" actId="1076"/>
          <ac:cxnSpMkLst>
            <pc:docMk/>
            <pc:sldMk cId="4221543637" sldId="1226"/>
            <ac:cxnSpMk id="15" creationId="{A5FCFE0E-71CE-D9C2-1F53-429F8497218F}"/>
          </ac:cxnSpMkLst>
        </pc:cxnChg>
      </pc:sldChg>
      <pc:sldChg chg="add del">
        <pc:chgData name="park sehun" userId="a5dd5dda71ea150a" providerId="LiveId" clId="{92A920BA-7E9F-46EB-B561-1CB4F1CD11E0}" dt="2023-03-13T08:32:29.785" v="3227" actId="47"/>
        <pc:sldMkLst>
          <pc:docMk/>
          <pc:sldMk cId="3172009584" sldId="1233"/>
        </pc:sldMkLst>
      </pc:sldChg>
      <pc:sldChg chg="del">
        <pc:chgData name="park sehun" userId="a5dd5dda71ea150a" providerId="LiveId" clId="{92A920BA-7E9F-46EB-B561-1CB4F1CD11E0}" dt="2023-03-13T07:55:45.656" v="2877" actId="47"/>
        <pc:sldMkLst>
          <pc:docMk/>
          <pc:sldMk cId="1084423606" sldId="1235"/>
        </pc:sldMkLst>
      </pc:sldChg>
      <pc:sldChg chg="del">
        <pc:chgData name="park sehun" userId="a5dd5dda71ea150a" providerId="LiveId" clId="{92A920BA-7E9F-46EB-B561-1CB4F1CD11E0}" dt="2023-03-13T07:55:45.656" v="2877" actId="47"/>
        <pc:sldMkLst>
          <pc:docMk/>
          <pc:sldMk cId="4047770492" sldId="1236"/>
        </pc:sldMkLst>
      </pc:sldChg>
      <pc:sldChg chg="modSp mod">
        <pc:chgData name="park sehun" userId="a5dd5dda71ea150a" providerId="LiveId" clId="{92A920BA-7E9F-46EB-B561-1CB4F1CD11E0}" dt="2023-03-13T08:29:02.069" v="3086" actId="20577"/>
        <pc:sldMkLst>
          <pc:docMk/>
          <pc:sldMk cId="2065781572" sldId="1237"/>
        </pc:sldMkLst>
        <pc:spChg chg="mod">
          <ac:chgData name="park sehun" userId="a5dd5dda71ea150a" providerId="LiveId" clId="{92A920BA-7E9F-46EB-B561-1CB4F1CD11E0}" dt="2023-03-13T08:13:46.239" v="3008" actId="20577"/>
          <ac:spMkLst>
            <pc:docMk/>
            <pc:sldMk cId="2065781572" sldId="1237"/>
            <ac:spMk id="4" creationId="{0BB638FA-0381-531E-BC40-F8208526B9D7}"/>
          </ac:spMkLst>
        </pc:spChg>
        <pc:spChg chg="mod">
          <ac:chgData name="park sehun" userId="a5dd5dda71ea150a" providerId="LiveId" clId="{92A920BA-7E9F-46EB-B561-1CB4F1CD11E0}" dt="2023-03-13T08:15:11.158" v="3082" actId="113"/>
          <ac:spMkLst>
            <pc:docMk/>
            <pc:sldMk cId="2065781572" sldId="1237"/>
            <ac:spMk id="16" creationId="{A3A33042-158B-F00E-A827-9ACB58E46AB6}"/>
          </ac:spMkLst>
        </pc:spChg>
        <pc:spChg chg="mod">
          <ac:chgData name="park sehun" userId="a5dd5dda71ea150a" providerId="LiveId" clId="{92A920BA-7E9F-46EB-B561-1CB4F1CD11E0}" dt="2023-03-13T08:29:02.069" v="3086" actId="20577"/>
          <ac:spMkLst>
            <pc:docMk/>
            <pc:sldMk cId="2065781572" sldId="1237"/>
            <ac:spMk id="62466" creationId="{00000000-0000-0000-0000-000000000000}"/>
          </ac:spMkLst>
        </pc:spChg>
      </pc:sldChg>
      <pc:sldChg chg="add del">
        <pc:chgData name="park sehun" userId="a5dd5dda71ea150a" providerId="LiveId" clId="{92A920BA-7E9F-46EB-B561-1CB4F1CD11E0}" dt="2023-03-13T08:32:29.785" v="3227" actId="47"/>
        <pc:sldMkLst>
          <pc:docMk/>
          <pc:sldMk cId="677639244" sldId="1238"/>
        </pc:sldMkLst>
      </pc:sldChg>
      <pc:sldChg chg="modSp mod ord">
        <pc:chgData name="park sehun" userId="a5dd5dda71ea150a" providerId="LiveId" clId="{92A920BA-7E9F-46EB-B561-1CB4F1CD11E0}" dt="2023-03-13T08:00:54.916" v="2990" actId="20577"/>
        <pc:sldMkLst>
          <pc:docMk/>
          <pc:sldMk cId="3655406330" sldId="1239"/>
        </pc:sldMkLst>
        <pc:spChg chg="mod">
          <ac:chgData name="park sehun" userId="a5dd5dda71ea150a" providerId="LiveId" clId="{92A920BA-7E9F-46EB-B561-1CB4F1CD11E0}" dt="2023-03-13T08:00:54.916" v="2990" actId="20577"/>
          <ac:spMkLst>
            <pc:docMk/>
            <pc:sldMk cId="3655406330" sldId="1239"/>
            <ac:spMk id="3" creationId="{63BAD8F6-CE6C-C275-05F0-DA6C6683F8D6}"/>
          </ac:spMkLst>
        </pc:spChg>
        <pc:spChg chg="mod">
          <ac:chgData name="park sehun" userId="a5dd5dda71ea150a" providerId="LiveId" clId="{92A920BA-7E9F-46EB-B561-1CB4F1CD11E0}" dt="2023-03-13T07:56:55.676" v="2892" actId="1035"/>
          <ac:spMkLst>
            <pc:docMk/>
            <pc:sldMk cId="3655406330" sldId="1239"/>
            <ac:spMk id="4" creationId="{A30EE0D5-B798-4D91-56FE-F069D883118A}"/>
          </ac:spMkLst>
        </pc:spChg>
        <pc:spChg chg="mod">
          <ac:chgData name="park sehun" userId="a5dd5dda71ea150a" providerId="LiveId" clId="{92A920BA-7E9F-46EB-B561-1CB4F1CD11E0}" dt="2023-03-13T07:56:48.953" v="2883" actId="6549"/>
          <ac:spMkLst>
            <pc:docMk/>
            <pc:sldMk cId="3655406330" sldId="1239"/>
            <ac:spMk id="8" creationId="{6D730597-4454-4782-AD00-2BBDB55A3DA0}"/>
          </ac:spMkLst>
        </pc:spChg>
        <pc:spChg chg="mod">
          <ac:chgData name="park sehun" userId="a5dd5dda71ea150a" providerId="LiveId" clId="{92A920BA-7E9F-46EB-B561-1CB4F1CD11E0}" dt="2023-03-13T07:56:33.181" v="2882" actId="20577"/>
          <ac:spMkLst>
            <pc:docMk/>
            <pc:sldMk cId="3655406330" sldId="1239"/>
            <ac:spMk id="62466" creationId="{00000000-0000-0000-0000-000000000000}"/>
          </ac:spMkLst>
        </pc:spChg>
      </pc:sldChg>
      <pc:sldChg chg="add del">
        <pc:chgData name="park sehun" userId="a5dd5dda71ea150a" providerId="LiveId" clId="{92A920BA-7E9F-46EB-B561-1CB4F1CD11E0}" dt="2023-03-13T08:32:29.785" v="3227" actId="47"/>
        <pc:sldMkLst>
          <pc:docMk/>
          <pc:sldMk cId="2432967560" sldId="1240"/>
        </pc:sldMkLst>
      </pc:sldChg>
      <pc:sldChg chg="add del">
        <pc:chgData name="park sehun" userId="a5dd5dda71ea150a" providerId="LiveId" clId="{92A920BA-7E9F-46EB-B561-1CB4F1CD11E0}" dt="2023-03-13T08:32:29.785" v="3227" actId="47"/>
        <pc:sldMkLst>
          <pc:docMk/>
          <pc:sldMk cId="2641979049" sldId="1241"/>
        </pc:sldMkLst>
      </pc:sldChg>
      <pc:sldChg chg="add del">
        <pc:chgData name="park sehun" userId="a5dd5dda71ea150a" providerId="LiveId" clId="{92A920BA-7E9F-46EB-B561-1CB4F1CD11E0}" dt="2023-03-13T05:15:56.767" v="534" actId="47"/>
        <pc:sldMkLst>
          <pc:docMk/>
          <pc:sldMk cId="562386243" sldId="1242"/>
        </pc:sldMkLst>
      </pc:sldChg>
      <pc:sldChg chg="addSp delSp modSp add mod modAnim">
        <pc:chgData name="park sehun" userId="a5dd5dda71ea150a" providerId="LiveId" clId="{92A920BA-7E9F-46EB-B561-1CB4F1CD11E0}" dt="2023-03-13T08:37:16.319" v="3230"/>
        <pc:sldMkLst>
          <pc:docMk/>
          <pc:sldMk cId="1877880901" sldId="1243"/>
        </pc:sldMkLst>
        <pc:spChg chg="mod">
          <ac:chgData name="park sehun" userId="a5dd5dda71ea150a" providerId="LiveId" clId="{92A920BA-7E9F-46EB-B561-1CB4F1CD11E0}" dt="2023-03-13T05:17:04.127" v="689" actId="1037"/>
          <ac:spMkLst>
            <pc:docMk/>
            <pc:sldMk cId="1877880901" sldId="1243"/>
            <ac:spMk id="5" creationId="{2A6FE3C3-DC77-255A-E438-AD09485AD80F}"/>
          </ac:spMkLst>
        </pc:spChg>
        <pc:spChg chg="del">
          <ac:chgData name="park sehun" userId="a5dd5dda71ea150a" providerId="LiveId" clId="{92A920BA-7E9F-46EB-B561-1CB4F1CD11E0}" dt="2023-03-13T05:16:24.026" v="571" actId="478"/>
          <ac:spMkLst>
            <pc:docMk/>
            <pc:sldMk cId="1877880901" sldId="1243"/>
            <ac:spMk id="8" creationId="{6D730597-4454-4782-AD00-2BBDB55A3DA0}"/>
          </ac:spMkLst>
        </pc:spChg>
        <pc:spChg chg="mod">
          <ac:chgData name="park sehun" userId="a5dd5dda71ea150a" providerId="LiveId" clId="{92A920BA-7E9F-46EB-B561-1CB4F1CD11E0}" dt="2023-03-13T05:16:32.891" v="633" actId="1037"/>
          <ac:spMkLst>
            <pc:docMk/>
            <pc:sldMk cId="1877880901" sldId="1243"/>
            <ac:spMk id="16" creationId="{21BFBD4C-933F-B1A8-F0D0-1E094D09D6F9}"/>
          </ac:spMkLst>
        </pc:spChg>
        <pc:spChg chg="del">
          <ac:chgData name="park sehun" userId="a5dd5dda71ea150a" providerId="LiveId" clId="{92A920BA-7E9F-46EB-B561-1CB4F1CD11E0}" dt="2023-03-13T05:16:24.026" v="571" actId="478"/>
          <ac:spMkLst>
            <pc:docMk/>
            <pc:sldMk cId="1877880901" sldId="1243"/>
            <ac:spMk id="17" creationId="{5D5259CD-3D80-E509-3883-08DB50AEA414}"/>
          </ac:spMkLst>
        </pc:spChg>
        <pc:spChg chg="add mod">
          <ac:chgData name="park sehun" userId="a5dd5dda71ea150a" providerId="LiveId" clId="{92A920BA-7E9F-46EB-B561-1CB4F1CD11E0}" dt="2023-03-13T05:24:32.330" v="900" actId="1037"/>
          <ac:spMkLst>
            <pc:docMk/>
            <pc:sldMk cId="1877880901" sldId="1243"/>
            <ac:spMk id="23" creationId="{652C90F3-AF92-9A13-670F-0B6A649B44FF}"/>
          </ac:spMkLst>
        </pc:spChg>
        <pc:spChg chg="add mod">
          <ac:chgData name="park sehun" userId="a5dd5dda71ea150a" providerId="LiveId" clId="{92A920BA-7E9F-46EB-B561-1CB4F1CD11E0}" dt="2023-03-13T05:25:39.289" v="956" actId="1037"/>
          <ac:spMkLst>
            <pc:docMk/>
            <pc:sldMk cId="1877880901" sldId="1243"/>
            <ac:spMk id="24" creationId="{FEDB06C3-AA45-353A-66D5-F7D794A0116E}"/>
          </ac:spMkLst>
        </pc:spChg>
        <pc:spChg chg="mod">
          <ac:chgData name="park sehun" userId="a5dd5dda71ea150a" providerId="LiveId" clId="{92A920BA-7E9F-46EB-B561-1CB4F1CD11E0}" dt="2023-03-13T05:16:14.004" v="570" actId="20577"/>
          <ac:spMkLst>
            <pc:docMk/>
            <pc:sldMk cId="1877880901" sldId="1243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92A920BA-7E9F-46EB-B561-1CB4F1CD11E0}" dt="2023-03-13T05:24:11.351" v="823" actId="1036"/>
          <ac:graphicFrameMkLst>
            <pc:docMk/>
            <pc:sldMk cId="1877880901" sldId="1243"/>
            <ac:graphicFrameMk id="2" creationId="{7CEE0B3E-7AA9-A278-6EC1-6856A1572E3F}"/>
          </ac:graphicFrameMkLst>
        </pc:graphicFrameChg>
        <pc:graphicFrameChg chg="add mod modGraphic">
          <ac:chgData name="park sehun" userId="a5dd5dda71ea150a" providerId="LiveId" clId="{92A920BA-7E9F-46EB-B561-1CB4F1CD11E0}" dt="2023-03-13T05:24:01.386" v="812" actId="1036"/>
          <ac:graphicFrameMkLst>
            <pc:docMk/>
            <pc:sldMk cId="1877880901" sldId="1243"/>
            <ac:graphicFrameMk id="4" creationId="{3B55AFF6-FDC5-97C4-D30D-B181494886C4}"/>
          </ac:graphicFrameMkLst>
        </pc:graphicFrameChg>
        <pc:graphicFrameChg chg="mod">
          <ac:chgData name="park sehun" userId="a5dd5dda71ea150a" providerId="LiveId" clId="{92A920BA-7E9F-46EB-B561-1CB4F1CD11E0}" dt="2023-03-13T05:16:32.891" v="633" actId="1037"/>
          <ac:graphicFrameMkLst>
            <pc:docMk/>
            <pc:sldMk cId="1877880901" sldId="1243"/>
            <ac:graphicFrameMk id="6" creationId="{91BA608B-A891-3669-1E4A-6B8E7AD0F351}"/>
          </ac:graphicFrameMkLst>
        </pc:graphicFrameChg>
        <pc:graphicFrameChg chg="mod">
          <ac:chgData name="park sehun" userId="a5dd5dda71ea150a" providerId="LiveId" clId="{92A920BA-7E9F-46EB-B561-1CB4F1CD11E0}" dt="2023-03-13T05:16:32.891" v="633" actId="1037"/>
          <ac:graphicFrameMkLst>
            <pc:docMk/>
            <pc:sldMk cId="1877880901" sldId="1243"/>
            <ac:graphicFrameMk id="7" creationId="{85D80D12-16FD-322B-2C83-881575F080B5}"/>
          </ac:graphicFrameMkLst>
        </pc:graphicFrameChg>
        <pc:graphicFrameChg chg="mod">
          <ac:chgData name="park sehun" userId="a5dd5dda71ea150a" providerId="LiveId" clId="{92A920BA-7E9F-46EB-B561-1CB4F1CD11E0}" dt="2023-03-13T05:16:57.418" v="683" actId="1037"/>
          <ac:graphicFrameMkLst>
            <pc:docMk/>
            <pc:sldMk cId="1877880901" sldId="1243"/>
            <ac:graphicFrameMk id="9" creationId="{06BF3612-607F-F86A-F113-473F74B3C032}"/>
          </ac:graphicFrameMkLst>
        </pc:graphicFrameChg>
        <pc:picChg chg="mod">
          <ac:chgData name="park sehun" userId="a5dd5dda71ea150a" providerId="LiveId" clId="{92A920BA-7E9F-46EB-B561-1CB4F1CD11E0}" dt="2023-03-13T05:17:10.530" v="699" actId="1035"/>
          <ac:picMkLst>
            <pc:docMk/>
            <pc:sldMk cId="1877880901" sldId="1243"/>
            <ac:picMk id="3" creationId="{B4022133-55D1-C424-0F7C-30E783E6D04B}"/>
          </ac:picMkLst>
        </pc:picChg>
        <pc:cxnChg chg="add mod">
          <ac:chgData name="park sehun" userId="a5dd5dda71ea150a" providerId="LiveId" clId="{92A920BA-7E9F-46EB-B561-1CB4F1CD11E0}" dt="2023-03-13T05:24:11.351" v="823" actId="1036"/>
          <ac:cxnSpMkLst>
            <pc:docMk/>
            <pc:sldMk cId="1877880901" sldId="1243"/>
            <ac:cxnSpMk id="10" creationId="{9C272C6D-7211-75DA-6B2E-D17EFCAE88CA}"/>
          </ac:cxnSpMkLst>
        </pc:cxnChg>
        <pc:cxnChg chg="mod">
          <ac:chgData name="park sehun" userId="a5dd5dda71ea150a" providerId="LiveId" clId="{92A920BA-7E9F-46EB-B561-1CB4F1CD11E0}" dt="2023-03-13T05:16:32.891" v="633" actId="1037"/>
          <ac:cxnSpMkLst>
            <pc:docMk/>
            <pc:sldMk cId="1877880901" sldId="1243"/>
            <ac:cxnSpMk id="14" creationId="{28ECADC2-648F-EFD5-62FB-1D0BF3772343}"/>
          </ac:cxnSpMkLst>
        </pc:cxnChg>
        <pc:cxnChg chg="mod">
          <ac:chgData name="park sehun" userId="a5dd5dda71ea150a" providerId="LiveId" clId="{92A920BA-7E9F-46EB-B561-1CB4F1CD11E0}" dt="2023-03-13T05:16:32.891" v="633" actId="1037"/>
          <ac:cxnSpMkLst>
            <pc:docMk/>
            <pc:sldMk cId="1877880901" sldId="1243"/>
            <ac:cxnSpMk id="15" creationId="{A5FCFE0E-71CE-D9C2-1F53-429F8497218F}"/>
          </ac:cxnSpMkLst>
        </pc:cxnChg>
      </pc:sldChg>
      <pc:sldChg chg="addSp delSp modSp add mod delAnim modAnim">
        <pc:chgData name="park sehun" userId="a5dd5dda71ea150a" providerId="LiveId" clId="{92A920BA-7E9F-46EB-B561-1CB4F1CD11E0}" dt="2023-03-13T08:52:39.896" v="3236" actId="20577"/>
        <pc:sldMkLst>
          <pc:docMk/>
          <pc:sldMk cId="4219553116" sldId="1244"/>
        </pc:sldMkLst>
        <pc:spChg chg="del">
          <ac:chgData name="park sehun" userId="a5dd5dda71ea150a" providerId="LiveId" clId="{92A920BA-7E9F-46EB-B561-1CB4F1CD11E0}" dt="2023-03-13T05:45:08.320" v="984" actId="478"/>
          <ac:spMkLst>
            <pc:docMk/>
            <pc:sldMk cId="4219553116" sldId="1244"/>
            <ac:spMk id="5" creationId="{2A6FE3C3-DC77-255A-E438-AD09485AD80F}"/>
          </ac:spMkLst>
        </pc:spChg>
        <pc:spChg chg="del">
          <ac:chgData name="park sehun" userId="a5dd5dda71ea150a" providerId="LiveId" clId="{92A920BA-7E9F-46EB-B561-1CB4F1CD11E0}" dt="2023-03-13T05:45:08.320" v="984" actId="478"/>
          <ac:spMkLst>
            <pc:docMk/>
            <pc:sldMk cId="4219553116" sldId="1244"/>
            <ac:spMk id="16" creationId="{21BFBD4C-933F-B1A8-F0D0-1E094D09D6F9}"/>
          </ac:spMkLst>
        </pc:spChg>
        <pc:spChg chg="del">
          <ac:chgData name="park sehun" userId="a5dd5dda71ea150a" providerId="LiveId" clId="{92A920BA-7E9F-46EB-B561-1CB4F1CD11E0}" dt="2023-03-13T05:45:21.480" v="1019" actId="478"/>
          <ac:spMkLst>
            <pc:docMk/>
            <pc:sldMk cId="4219553116" sldId="1244"/>
            <ac:spMk id="23" creationId="{652C90F3-AF92-9A13-670F-0B6A649B44FF}"/>
          </ac:spMkLst>
        </pc:spChg>
        <pc:spChg chg="del">
          <ac:chgData name="park sehun" userId="a5dd5dda71ea150a" providerId="LiveId" clId="{92A920BA-7E9F-46EB-B561-1CB4F1CD11E0}" dt="2023-03-13T05:45:24.825" v="1020" actId="478"/>
          <ac:spMkLst>
            <pc:docMk/>
            <pc:sldMk cId="4219553116" sldId="1244"/>
            <ac:spMk id="24" creationId="{FEDB06C3-AA45-353A-66D5-F7D794A0116E}"/>
          </ac:spMkLst>
        </pc:spChg>
        <pc:spChg chg="add mod">
          <ac:chgData name="park sehun" userId="a5dd5dda71ea150a" providerId="LiveId" clId="{92A920BA-7E9F-46EB-B561-1CB4F1CD11E0}" dt="2023-03-13T06:19:07.919" v="1859" actId="1036"/>
          <ac:spMkLst>
            <pc:docMk/>
            <pc:sldMk cId="4219553116" sldId="1244"/>
            <ac:spMk id="26" creationId="{285D607C-D5D7-F271-C3FB-68D9EDE9DE85}"/>
          </ac:spMkLst>
        </pc:spChg>
        <pc:spChg chg="add mod">
          <ac:chgData name="park sehun" userId="a5dd5dda71ea150a" providerId="LiveId" clId="{92A920BA-7E9F-46EB-B561-1CB4F1CD11E0}" dt="2023-03-13T06:19:07.919" v="1859" actId="1036"/>
          <ac:spMkLst>
            <pc:docMk/>
            <pc:sldMk cId="4219553116" sldId="1244"/>
            <ac:spMk id="28" creationId="{1BF62204-6E96-8D8F-94EB-C38D996B2088}"/>
          </ac:spMkLst>
        </pc:spChg>
        <pc:spChg chg="add mod">
          <ac:chgData name="park sehun" userId="a5dd5dda71ea150a" providerId="LiveId" clId="{92A920BA-7E9F-46EB-B561-1CB4F1CD11E0}" dt="2023-03-13T06:19:07.919" v="1859" actId="1036"/>
          <ac:spMkLst>
            <pc:docMk/>
            <pc:sldMk cId="4219553116" sldId="1244"/>
            <ac:spMk id="30" creationId="{CEDE7002-05BD-0F3C-55A0-A63AA9306732}"/>
          </ac:spMkLst>
        </pc:spChg>
        <pc:spChg chg="add mod">
          <ac:chgData name="park sehun" userId="a5dd5dda71ea150a" providerId="LiveId" clId="{92A920BA-7E9F-46EB-B561-1CB4F1CD11E0}" dt="2023-03-13T06:19:07.919" v="1859" actId="1036"/>
          <ac:spMkLst>
            <pc:docMk/>
            <pc:sldMk cId="4219553116" sldId="1244"/>
            <ac:spMk id="62464" creationId="{1D7E09B1-849E-E316-329C-BDFAD4634C36}"/>
          </ac:spMkLst>
        </pc:spChg>
        <pc:spChg chg="add mod">
          <ac:chgData name="park sehun" userId="a5dd5dda71ea150a" providerId="LiveId" clId="{92A920BA-7E9F-46EB-B561-1CB4F1CD11E0}" dt="2023-03-13T06:19:07.919" v="1859" actId="1036"/>
          <ac:spMkLst>
            <pc:docMk/>
            <pc:sldMk cId="4219553116" sldId="1244"/>
            <ac:spMk id="62465" creationId="{D77D6264-9649-9136-6DEA-79CA2A4C7D73}"/>
          </ac:spMkLst>
        </pc:spChg>
        <pc:spChg chg="mod">
          <ac:chgData name="park sehun" userId="a5dd5dda71ea150a" providerId="LiveId" clId="{92A920BA-7E9F-46EB-B561-1CB4F1CD11E0}" dt="2023-03-13T06:11:56.704" v="1709"/>
          <ac:spMkLst>
            <pc:docMk/>
            <pc:sldMk cId="4219553116" sldId="1244"/>
            <ac:spMk id="62466" creationId="{00000000-0000-0000-0000-000000000000}"/>
          </ac:spMkLst>
        </pc:spChg>
        <pc:spChg chg="add del mod">
          <ac:chgData name="park sehun" userId="a5dd5dda71ea150a" providerId="LiveId" clId="{92A920BA-7E9F-46EB-B561-1CB4F1CD11E0}" dt="2023-03-13T05:51:27.639" v="1103" actId="478"/>
          <ac:spMkLst>
            <pc:docMk/>
            <pc:sldMk cId="4219553116" sldId="1244"/>
            <ac:spMk id="62467" creationId="{06418165-9047-7260-2413-68A161542D19}"/>
          </ac:spMkLst>
        </pc:spChg>
        <pc:spChg chg="add del mod">
          <ac:chgData name="park sehun" userId="a5dd5dda71ea150a" providerId="LiveId" clId="{92A920BA-7E9F-46EB-B561-1CB4F1CD11E0}" dt="2023-03-13T05:51:21.600" v="1102" actId="478"/>
          <ac:spMkLst>
            <pc:docMk/>
            <pc:sldMk cId="4219553116" sldId="1244"/>
            <ac:spMk id="62470" creationId="{3E18D954-71C9-51E3-2E40-E32C16D4DCB2}"/>
          </ac:spMkLst>
        </pc:spChg>
        <pc:spChg chg="add del mod">
          <ac:chgData name="park sehun" userId="a5dd5dda71ea150a" providerId="LiveId" clId="{92A920BA-7E9F-46EB-B561-1CB4F1CD11E0}" dt="2023-03-13T06:19:12.869" v="1860" actId="478"/>
          <ac:spMkLst>
            <pc:docMk/>
            <pc:sldMk cId="4219553116" sldId="1244"/>
            <ac:spMk id="62473" creationId="{12541B78-2B61-003C-9359-1E343E4CE49F}"/>
          </ac:spMkLst>
        </pc:spChg>
        <pc:spChg chg="add del mod">
          <ac:chgData name="park sehun" userId="a5dd5dda71ea150a" providerId="LiveId" clId="{92A920BA-7E9F-46EB-B561-1CB4F1CD11E0}" dt="2023-03-13T05:45:52.139" v="1031" actId="478"/>
          <ac:spMkLst>
            <pc:docMk/>
            <pc:sldMk cId="4219553116" sldId="1244"/>
            <ac:spMk id="62476" creationId="{6F2FC0EE-47F3-565C-E86A-38D78148FFA4}"/>
          </ac:spMkLst>
        </pc:spChg>
        <pc:spChg chg="add del mod">
          <ac:chgData name="park sehun" userId="a5dd5dda71ea150a" providerId="LiveId" clId="{92A920BA-7E9F-46EB-B561-1CB4F1CD11E0}" dt="2023-03-13T05:46:13.009" v="1050" actId="478"/>
          <ac:spMkLst>
            <pc:docMk/>
            <pc:sldMk cId="4219553116" sldId="1244"/>
            <ac:spMk id="62477" creationId="{C6E91E40-5200-B77C-AB4F-7572F40A8D4D}"/>
          </ac:spMkLst>
        </pc:spChg>
        <pc:spChg chg="add mod">
          <ac:chgData name="park sehun" userId="a5dd5dda71ea150a" providerId="LiveId" clId="{92A920BA-7E9F-46EB-B561-1CB4F1CD11E0}" dt="2023-03-13T06:19:07.919" v="1859" actId="1036"/>
          <ac:spMkLst>
            <pc:docMk/>
            <pc:sldMk cId="4219553116" sldId="1244"/>
            <ac:spMk id="62520" creationId="{D47BD54C-6DF9-D7E8-1DAA-9F9EEC8C4B2C}"/>
          </ac:spMkLst>
        </pc:spChg>
        <pc:graphicFrameChg chg="del">
          <ac:chgData name="park sehun" userId="a5dd5dda71ea150a" providerId="LiveId" clId="{92A920BA-7E9F-46EB-B561-1CB4F1CD11E0}" dt="2023-03-13T05:45:24.825" v="1020" actId="478"/>
          <ac:graphicFrameMkLst>
            <pc:docMk/>
            <pc:sldMk cId="4219553116" sldId="1244"/>
            <ac:graphicFrameMk id="2" creationId="{7CEE0B3E-7AA9-A278-6EC1-6856A1572E3F}"/>
          </ac:graphicFrameMkLst>
        </pc:graphicFrameChg>
        <pc:graphicFrameChg chg="del">
          <ac:chgData name="park sehun" userId="a5dd5dda71ea150a" providerId="LiveId" clId="{92A920BA-7E9F-46EB-B561-1CB4F1CD11E0}" dt="2023-03-13T05:45:24.825" v="1020" actId="478"/>
          <ac:graphicFrameMkLst>
            <pc:docMk/>
            <pc:sldMk cId="4219553116" sldId="1244"/>
            <ac:graphicFrameMk id="4" creationId="{3B55AFF6-FDC5-97C4-D30D-B181494886C4}"/>
          </ac:graphicFrameMkLst>
        </pc:graphicFrameChg>
        <pc:graphicFrameChg chg="del">
          <ac:chgData name="park sehun" userId="a5dd5dda71ea150a" providerId="LiveId" clId="{92A920BA-7E9F-46EB-B561-1CB4F1CD11E0}" dt="2023-03-13T05:45:08.320" v="984" actId="478"/>
          <ac:graphicFrameMkLst>
            <pc:docMk/>
            <pc:sldMk cId="4219553116" sldId="1244"/>
            <ac:graphicFrameMk id="6" creationId="{91BA608B-A891-3669-1E4A-6B8E7AD0F351}"/>
          </ac:graphicFrameMkLst>
        </pc:graphicFrameChg>
        <pc:graphicFrameChg chg="del">
          <ac:chgData name="park sehun" userId="a5dd5dda71ea150a" providerId="LiveId" clId="{92A920BA-7E9F-46EB-B561-1CB4F1CD11E0}" dt="2023-03-13T05:45:08.320" v="984" actId="478"/>
          <ac:graphicFrameMkLst>
            <pc:docMk/>
            <pc:sldMk cId="4219553116" sldId="1244"/>
            <ac:graphicFrameMk id="7" creationId="{85D80D12-16FD-322B-2C83-881575F080B5}"/>
          </ac:graphicFrameMkLst>
        </pc:graphicFrameChg>
        <pc:graphicFrameChg chg="add del mod">
          <ac:chgData name="park sehun" userId="a5dd5dda71ea150a" providerId="LiveId" clId="{92A920BA-7E9F-46EB-B561-1CB4F1CD11E0}" dt="2023-03-13T05:50:48.850" v="1064" actId="478"/>
          <ac:graphicFrameMkLst>
            <pc:docMk/>
            <pc:sldMk cId="4219553116" sldId="1244"/>
            <ac:graphicFrameMk id="8" creationId="{A6424EC4-C9F5-C213-B1C0-5BDBC5DD62BE}"/>
          </ac:graphicFrameMkLst>
        </pc:graphicFrameChg>
        <pc:graphicFrameChg chg="del">
          <ac:chgData name="park sehun" userId="a5dd5dda71ea150a" providerId="LiveId" clId="{92A920BA-7E9F-46EB-B561-1CB4F1CD11E0}" dt="2023-03-13T05:45:08.320" v="984" actId="478"/>
          <ac:graphicFrameMkLst>
            <pc:docMk/>
            <pc:sldMk cId="4219553116" sldId="1244"/>
            <ac:graphicFrameMk id="9" creationId="{06BF3612-607F-F86A-F113-473F74B3C032}"/>
          </ac:graphicFrameMkLst>
        </pc:graphicFrameChg>
        <pc:graphicFrameChg chg="add mod modGraphic">
          <ac:chgData name="park sehun" userId="a5dd5dda71ea150a" providerId="LiveId" clId="{92A920BA-7E9F-46EB-B561-1CB4F1CD11E0}" dt="2023-03-13T08:52:39.896" v="3236" actId="20577"/>
          <ac:graphicFrameMkLst>
            <pc:docMk/>
            <pc:sldMk cId="4219553116" sldId="1244"/>
            <ac:graphicFrameMk id="11" creationId="{E2DE8E97-8FBB-BD1B-D649-F83B52892ECC}"/>
          </ac:graphicFrameMkLst>
        </pc:graphicFrameChg>
        <pc:graphicFrameChg chg="add del mod modGraphic">
          <ac:chgData name="park sehun" userId="a5dd5dda71ea150a" providerId="LiveId" clId="{92A920BA-7E9F-46EB-B561-1CB4F1CD11E0}" dt="2023-03-13T06:17:32.736" v="1710" actId="21"/>
          <ac:graphicFrameMkLst>
            <pc:docMk/>
            <pc:sldMk cId="4219553116" sldId="1244"/>
            <ac:graphicFrameMk id="12" creationId="{52A5E468-D6FC-71BF-2226-BEBB06C3F6FD}"/>
          </ac:graphicFrameMkLst>
        </pc:graphicFrameChg>
        <pc:graphicFrameChg chg="add mod modGraphic">
          <ac:chgData name="park sehun" userId="a5dd5dda71ea150a" providerId="LiveId" clId="{92A920BA-7E9F-46EB-B561-1CB4F1CD11E0}" dt="2023-03-13T06:19:07.919" v="1859" actId="1036"/>
          <ac:graphicFrameMkLst>
            <pc:docMk/>
            <pc:sldMk cId="4219553116" sldId="1244"/>
            <ac:graphicFrameMk id="13" creationId="{A947E74E-724E-AEDB-C976-9AC2624E29F8}"/>
          </ac:graphicFrameMkLst>
        </pc:graphicFrameChg>
        <pc:graphicFrameChg chg="add mod modGraphic">
          <ac:chgData name="park sehun" userId="a5dd5dda71ea150a" providerId="LiveId" clId="{92A920BA-7E9F-46EB-B561-1CB4F1CD11E0}" dt="2023-03-13T06:19:07.919" v="1859" actId="1036"/>
          <ac:graphicFrameMkLst>
            <pc:docMk/>
            <pc:sldMk cId="4219553116" sldId="1244"/>
            <ac:graphicFrameMk id="17" creationId="{97324EE1-3DDC-35E0-2619-66F364E41934}"/>
          </ac:graphicFrameMkLst>
        </pc:graphicFrameChg>
        <pc:graphicFrameChg chg="add mod ord">
          <ac:chgData name="park sehun" userId="a5dd5dda71ea150a" providerId="LiveId" clId="{92A920BA-7E9F-46EB-B561-1CB4F1CD11E0}" dt="2023-03-13T06:19:07.919" v="1859" actId="1036"/>
          <ac:graphicFrameMkLst>
            <pc:docMk/>
            <pc:sldMk cId="4219553116" sldId="1244"/>
            <ac:graphicFrameMk id="18" creationId="{DF43AA4D-9C87-4605-1FAF-2B3BD709CA37}"/>
          </ac:graphicFrameMkLst>
        </pc:graphicFrameChg>
        <pc:graphicFrameChg chg="add del mod">
          <ac:chgData name="park sehun" userId="a5dd5dda71ea150a" providerId="LiveId" clId="{92A920BA-7E9F-46EB-B561-1CB4F1CD11E0}" dt="2023-03-13T05:47:18.385" v="1055" actId="478"/>
          <ac:graphicFrameMkLst>
            <pc:docMk/>
            <pc:sldMk cId="4219553116" sldId="1244"/>
            <ac:graphicFrameMk id="19" creationId="{8DF3E699-1745-908A-A3A2-0CF5C27FAE59}"/>
          </ac:graphicFrameMkLst>
        </pc:graphicFrameChg>
        <pc:graphicFrameChg chg="add del mod modGraphic">
          <ac:chgData name="park sehun" userId="a5dd5dda71ea150a" providerId="LiveId" clId="{92A920BA-7E9F-46EB-B561-1CB4F1CD11E0}" dt="2023-03-13T06:06:28.159" v="1592" actId="478"/>
          <ac:graphicFrameMkLst>
            <pc:docMk/>
            <pc:sldMk cId="4219553116" sldId="1244"/>
            <ac:graphicFrameMk id="20" creationId="{398CE956-4F42-B305-4AFF-DC04A7C890C2}"/>
          </ac:graphicFrameMkLst>
        </pc:graphicFrameChg>
        <pc:graphicFrameChg chg="add del mod">
          <ac:chgData name="park sehun" userId="a5dd5dda71ea150a" providerId="LiveId" clId="{92A920BA-7E9F-46EB-B561-1CB4F1CD11E0}" dt="2023-03-13T05:47:33.433" v="1059" actId="478"/>
          <ac:graphicFrameMkLst>
            <pc:docMk/>
            <pc:sldMk cId="4219553116" sldId="1244"/>
            <ac:graphicFrameMk id="25" creationId="{95684199-BD61-58D0-128C-DC3A995F8387}"/>
          </ac:graphicFrameMkLst>
        </pc:graphicFrameChg>
        <pc:graphicFrameChg chg="add del mod">
          <ac:chgData name="park sehun" userId="a5dd5dda71ea150a" providerId="LiveId" clId="{92A920BA-7E9F-46EB-B561-1CB4F1CD11E0}" dt="2023-03-13T05:47:25.316" v="1058" actId="478"/>
          <ac:graphicFrameMkLst>
            <pc:docMk/>
            <pc:sldMk cId="4219553116" sldId="1244"/>
            <ac:graphicFrameMk id="62471" creationId="{4395F4CF-F823-5743-ADA7-EB3682A111AA}"/>
          </ac:graphicFrameMkLst>
        </pc:graphicFrameChg>
        <pc:graphicFrameChg chg="add del mod">
          <ac:chgData name="park sehun" userId="a5dd5dda71ea150a" providerId="LiveId" clId="{92A920BA-7E9F-46EB-B561-1CB4F1CD11E0}" dt="2023-03-13T05:47:36.749" v="1060" actId="478"/>
          <ac:graphicFrameMkLst>
            <pc:docMk/>
            <pc:sldMk cId="4219553116" sldId="1244"/>
            <ac:graphicFrameMk id="62474" creationId="{B2EF9416-B390-E5AC-E799-FFAED57EA685}"/>
          </ac:graphicFrameMkLst>
        </pc:graphicFrameChg>
        <pc:graphicFrameChg chg="add mod ord modGraphic">
          <ac:chgData name="park sehun" userId="a5dd5dda71ea150a" providerId="LiveId" clId="{92A920BA-7E9F-46EB-B561-1CB4F1CD11E0}" dt="2023-03-13T08:52:37.144" v="3234" actId="20577"/>
          <ac:graphicFrameMkLst>
            <pc:docMk/>
            <pc:sldMk cId="4219553116" sldId="1244"/>
            <ac:graphicFrameMk id="62485" creationId="{ABDADA0A-3031-D47F-1DD8-75E94A0132E5}"/>
          </ac:graphicFrameMkLst>
        </pc:graphicFrameChg>
        <pc:graphicFrameChg chg="add mod">
          <ac:chgData name="park sehun" userId="a5dd5dda71ea150a" providerId="LiveId" clId="{92A920BA-7E9F-46EB-B561-1CB4F1CD11E0}" dt="2023-03-13T06:19:07.919" v="1859" actId="1036"/>
          <ac:graphicFrameMkLst>
            <pc:docMk/>
            <pc:sldMk cId="4219553116" sldId="1244"/>
            <ac:graphicFrameMk id="62486" creationId="{B02AB0E9-CE4E-5970-3417-E7F28BED9A79}"/>
          </ac:graphicFrameMkLst>
        </pc:graphicFrameChg>
        <pc:graphicFrameChg chg="add del mod">
          <ac:chgData name="park sehun" userId="a5dd5dda71ea150a" providerId="LiveId" clId="{92A920BA-7E9F-46EB-B561-1CB4F1CD11E0}" dt="2023-03-13T06:06:32.270" v="1595" actId="478"/>
          <ac:graphicFrameMkLst>
            <pc:docMk/>
            <pc:sldMk cId="4219553116" sldId="1244"/>
            <ac:graphicFrameMk id="62490" creationId="{75EB4322-BA57-3B92-A8CB-EAEBBBB7A685}"/>
          </ac:graphicFrameMkLst>
        </pc:graphicFrameChg>
        <pc:graphicFrameChg chg="add del mod">
          <ac:chgData name="park sehun" userId="a5dd5dda71ea150a" providerId="LiveId" clId="{92A920BA-7E9F-46EB-B561-1CB4F1CD11E0}" dt="2023-03-13T06:06:42.285" v="1597" actId="478"/>
          <ac:graphicFrameMkLst>
            <pc:docMk/>
            <pc:sldMk cId="4219553116" sldId="1244"/>
            <ac:graphicFrameMk id="62492" creationId="{98597938-C9F1-B7FC-F85B-2F13A6A1A1C3}"/>
          </ac:graphicFrameMkLst>
        </pc:graphicFrameChg>
        <pc:graphicFrameChg chg="add mod modGraphic">
          <ac:chgData name="park sehun" userId="a5dd5dda71ea150a" providerId="LiveId" clId="{92A920BA-7E9F-46EB-B561-1CB4F1CD11E0}" dt="2023-03-13T06:19:07.919" v="1859" actId="1036"/>
          <ac:graphicFrameMkLst>
            <pc:docMk/>
            <pc:sldMk cId="4219553116" sldId="1244"/>
            <ac:graphicFrameMk id="62494" creationId="{6493C1ED-1AEF-D18A-AB95-54F712AEE074}"/>
          </ac:graphicFrameMkLst>
        </pc:graphicFrameChg>
        <pc:graphicFrameChg chg="add mod">
          <ac:chgData name="park sehun" userId="a5dd5dda71ea150a" providerId="LiveId" clId="{92A920BA-7E9F-46EB-B561-1CB4F1CD11E0}" dt="2023-03-13T06:19:07.919" v="1859" actId="1036"/>
          <ac:graphicFrameMkLst>
            <pc:docMk/>
            <pc:sldMk cId="4219553116" sldId="1244"/>
            <ac:graphicFrameMk id="62516" creationId="{A61FE321-0B14-1A45-9D22-4CC3916E3DF2}"/>
          </ac:graphicFrameMkLst>
        </pc:graphicFrameChg>
        <pc:picChg chg="del mod">
          <ac:chgData name="park sehun" userId="a5dd5dda71ea150a" providerId="LiveId" clId="{92A920BA-7E9F-46EB-B561-1CB4F1CD11E0}" dt="2023-03-13T05:50:48.850" v="1064" actId="478"/>
          <ac:picMkLst>
            <pc:docMk/>
            <pc:sldMk cId="4219553116" sldId="1244"/>
            <ac:picMk id="3" creationId="{B4022133-55D1-C424-0F7C-30E783E6D04B}"/>
          </ac:picMkLst>
        </pc:picChg>
        <pc:cxnChg chg="del">
          <ac:chgData name="park sehun" userId="a5dd5dda71ea150a" providerId="LiveId" clId="{92A920BA-7E9F-46EB-B561-1CB4F1CD11E0}" dt="2023-03-13T05:45:24.825" v="1020" actId="478"/>
          <ac:cxnSpMkLst>
            <pc:docMk/>
            <pc:sldMk cId="4219553116" sldId="1244"/>
            <ac:cxnSpMk id="10" creationId="{9C272C6D-7211-75DA-6B2E-D17EFCAE88CA}"/>
          </ac:cxnSpMkLst>
        </pc:cxnChg>
        <pc:cxnChg chg="del">
          <ac:chgData name="park sehun" userId="a5dd5dda71ea150a" providerId="LiveId" clId="{92A920BA-7E9F-46EB-B561-1CB4F1CD11E0}" dt="2023-03-13T05:45:08.320" v="984" actId="478"/>
          <ac:cxnSpMkLst>
            <pc:docMk/>
            <pc:sldMk cId="4219553116" sldId="1244"/>
            <ac:cxnSpMk id="14" creationId="{28ECADC2-648F-EFD5-62FB-1D0BF3772343}"/>
          </ac:cxnSpMkLst>
        </pc:cxnChg>
        <pc:cxnChg chg="del">
          <ac:chgData name="park sehun" userId="a5dd5dda71ea150a" providerId="LiveId" clId="{92A920BA-7E9F-46EB-B561-1CB4F1CD11E0}" dt="2023-03-13T05:45:08.320" v="984" actId="478"/>
          <ac:cxnSpMkLst>
            <pc:docMk/>
            <pc:sldMk cId="4219553116" sldId="1244"/>
            <ac:cxnSpMk id="15" creationId="{A5FCFE0E-71CE-D9C2-1F53-429F8497218F}"/>
          </ac:cxnSpMkLst>
        </pc:cxnChg>
        <pc:cxnChg chg="add del mod">
          <ac:chgData name="park sehun" userId="a5dd5dda71ea150a" providerId="LiveId" clId="{92A920BA-7E9F-46EB-B561-1CB4F1CD11E0}" dt="2023-03-13T06:17:32.736" v="1710" actId="21"/>
          <ac:cxnSpMkLst>
            <pc:docMk/>
            <pc:sldMk cId="4219553116" sldId="1244"/>
            <ac:cxnSpMk id="21" creationId="{2FF029FD-2633-73EE-FE18-1BDF6A392470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22" creationId="{AE35AE5A-DAA0-E44F-7180-F86F2C682F78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27" creationId="{D8B64988-E980-FBC9-54F0-8BA67EE55791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29" creationId="{106C86CD-54BC-3092-13E7-2B52C9B1B6D2}"/>
          </ac:cxnSpMkLst>
        </pc:cxnChg>
        <pc:cxnChg chg="add del mod">
          <ac:chgData name="park sehun" userId="a5dd5dda71ea150a" providerId="LiveId" clId="{92A920BA-7E9F-46EB-B561-1CB4F1CD11E0}" dt="2023-03-13T05:47:20.627" v="1056" actId="478"/>
          <ac:cxnSpMkLst>
            <pc:docMk/>
            <pc:sldMk cId="4219553116" sldId="1244"/>
            <ac:cxnSpMk id="31" creationId="{D48EA2B3-C1C4-DB81-1EAB-F827063F4DEE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62468" creationId="{7BD0A04E-9D58-08F5-57A2-09C688EF7A29}"/>
          </ac:cxnSpMkLst>
        </pc:cxnChg>
        <pc:cxnChg chg="add del mod">
          <ac:chgData name="park sehun" userId="a5dd5dda71ea150a" providerId="LiveId" clId="{92A920BA-7E9F-46EB-B561-1CB4F1CD11E0}" dt="2023-03-13T05:47:41.856" v="1062" actId="478"/>
          <ac:cxnSpMkLst>
            <pc:docMk/>
            <pc:sldMk cId="4219553116" sldId="1244"/>
            <ac:cxnSpMk id="62469" creationId="{789ABD89-EEA1-B928-C529-2AA38973690D}"/>
          </ac:cxnSpMkLst>
        </pc:cxnChg>
        <pc:cxnChg chg="add del mod">
          <ac:chgData name="park sehun" userId="a5dd5dda71ea150a" providerId="LiveId" clId="{92A920BA-7E9F-46EB-B561-1CB4F1CD11E0}" dt="2023-03-13T05:47:22.792" v="1057" actId="478"/>
          <ac:cxnSpMkLst>
            <pc:docMk/>
            <pc:sldMk cId="4219553116" sldId="1244"/>
            <ac:cxnSpMk id="62472" creationId="{6DA038C5-C263-D1AF-27C8-E0C19655AD7C}"/>
          </ac:cxnSpMkLst>
        </pc:cxnChg>
        <pc:cxnChg chg="add del mod">
          <ac:chgData name="park sehun" userId="a5dd5dda71ea150a" providerId="LiveId" clId="{92A920BA-7E9F-46EB-B561-1CB4F1CD11E0}" dt="2023-03-13T05:47:38.979" v="1061" actId="478"/>
          <ac:cxnSpMkLst>
            <pc:docMk/>
            <pc:sldMk cId="4219553116" sldId="1244"/>
            <ac:cxnSpMk id="62475" creationId="{BAA78A9D-D3C6-6A0A-EF8B-FCF82F33EAAC}"/>
          </ac:cxnSpMkLst>
        </pc:cxnChg>
        <pc:cxnChg chg="add del mod">
          <ac:chgData name="park sehun" userId="a5dd5dda71ea150a" providerId="LiveId" clId="{92A920BA-7E9F-46EB-B561-1CB4F1CD11E0}" dt="2023-03-13T06:17:32.736" v="1710" actId="21"/>
          <ac:cxnSpMkLst>
            <pc:docMk/>
            <pc:sldMk cId="4219553116" sldId="1244"/>
            <ac:cxnSpMk id="62478" creationId="{ED7B85D3-4BAA-3F44-413A-D4995014EDE9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62487" creationId="{8D2ADDE4-26DA-AB47-5F77-35C452928BB3}"/>
          </ac:cxnSpMkLst>
        </pc:cxnChg>
        <pc:cxnChg chg="add del mod">
          <ac:chgData name="park sehun" userId="a5dd5dda71ea150a" providerId="LiveId" clId="{92A920BA-7E9F-46EB-B561-1CB4F1CD11E0}" dt="2023-03-13T06:06:32.270" v="1595" actId="478"/>
          <ac:cxnSpMkLst>
            <pc:docMk/>
            <pc:sldMk cId="4219553116" sldId="1244"/>
            <ac:cxnSpMk id="62491" creationId="{A10F0534-D99D-1BDC-0D6E-D4E2C4BC929A}"/>
          </ac:cxnSpMkLst>
        </pc:cxnChg>
        <pc:cxnChg chg="add del mod">
          <ac:chgData name="park sehun" userId="a5dd5dda71ea150a" providerId="LiveId" clId="{92A920BA-7E9F-46EB-B561-1CB4F1CD11E0}" dt="2023-03-13T06:06:42.285" v="1597" actId="478"/>
          <ac:cxnSpMkLst>
            <pc:docMk/>
            <pc:sldMk cId="4219553116" sldId="1244"/>
            <ac:cxnSpMk id="62493" creationId="{8205990B-5EE0-0533-98C2-CBD00BE27F49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62499" creationId="{E08FE01B-2F59-6B70-7925-A8F1AF96A140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62502" creationId="{46ED3F98-73B6-18D6-C2B1-1872F751E320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62517" creationId="{294F9A8A-E60C-AADE-53D6-5F1A7F29CAFA}"/>
          </ac:cxnSpMkLst>
        </pc:cxnChg>
        <pc:cxnChg chg="add mod">
          <ac:chgData name="park sehun" userId="a5dd5dda71ea150a" providerId="LiveId" clId="{92A920BA-7E9F-46EB-B561-1CB4F1CD11E0}" dt="2023-03-13T06:19:07.919" v="1859" actId="1036"/>
          <ac:cxnSpMkLst>
            <pc:docMk/>
            <pc:sldMk cId="4219553116" sldId="1244"/>
            <ac:cxnSpMk id="62518" creationId="{1899D49D-6D7A-2AAE-D8F9-9F739D2E7725}"/>
          </ac:cxnSpMkLst>
        </pc:cxnChg>
      </pc:sldChg>
      <pc:sldChg chg="addSp delSp modSp add mod">
        <pc:chgData name="park sehun" userId="a5dd5dda71ea150a" providerId="LiveId" clId="{92A920BA-7E9F-46EB-B561-1CB4F1CD11E0}" dt="2023-03-13T07:53:15.781" v="2844" actId="207"/>
        <pc:sldMkLst>
          <pc:docMk/>
          <pc:sldMk cId="2147095632" sldId="1245"/>
        </pc:sldMkLst>
        <pc:spChg chg="add mod">
          <ac:chgData name="park sehun" userId="a5dd5dda71ea150a" providerId="LiveId" clId="{92A920BA-7E9F-46EB-B561-1CB4F1CD11E0}" dt="2023-03-13T06:57:25.721" v="2015" actId="20577"/>
          <ac:spMkLst>
            <pc:docMk/>
            <pc:sldMk cId="2147095632" sldId="1245"/>
            <ac:spMk id="4" creationId="{C6811756-9D11-E582-33F2-F5FDC7888A6E}"/>
          </ac:spMkLst>
        </pc:spChg>
        <pc:spChg chg="add mod">
          <ac:chgData name="park sehun" userId="a5dd5dda71ea150a" providerId="LiveId" clId="{92A920BA-7E9F-46EB-B561-1CB4F1CD11E0}" dt="2023-03-13T06:57:43.691" v="2018" actId="14100"/>
          <ac:spMkLst>
            <pc:docMk/>
            <pc:sldMk cId="2147095632" sldId="1245"/>
            <ac:spMk id="5" creationId="{04E682CB-44D6-BA5F-8DB8-2E316C9AA9E3}"/>
          </ac:spMkLst>
        </pc:spChg>
        <pc:spChg chg="add mod">
          <ac:chgData name="park sehun" userId="a5dd5dda71ea150a" providerId="LiveId" clId="{92A920BA-7E9F-46EB-B561-1CB4F1CD11E0}" dt="2023-03-13T06:58:03.947" v="2022" actId="14100"/>
          <ac:spMkLst>
            <pc:docMk/>
            <pc:sldMk cId="2147095632" sldId="1245"/>
            <ac:spMk id="6" creationId="{F9E90A8B-681B-94BF-24A6-DE460414B3DB}"/>
          </ac:spMkLst>
        </pc:spChg>
        <pc:spChg chg="add mod">
          <ac:chgData name="park sehun" userId="a5dd5dda71ea150a" providerId="LiveId" clId="{92A920BA-7E9F-46EB-B561-1CB4F1CD11E0}" dt="2023-03-13T07:44:30.127" v="2579" actId="20577"/>
          <ac:spMkLst>
            <pc:docMk/>
            <pc:sldMk cId="2147095632" sldId="1245"/>
            <ac:spMk id="7" creationId="{7A2D733F-1759-7C68-EEFB-FB953F83B846}"/>
          </ac:spMkLst>
        </pc:spChg>
        <pc:spChg chg="add mod">
          <ac:chgData name="park sehun" userId="a5dd5dda71ea150a" providerId="LiveId" clId="{92A920BA-7E9F-46EB-B561-1CB4F1CD11E0}" dt="2023-03-13T07:10:32.024" v="2092" actId="14100"/>
          <ac:spMkLst>
            <pc:docMk/>
            <pc:sldMk cId="2147095632" sldId="1245"/>
            <ac:spMk id="8" creationId="{6BDA9BC3-98F7-2AC4-C740-278BA43C654A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10" creationId="{F9AEA2BA-799E-470C-87A7-61505A44881D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29" creationId="{E1035D1F-06C6-480A-ACE2-2292D618F9A5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30" creationId="{5B7D200B-0A31-4869-B0F4-4AE2BD16B730}"/>
          </ac:spMkLst>
        </pc:spChg>
        <pc:spChg chg="del">
          <ac:chgData name="park sehun" userId="a5dd5dda71ea150a" providerId="LiveId" clId="{92A920BA-7E9F-46EB-B561-1CB4F1CD11E0}" dt="2023-03-13T06:55:33.762" v="1905" actId="478"/>
          <ac:spMkLst>
            <pc:docMk/>
            <pc:sldMk cId="2147095632" sldId="1245"/>
            <ac:spMk id="31" creationId="{A4073C1E-65C4-4601-9E8A-4F6B5EEE3500}"/>
          </ac:spMkLst>
        </pc:spChg>
        <pc:spChg chg="del mod">
          <ac:chgData name="park sehun" userId="a5dd5dda71ea150a" providerId="LiveId" clId="{92A920BA-7E9F-46EB-B561-1CB4F1CD11E0}" dt="2023-03-13T06:56:25.379" v="1972" actId="478"/>
          <ac:spMkLst>
            <pc:docMk/>
            <pc:sldMk cId="2147095632" sldId="1245"/>
            <ac:spMk id="33" creationId="{568E98BC-0FBC-4D8A-9955-F9F0AE315866}"/>
          </ac:spMkLst>
        </pc:spChg>
        <pc:spChg chg="del mod">
          <ac:chgData name="park sehun" userId="a5dd5dda71ea150a" providerId="LiveId" clId="{92A920BA-7E9F-46EB-B561-1CB4F1CD11E0}" dt="2023-03-13T06:57:00.682" v="1982" actId="478"/>
          <ac:spMkLst>
            <pc:docMk/>
            <pc:sldMk cId="2147095632" sldId="1245"/>
            <ac:spMk id="34" creationId="{70C1EDEC-F7DA-4F57-8496-234FF45F0782}"/>
          </ac:spMkLst>
        </pc:spChg>
        <pc:spChg chg="mod">
          <ac:chgData name="park sehun" userId="a5dd5dda71ea150a" providerId="LiveId" clId="{92A920BA-7E9F-46EB-B561-1CB4F1CD11E0}" dt="2023-03-13T06:57:16.033" v="2000" actId="1038"/>
          <ac:spMkLst>
            <pc:docMk/>
            <pc:sldMk cId="2147095632" sldId="1245"/>
            <ac:spMk id="35" creationId="{4E8A9DDB-ADAD-46D8-B776-959FB415430C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40" creationId="{067DF4BC-D816-476B-B6CF-496EC5944DAE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41" creationId="{C92C3A17-9069-46C5-BD77-77274CF61402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43" creationId="{98CD6578-6EBB-45F2-B040-63C5F43711BF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44" creationId="{C955176B-ED41-4680-868B-E92ACB1660EE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45" creationId="{1B8A56DE-AADB-4F39-ABE4-DE3DC700BCD7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46" creationId="{F140CA78-C691-40EB-9467-092A5477F510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47" creationId="{BFFBFA13-9D4B-4B6C-9DAE-EC47A6D0A4A0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49" creationId="{C40AC2DC-943F-4E7D-A4C4-293B0A8D5551}"/>
          </ac:spMkLst>
        </pc:spChg>
        <pc:spChg chg="del">
          <ac:chgData name="park sehun" userId="a5dd5dda71ea150a" providerId="LiveId" clId="{92A920BA-7E9F-46EB-B561-1CB4F1CD11E0}" dt="2023-03-13T06:56:03.354" v="1909" actId="478"/>
          <ac:spMkLst>
            <pc:docMk/>
            <pc:sldMk cId="2147095632" sldId="1245"/>
            <ac:spMk id="51" creationId="{6E497FE8-ACB2-4270-AE46-10B163AEEAD0}"/>
          </ac:spMkLst>
        </pc:spChg>
        <pc:spChg chg="del">
          <ac:chgData name="park sehun" userId="a5dd5dda71ea150a" providerId="LiveId" clId="{92A920BA-7E9F-46EB-B561-1CB4F1CD11E0}" dt="2023-03-13T06:56:06.545" v="1910" actId="478"/>
          <ac:spMkLst>
            <pc:docMk/>
            <pc:sldMk cId="2147095632" sldId="1245"/>
            <ac:spMk id="53" creationId="{F2B44A66-F63F-4489-A2DB-F7E798DAEAC5}"/>
          </ac:spMkLst>
        </pc:spChg>
        <pc:spChg chg="del">
          <ac:chgData name="park sehun" userId="a5dd5dda71ea150a" providerId="LiveId" clId="{92A920BA-7E9F-46EB-B561-1CB4F1CD11E0}" dt="2023-03-13T06:25:16.652" v="1901" actId="478"/>
          <ac:spMkLst>
            <pc:docMk/>
            <pc:sldMk cId="2147095632" sldId="1245"/>
            <ac:spMk id="54" creationId="{C29D6112-022A-4BE0-B087-9B0A74023A45}"/>
          </ac:spMkLst>
        </pc:spChg>
        <pc:spChg chg="del mod">
          <ac:chgData name="park sehun" userId="a5dd5dda71ea150a" providerId="LiveId" clId="{92A920BA-7E9F-46EB-B561-1CB4F1CD11E0}" dt="2023-03-13T06:57:00.682" v="1982" actId="478"/>
          <ac:spMkLst>
            <pc:docMk/>
            <pc:sldMk cId="2147095632" sldId="1245"/>
            <ac:spMk id="57" creationId="{96EF3CC6-A26B-4737-9854-609D11C92B95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58" creationId="{6CFD5F8C-C28A-4788-84CF-A509AA568308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62" creationId="{21EFE2C6-EE61-4AD8-90BF-A946A21F4D69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64" creationId="{448C13B5-BE28-4E49-AD4A-13CD3C2E1F52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65" creationId="{DBC7F70F-4F70-49CF-A256-96291F95FD4D}"/>
          </ac:spMkLst>
        </pc:spChg>
        <pc:spChg chg="del">
          <ac:chgData name="park sehun" userId="a5dd5dda71ea150a" providerId="LiveId" clId="{92A920BA-7E9F-46EB-B561-1CB4F1CD11E0}" dt="2023-03-13T06:25:28.909" v="1904" actId="478"/>
          <ac:spMkLst>
            <pc:docMk/>
            <pc:sldMk cId="2147095632" sldId="1245"/>
            <ac:spMk id="66" creationId="{186D568E-3C76-4B43-8ACD-7EFA2134FAAA}"/>
          </ac:spMkLst>
        </pc:spChg>
        <pc:spChg chg="del">
          <ac:chgData name="park sehun" userId="a5dd5dda71ea150a" providerId="LiveId" clId="{92A920BA-7E9F-46EB-B561-1CB4F1CD11E0}" dt="2023-03-13T06:55:54.409" v="1907" actId="478"/>
          <ac:spMkLst>
            <pc:docMk/>
            <pc:sldMk cId="2147095632" sldId="1245"/>
            <ac:spMk id="67" creationId="{88A467CD-06CA-4E28-91A1-8195BA409E25}"/>
          </ac:spMkLst>
        </pc:spChg>
        <pc:spChg chg="mod">
          <ac:chgData name="park sehun" userId="a5dd5dda71ea150a" providerId="LiveId" clId="{92A920BA-7E9F-46EB-B561-1CB4F1CD11E0}" dt="2023-03-13T06:24:42.717" v="1900" actId="6549"/>
          <ac:spMkLst>
            <pc:docMk/>
            <pc:sldMk cId="2147095632" sldId="1245"/>
            <ac:spMk id="62466" creationId="{00000000-0000-0000-0000-000000000000}"/>
          </ac:spMkLst>
        </pc:spChg>
        <pc:graphicFrameChg chg="del">
          <ac:chgData name="park sehun" userId="a5dd5dda71ea150a" providerId="LiveId" clId="{92A920BA-7E9F-46EB-B561-1CB4F1CD11E0}" dt="2023-03-13T06:55:54.409" v="1907" actId="478"/>
          <ac:graphicFrameMkLst>
            <pc:docMk/>
            <pc:sldMk cId="2147095632" sldId="1245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92A920BA-7E9F-46EB-B561-1CB4F1CD11E0}" dt="2023-03-13T06:55:54.409" v="1907" actId="478"/>
          <ac:graphicFrameMkLst>
            <pc:docMk/>
            <pc:sldMk cId="2147095632" sldId="1245"/>
            <ac:graphicFrameMk id="26" creationId="{B8CBC2B5-E364-44B9-9D74-6950695C61B7}"/>
          </ac:graphicFrameMkLst>
        </pc:graphicFrameChg>
        <pc:graphicFrameChg chg="del">
          <ac:chgData name="park sehun" userId="a5dd5dda71ea150a" providerId="LiveId" clId="{92A920BA-7E9F-46EB-B561-1CB4F1CD11E0}" dt="2023-03-13T06:55:54.409" v="1907" actId="478"/>
          <ac:graphicFrameMkLst>
            <pc:docMk/>
            <pc:sldMk cId="2147095632" sldId="1245"/>
            <ac:graphicFrameMk id="48" creationId="{AB06FFBB-403E-4958-8CD8-8D42FB7DDCB3}"/>
          </ac:graphicFrameMkLst>
        </pc:graphicFrameChg>
        <pc:graphicFrameChg chg="del">
          <ac:chgData name="park sehun" userId="a5dd5dda71ea150a" providerId="LiveId" clId="{92A920BA-7E9F-46EB-B561-1CB4F1CD11E0}" dt="2023-03-13T06:55:54.409" v="1907" actId="478"/>
          <ac:graphicFrameMkLst>
            <pc:docMk/>
            <pc:sldMk cId="2147095632" sldId="1245"/>
            <ac:graphicFrameMk id="55" creationId="{7D709E48-6EBA-44DA-AAAF-09F50926E59D}"/>
          </ac:graphicFrameMkLst>
        </pc:graphicFrameChg>
        <pc:graphicFrameChg chg="del">
          <ac:chgData name="park sehun" userId="a5dd5dda71ea150a" providerId="LiveId" clId="{92A920BA-7E9F-46EB-B561-1CB4F1CD11E0}" dt="2023-03-13T06:55:54.409" v="1907" actId="478"/>
          <ac:graphicFrameMkLst>
            <pc:docMk/>
            <pc:sldMk cId="2147095632" sldId="1245"/>
            <ac:graphicFrameMk id="56" creationId="{346A2C9E-15AE-4844-A8B8-72CD137A7898}"/>
          </ac:graphicFrameMkLst>
        </pc:graphicFrameChg>
        <pc:graphicFrameChg chg="del">
          <ac:chgData name="park sehun" userId="a5dd5dda71ea150a" providerId="LiveId" clId="{92A920BA-7E9F-46EB-B561-1CB4F1CD11E0}" dt="2023-03-13T06:55:54.409" v="1907" actId="478"/>
          <ac:graphicFrameMkLst>
            <pc:docMk/>
            <pc:sldMk cId="2147095632" sldId="1245"/>
            <ac:graphicFrameMk id="59" creationId="{4ADE41DE-E7CF-4AAE-B331-33234E49BC5B}"/>
          </ac:graphicFrameMkLst>
        </pc:graphicFrameChg>
        <pc:picChg chg="add mod">
          <ac:chgData name="park sehun" userId="a5dd5dda71ea150a" providerId="LiveId" clId="{92A920BA-7E9F-46EB-B561-1CB4F1CD11E0}" dt="2023-03-13T07:53:15.781" v="2844" actId="207"/>
          <ac:picMkLst>
            <pc:docMk/>
            <pc:sldMk cId="2147095632" sldId="1245"/>
            <ac:picMk id="3" creationId="{EC535A91-A0C4-9F8E-7272-3B4F3127FDB7}"/>
          </ac:picMkLst>
        </pc:picChg>
        <pc:picChg chg="del">
          <ac:chgData name="park sehun" userId="a5dd5dda71ea150a" providerId="LiveId" clId="{92A920BA-7E9F-46EB-B561-1CB4F1CD11E0}" dt="2023-03-13T06:55:54.409" v="1907" actId="478"/>
          <ac:picMkLst>
            <pc:docMk/>
            <pc:sldMk cId="2147095632" sldId="1245"/>
            <ac:picMk id="42" creationId="{A92D90D5-D51A-4039-9CF8-FADFD02EDC0A}"/>
          </ac:picMkLst>
        </pc:picChg>
        <pc:picChg chg="del">
          <ac:chgData name="park sehun" userId="a5dd5dda71ea150a" providerId="LiveId" clId="{92A920BA-7E9F-46EB-B561-1CB4F1CD11E0}" dt="2023-03-13T06:55:56.322" v="1908" actId="478"/>
          <ac:picMkLst>
            <pc:docMk/>
            <pc:sldMk cId="2147095632" sldId="1245"/>
            <ac:picMk id="61" creationId="{ED81E28F-892A-4463-A27A-369BD13472CE}"/>
          </ac:picMkLst>
        </pc:picChg>
        <pc:cxnChg chg="del">
          <ac:chgData name="park sehun" userId="a5dd5dda71ea150a" providerId="LiveId" clId="{92A920BA-7E9F-46EB-B561-1CB4F1CD11E0}" dt="2023-03-13T06:25:23.029" v="1902" actId="478"/>
          <ac:cxnSpMkLst>
            <pc:docMk/>
            <pc:sldMk cId="2147095632" sldId="1245"/>
            <ac:cxnSpMk id="16" creationId="{6F9B0103-0B6F-464E-A331-2D9AE93B5EC2}"/>
          </ac:cxnSpMkLst>
        </pc:cxnChg>
        <pc:cxnChg chg="del">
          <ac:chgData name="park sehun" userId="a5dd5dda71ea150a" providerId="LiveId" clId="{92A920BA-7E9F-46EB-B561-1CB4F1CD11E0}" dt="2023-03-13T06:55:54.409" v="1907" actId="478"/>
          <ac:cxnSpMkLst>
            <pc:docMk/>
            <pc:sldMk cId="2147095632" sldId="1245"/>
            <ac:cxnSpMk id="32" creationId="{24C84605-EF05-48D1-A6B2-143FF0EAB0F6}"/>
          </ac:cxnSpMkLst>
        </pc:cxnChg>
        <pc:cxnChg chg="del">
          <ac:chgData name="park sehun" userId="a5dd5dda71ea150a" providerId="LiveId" clId="{92A920BA-7E9F-46EB-B561-1CB4F1CD11E0}" dt="2023-03-13T06:55:54.409" v="1907" actId="478"/>
          <ac:cxnSpMkLst>
            <pc:docMk/>
            <pc:sldMk cId="2147095632" sldId="1245"/>
            <ac:cxnSpMk id="36" creationId="{F44CD8B0-830B-47DD-A7C6-8881BFF17885}"/>
          </ac:cxnSpMkLst>
        </pc:cxnChg>
        <pc:cxnChg chg="del">
          <ac:chgData name="park sehun" userId="a5dd5dda71ea150a" providerId="LiveId" clId="{92A920BA-7E9F-46EB-B561-1CB4F1CD11E0}" dt="2023-03-13T06:55:54.409" v="1907" actId="478"/>
          <ac:cxnSpMkLst>
            <pc:docMk/>
            <pc:sldMk cId="2147095632" sldId="1245"/>
            <ac:cxnSpMk id="37" creationId="{449EB1C4-45E4-435E-97D4-2D3884C5A484}"/>
          </ac:cxnSpMkLst>
        </pc:cxnChg>
        <pc:cxnChg chg="del">
          <ac:chgData name="park sehun" userId="a5dd5dda71ea150a" providerId="LiveId" clId="{92A920BA-7E9F-46EB-B561-1CB4F1CD11E0}" dt="2023-03-13T06:25:25.132" v="1903" actId="478"/>
          <ac:cxnSpMkLst>
            <pc:docMk/>
            <pc:sldMk cId="2147095632" sldId="1245"/>
            <ac:cxnSpMk id="50" creationId="{AA7171CE-0DE4-411A-87C9-037D611A0DB4}"/>
          </ac:cxnSpMkLst>
        </pc:cxnChg>
        <pc:cxnChg chg="del">
          <ac:chgData name="park sehun" userId="a5dd5dda71ea150a" providerId="LiveId" clId="{92A920BA-7E9F-46EB-B561-1CB4F1CD11E0}" dt="2023-03-13T06:55:54.409" v="1907" actId="478"/>
          <ac:cxnSpMkLst>
            <pc:docMk/>
            <pc:sldMk cId="2147095632" sldId="1245"/>
            <ac:cxnSpMk id="52" creationId="{42C8BC88-D76B-439E-91EB-941BF7C7ADD9}"/>
          </ac:cxnSpMkLst>
        </pc:cxnChg>
        <pc:cxnChg chg="del">
          <ac:chgData name="park sehun" userId="a5dd5dda71ea150a" providerId="LiveId" clId="{92A920BA-7E9F-46EB-B561-1CB4F1CD11E0}" dt="2023-03-13T06:55:54.409" v="1907" actId="478"/>
          <ac:cxnSpMkLst>
            <pc:docMk/>
            <pc:sldMk cId="2147095632" sldId="1245"/>
            <ac:cxnSpMk id="60" creationId="{152A6CBB-E5A8-4A8C-B5B6-A30031F9E380}"/>
          </ac:cxnSpMkLst>
        </pc:cxnChg>
        <pc:cxnChg chg="del">
          <ac:chgData name="park sehun" userId="a5dd5dda71ea150a" providerId="LiveId" clId="{92A920BA-7E9F-46EB-B561-1CB4F1CD11E0}" dt="2023-03-13T06:55:54.409" v="1907" actId="478"/>
          <ac:cxnSpMkLst>
            <pc:docMk/>
            <pc:sldMk cId="2147095632" sldId="1245"/>
            <ac:cxnSpMk id="63" creationId="{B450CDA2-96C2-408E-AA72-BE428EF33160}"/>
          </ac:cxnSpMkLst>
        </pc:cxnChg>
      </pc:sldChg>
      <pc:sldChg chg="modSp add">
        <pc:chgData name="park sehun" userId="a5dd5dda71ea150a" providerId="LiveId" clId="{92A920BA-7E9F-46EB-B561-1CB4F1CD11E0}" dt="2023-03-13T07:11:01.713" v="2095" actId="1076"/>
        <pc:sldMkLst>
          <pc:docMk/>
          <pc:sldMk cId="2136928263" sldId="1246"/>
        </pc:sldMkLst>
        <pc:spChg chg="mod">
          <ac:chgData name="park sehun" userId="a5dd5dda71ea150a" providerId="LiveId" clId="{92A920BA-7E9F-46EB-B561-1CB4F1CD11E0}" dt="2023-03-13T07:11:01.713" v="2095" actId="1076"/>
          <ac:spMkLst>
            <pc:docMk/>
            <pc:sldMk cId="2136928263" sldId="1246"/>
            <ac:spMk id="53" creationId="{F2B44A66-F63F-4489-A2DB-F7E798DAEAC5}"/>
          </ac:spMkLst>
        </pc:spChg>
      </pc:sldChg>
      <pc:sldChg chg="addSp delSp modSp add mod">
        <pc:chgData name="park sehun" userId="a5dd5dda71ea150a" providerId="LiveId" clId="{92A920BA-7E9F-46EB-B561-1CB4F1CD11E0}" dt="2023-03-13T07:53:24.734" v="2845" actId="207"/>
        <pc:sldMkLst>
          <pc:docMk/>
          <pc:sldMk cId="3296635501" sldId="1247"/>
        </pc:sldMkLst>
        <pc:spChg chg="del">
          <ac:chgData name="park sehun" userId="a5dd5dda71ea150a" providerId="LiveId" clId="{92A920BA-7E9F-46EB-B561-1CB4F1CD11E0}" dt="2023-03-13T07:11:14.193" v="2096" actId="478"/>
          <ac:spMkLst>
            <pc:docMk/>
            <pc:sldMk cId="3296635501" sldId="1247"/>
            <ac:spMk id="4" creationId="{C6811756-9D11-E582-33F2-F5FDC7888A6E}"/>
          </ac:spMkLst>
        </pc:spChg>
        <pc:spChg chg="del">
          <ac:chgData name="park sehun" userId="a5dd5dda71ea150a" providerId="LiveId" clId="{92A920BA-7E9F-46EB-B561-1CB4F1CD11E0}" dt="2023-03-13T07:11:14.193" v="2096" actId="478"/>
          <ac:spMkLst>
            <pc:docMk/>
            <pc:sldMk cId="3296635501" sldId="1247"/>
            <ac:spMk id="5" creationId="{04E682CB-44D6-BA5F-8DB8-2E316C9AA9E3}"/>
          </ac:spMkLst>
        </pc:spChg>
        <pc:spChg chg="del">
          <ac:chgData name="park sehun" userId="a5dd5dda71ea150a" providerId="LiveId" clId="{92A920BA-7E9F-46EB-B561-1CB4F1CD11E0}" dt="2023-03-13T07:11:14.193" v="2096" actId="478"/>
          <ac:spMkLst>
            <pc:docMk/>
            <pc:sldMk cId="3296635501" sldId="1247"/>
            <ac:spMk id="6" creationId="{F9E90A8B-681B-94BF-24A6-DE460414B3DB}"/>
          </ac:spMkLst>
        </pc:spChg>
        <pc:spChg chg="del">
          <ac:chgData name="park sehun" userId="a5dd5dda71ea150a" providerId="LiveId" clId="{92A920BA-7E9F-46EB-B561-1CB4F1CD11E0}" dt="2023-03-13T07:11:14.193" v="2096" actId="478"/>
          <ac:spMkLst>
            <pc:docMk/>
            <pc:sldMk cId="3296635501" sldId="1247"/>
            <ac:spMk id="7" creationId="{7A2D733F-1759-7C68-EEFB-FB953F83B846}"/>
          </ac:spMkLst>
        </pc:spChg>
        <pc:spChg chg="del">
          <ac:chgData name="park sehun" userId="a5dd5dda71ea150a" providerId="LiveId" clId="{92A920BA-7E9F-46EB-B561-1CB4F1CD11E0}" dt="2023-03-13T07:11:14.193" v="2096" actId="478"/>
          <ac:spMkLst>
            <pc:docMk/>
            <pc:sldMk cId="3296635501" sldId="1247"/>
            <ac:spMk id="8" creationId="{6BDA9BC3-98F7-2AC4-C740-278BA43C654A}"/>
          </ac:spMkLst>
        </pc:spChg>
        <pc:spChg chg="add del mod">
          <ac:chgData name="park sehun" userId="a5dd5dda71ea150a" providerId="LiveId" clId="{92A920BA-7E9F-46EB-B561-1CB4F1CD11E0}" dt="2023-03-13T07:11:17.866" v="2098" actId="478"/>
          <ac:spMkLst>
            <pc:docMk/>
            <pc:sldMk cId="3296635501" sldId="1247"/>
            <ac:spMk id="9" creationId="{81059B04-36EE-63A0-532D-931D2C66FB3A}"/>
          </ac:spMkLst>
        </pc:spChg>
        <pc:spChg chg="add del mod">
          <ac:chgData name="park sehun" userId="a5dd5dda71ea150a" providerId="LiveId" clId="{92A920BA-7E9F-46EB-B561-1CB4F1CD11E0}" dt="2023-03-13T07:11:22.065" v="2100" actId="478"/>
          <ac:spMkLst>
            <pc:docMk/>
            <pc:sldMk cId="3296635501" sldId="1247"/>
            <ac:spMk id="10" creationId="{B824B843-C9C3-982D-9FE0-6D954F3800AA}"/>
          </ac:spMkLst>
        </pc:spChg>
        <pc:spChg chg="add mod">
          <ac:chgData name="park sehun" userId="a5dd5dda71ea150a" providerId="LiveId" clId="{92A920BA-7E9F-46EB-B561-1CB4F1CD11E0}" dt="2023-03-13T07:11:42.025" v="2126" actId="1038"/>
          <ac:spMkLst>
            <pc:docMk/>
            <pc:sldMk cId="3296635501" sldId="1247"/>
            <ac:spMk id="18" creationId="{EDBA74AA-4C47-364C-FCA7-51722BD10019}"/>
          </ac:spMkLst>
        </pc:spChg>
        <pc:spChg chg="add del mod">
          <ac:chgData name="park sehun" userId="a5dd5dda71ea150a" providerId="LiveId" clId="{92A920BA-7E9F-46EB-B561-1CB4F1CD11E0}" dt="2023-03-13T07:38:17.830" v="2314" actId="478"/>
          <ac:spMkLst>
            <pc:docMk/>
            <pc:sldMk cId="3296635501" sldId="1247"/>
            <ac:spMk id="20" creationId="{8F2776E8-A7B7-A131-239C-779D4E775C8C}"/>
          </ac:spMkLst>
        </pc:spChg>
        <pc:spChg chg="add del mod">
          <ac:chgData name="park sehun" userId="a5dd5dda71ea150a" providerId="LiveId" clId="{92A920BA-7E9F-46EB-B561-1CB4F1CD11E0}" dt="2023-03-13T07:37:53.710" v="2305" actId="478"/>
          <ac:spMkLst>
            <pc:docMk/>
            <pc:sldMk cId="3296635501" sldId="1247"/>
            <ac:spMk id="21" creationId="{2EDCE751-D262-306E-1ADF-0A1AE36B9179}"/>
          </ac:spMkLst>
        </pc:spChg>
        <pc:spChg chg="add del mod">
          <ac:chgData name="park sehun" userId="a5dd5dda71ea150a" providerId="LiveId" clId="{92A920BA-7E9F-46EB-B561-1CB4F1CD11E0}" dt="2023-03-13T07:13:59.695" v="2230" actId="478"/>
          <ac:spMkLst>
            <pc:docMk/>
            <pc:sldMk cId="3296635501" sldId="1247"/>
            <ac:spMk id="26" creationId="{26AC4D5D-68EA-4AD7-D37A-A23AD0354F9A}"/>
          </ac:spMkLst>
        </pc:spChg>
        <pc:spChg chg="add del mod">
          <ac:chgData name="park sehun" userId="a5dd5dda71ea150a" providerId="LiveId" clId="{92A920BA-7E9F-46EB-B561-1CB4F1CD11E0}" dt="2023-03-13T07:16:20.455" v="2253" actId="478"/>
          <ac:spMkLst>
            <pc:docMk/>
            <pc:sldMk cId="3296635501" sldId="1247"/>
            <ac:spMk id="27" creationId="{744DA494-229B-7CD7-BE12-025751ECDB54}"/>
          </ac:spMkLst>
        </pc:spChg>
        <pc:spChg chg="add del mod">
          <ac:chgData name="park sehun" userId="a5dd5dda71ea150a" providerId="LiveId" clId="{92A920BA-7E9F-46EB-B561-1CB4F1CD11E0}" dt="2023-03-13T07:16:20.455" v="2253" actId="478"/>
          <ac:spMkLst>
            <pc:docMk/>
            <pc:sldMk cId="3296635501" sldId="1247"/>
            <ac:spMk id="28" creationId="{4C243D21-83FD-FF7C-F4CA-70662BDEC392}"/>
          </ac:spMkLst>
        </pc:spChg>
        <pc:spChg chg="add del mod">
          <ac:chgData name="park sehun" userId="a5dd5dda71ea150a" providerId="LiveId" clId="{92A920BA-7E9F-46EB-B561-1CB4F1CD11E0}" dt="2023-03-13T07:16:17.785" v="2252" actId="478"/>
          <ac:spMkLst>
            <pc:docMk/>
            <pc:sldMk cId="3296635501" sldId="1247"/>
            <ac:spMk id="29" creationId="{F48D8FFC-7CE5-0DB9-2AA6-A50F658266A9}"/>
          </ac:spMkLst>
        </pc:spChg>
        <pc:spChg chg="add del mod">
          <ac:chgData name="park sehun" userId="a5dd5dda71ea150a" providerId="LiveId" clId="{92A920BA-7E9F-46EB-B561-1CB4F1CD11E0}" dt="2023-03-13T07:11:29.875" v="2102" actId="478"/>
          <ac:spMkLst>
            <pc:docMk/>
            <pc:sldMk cId="3296635501" sldId="1247"/>
            <ac:spMk id="30" creationId="{5D2B6FFD-9E4D-1366-2069-05D04B742C00}"/>
          </ac:spMkLst>
        </pc:spChg>
        <pc:spChg chg="add mod">
          <ac:chgData name="park sehun" userId="a5dd5dda71ea150a" providerId="LiveId" clId="{92A920BA-7E9F-46EB-B561-1CB4F1CD11E0}" dt="2023-03-13T07:11:42.025" v="2126" actId="1038"/>
          <ac:spMkLst>
            <pc:docMk/>
            <pc:sldMk cId="3296635501" sldId="1247"/>
            <ac:spMk id="31" creationId="{4BEB17FA-DBA8-50D4-1774-58E5B0BA245F}"/>
          </ac:spMkLst>
        </pc:spChg>
        <pc:spChg chg="add del mod">
          <ac:chgData name="park sehun" userId="a5dd5dda71ea150a" providerId="LiveId" clId="{92A920BA-7E9F-46EB-B561-1CB4F1CD11E0}" dt="2023-03-13T07:11:24.601" v="2101" actId="478"/>
          <ac:spMkLst>
            <pc:docMk/>
            <pc:sldMk cId="3296635501" sldId="1247"/>
            <ac:spMk id="33" creationId="{91617619-19C1-3BFE-3588-2132C66940E3}"/>
          </ac:spMkLst>
        </pc:spChg>
        <pc:spChg chg="add del mod">
          <ac:chgData name="park sehun" userId="a5dd5dda71ea150a" providerId="LiveId" clId="{92A920BA-7E9F-46EB-B561-1CB4F1CD11E0}" dt="2023-03-13T07:14:04.096" v="2231" actId="478"/>
          <ac:spMkLst>
            <pc:docMk/>
            <pc:sldMk cId="3296635501" sldId="1247"/>
            <ac:spMk id="34" creationId="{BFB1A76E-860D-EAF4-22DC-2262194CA296}"/>
          </ac:spMkLst>
        </pc:spChg>
        <pc:spChg chg="del">
          <ac:chgData name="park sehun" userId="a5dd5dda71ea150a" providerId="LiveId" clId="{92A920BA-7E9F-46EB-B561-1CB4F1CD11E0}" dt="2023-03-13T07:11:14.193" v="2096" actId="478"/>
          <ac:spMkLst>
            <pc:docMk/>
            <pc:sldMk cId="3296635501" sldId="1247"/>
            <ac:spMk id="35" creationId="{4E8A9DDB-ADAD-46D8-B776-959FB415430C}"/>
          </ac:spMkLst>
        </pc:spChg>
        <pc:spChg chg="add mod">
          <ac:chgData name="park sehun" userId="a5dd5dda71ea150a" providerId="LiveId" clId="{92A920BA-7E9F-46EB-B561-1CB4F1CD11E0}" dt="2023-03-13T07:39:40.463" v="2376" actId="1038"/>
          <ac:spMkLst>
            <pc:docMk/>
            <pc:sldMk cId="3296635501" sldId="1247"/>
            <ac:spMk id="52" creationId="{AA44E5B8-F20F-1C68-1D7D-60E012C09A30}"/>
          </ac:spMkLst>
        </pc:spChg>
        <pc:spChg chg="add del mod">
          <ac:chgData name="park sehun" userId="a5dd5dda71ea150a" providerId="LiveId" clId="{92A920BA-7E9F-46EB-B561-1CB4F1CD11E0}" dt="2023-03-13T07:40:12.553" v="2427"/>
          <ac:spMkLst>
            <pc:docMk/>
            <pc:sldMk cId="3296635501" sldId="1247"/>
            <ac:spMk id="60" creationId="{5FF0C85C-EA17-744A-885D-A2F26CD11131}"/>
          </ac:spMkLst>
        </pc:spChg>
        <pc:spChg chg="add mod">
          <ac:chgData name="park sehun" userId="a5dd5dda71ea150a" providerId="LiveId" clId="{92A920BA-7E9F-46EB-B561-1CB4F1CD11E0}" dt="2023-03-13T07:40:23.246" v="2445" actId="1038"/>
          <ac:spMkLst>
            <pc:docMk/>
            <pc:sldMk cId="3296635501" sldId="1247"/>
            <ac:spMk id="62464" creationId="{5115FE2F-2D31-1B6C-7297-6C8F2BC95286}"/>
          </ac:spMkLst>
        </pc:spChg>
        <pc:spChg chg="add mod">
          <ac:chgData name="park sehun" userId="a5dd5dda71ea150a" providerId="LiveId" clId="{92A920BA-7E9F-46EB-B561-1CB4F1CD11E0}" dt="2023-03-13T07:43:22.043" v="2565" actId="1076"/>
          <ac:spMkLst>
            <pc:docMk/>
            <pc:sldMk cId="3296635501" sldId="1247"/>
            <ac:spMk id="62484" creationId="{514CEC76-4DC3-7C1F-AD16-63D93090BC87}"/>
          </ac:spMkLst>
        </pc:spChg>
        <pc:spChg chg="add mod">
          <ac:chgData name="park sehun" userId="a5dd5dda71ea150a" providerId="LiveId" clId="{92A920BA-7E9F-46EB-B561-1CB4F1CD11E0}" dt="2023-03-13T07:44:52.518" v="2613" actId="1036"/>
          <ac:spMkLst>
            <pc:docMk/>
            <pc:sldMk cId="3296635501" sldId="1247"/>
            <ac:spMk id="62485" creationId="{492B54EA-CC3B-5435-71D2-B517049F7BB8}"/>
          </ac:spMkLst>
        </pc:spChg>
        <pc:graphicFrameChg chg="add mod modGraphic">
          <ac:chgData name="park sehun" userId="a5dd5dda71ea150a" providerId="LiveId" clId="{92A920BA-7E9F-46EB-B561-1CB4F1CD11E0}" dt="2023-03-13T07:16:08.400" v="2250" actId="20577"/>
          <ac:graphicFrameMkLst>
            <pc:docMk/>
            <pc:sldMk cId="3296635501" sldId="1247"/>
            <ac:graphicFrameMk id="2" creationId="{478F8CFC-77A1-9E05-8121-A0DA32500107}"/>
          </ac:graphicFrameMkLst>
        </pc:graphicFrameChg>
        <pc:graphicFrameChg chg="add mod">
          <ac:chgData name="park sehun" userId="a5dd5dda71ea150a" providerId="LiveId" clId="{92A920BA-7E9F-46EB-B561-1CB4F1CD11E0}" dt="2023-03-13T07:11:42.025" v="2126" actId="1038"/>
          <ac:graphicFrameMkLst>
            <pc:docMk/>
            <pc:sldMk cId="3296635501" sldId="1247"/>
            <ac:graphicFrameMk id="11" creationId="{804ECE68-252C-F16B-A0BF-CCE303B4DDF1}"/>
          </ac:graphicFrameMkLst>
        </pc:graphicFrameChg>
        <pc:graphicFrameChg chg="add mod modGraphic">
          <ac:chgData name="park sehun" userId="a5dd5dda71ea150a" providerId="LiveId" clId="{92A920BA-7E9F-46EB-B561-1CB4F1CD11E0}" dt="2023-03-13T07:40:52.744" v="2453" actId="1035"/>
          <ac:graphicFrameMkLst>
            <pc:docMk/>
            <pc:sldMk cId="3296635501" sldId="1247"/>
            <ac:graphicFrameMk id="12" creationId="{F85F35FC-F890-BF6B-D848-9BA1DD10BC76}"/>
          </ac:graphicFrameMkLst>
        </pc:graphicFrameChg>
        <pc:graphicFrameChg chg="add del mod">
          <ac:chgData name="park sehun" userId="a5dd5dda71ea150a" providerId="LiveId" clId="{92A920BA-7E9F-46EB-B561-1CB4F1CD11E0}" dt="2023-03-13T07:16:17.785" v="2252" actId="478"/>
          <ac:graphicFrameMkLst>
            <pc:docMk/>
            <pc:sldMk cId="3296635501" sldId="1247"/>
            <ac:graphicFrameMk id="13" creationId="{32890E9A-2DE8-CAC4-E602-2BB3728DB00B}"/>
          </ac:graphicFrameMkLst>
        </pc:graphicFrameChg>
        <pc:graphicFrameChg chg="add mod modGraphic">
          <ac:chgData name="park sehun" userId="a5dd5dda71ea150a" providerId="LiveId" clId="{92A920BA-7E9F-46EB-B561-1CB4F1CD11E0}" dt="2023-03-13T07:39:09.071" v="2354" actId="1037"/>
          <ac:graphicFrameMkLst>
            <pc:docMk/>
            <pc:sldMk cId="3296635501" sldId="1247"/>
            <ac:graphicFrameMk id="14" creationId="{1F186ABD-2ED5-5B17-01F9-B0A479C27FD6}"/>
          </ac:graphicFrameMkLst>
        </pc:graphicFrameChg>
        <pc:graphicFrameChg chg="add del mod">
          <ac:chgData name="park sehun" userId="a5dd5dda71ea150a" providerId="LiveId" clId="{92A920BA-7E9F-46EB-B561-1CB4F1CD11E0}" dt="2023-03-13T07:16:17.785" v="2252" actId="478"/>
          <ac:graphicFrameMkLst>
            <pc:docMk/>
            <pc:sldMk cId="3296635501" sldId="1247"/>
            <ac:graphicFrameMk id="19" creationId="{272259B2-47A1-8187-DFAE-44A2B748FC2B}"/>
          </ac:graphicFrameMkLst>
        </pc:graphicFrameChg>
        <pc:graphicFrameChg chg="add mod modGraphic">
          <ac:chgData name="park sehun" userId="a5dd5dda71ea150a" providerId="LiveId" clId="{92A920BA-7E9F-46EB-B561-1CB4F1CD11E0}" dt="2023-03-13T07:39:16.062" v="2359" actId="1035"/>
          <ac:graphicFrameMkLst>
            <pc:docMk/>
            <pc:sldMk cId="3296635501" sldId="1247"/>
            <ac:graphicFrameMk id="37" creationId="{F609B1B0-335F-5C76-6FF5-4944D8075E4D}"/>
          </ac:graphicFrameMkLst>
        </pc:graphicFrameChg>
        <pc:graphicFrameChg chg="add mod">
          <ac:chgData name="park sehun" userId="a5dd5dda71ea150a" providerId="LiveId" clId="{92A920BA-7E9F-46EB-B561-1CB4F1CD11E0}" dt="2023-03-13T07:41:11.271" v="2490" actId="1036"/>
          <ac:graphicFrameMkLst>
            <pc:docMk/>
            <pc:sldMk cId="3296635501" sldId="1247"/>
            <ac:graphicFrameMk id="48" creationId="{2F749388-2F32-1924-5D80-60C00BCC6D58}"/>
          </ac:graphicFrameMkLst>
        </pc:graphicFrameChg>
        <pc:graphicFrameChg chg="add mod">
          <ac:chgData name="park sehun" userId="a5dd5dda71ea150a" providerId="LiveId" clId="{92A920BA-7E9F-46EB-B561-1CB4F1CD11E0}" dt="2023-03-13T07:41:16.279" v="2493" actId="1036"/>
          <ac:graphicFrameMkLst>
            <pc:docMk/>
            <pc:sldMk cId="3296635501" sldId="1247"/>
            <ac:graphicFrameMk id="49" creationId="{07499887-1F66-A7E4-08E3-58412D211BB5}"/>
          </ac:graphicFrameMkLst>
        </pc:graphicFrameChg>
        <pc:graphicFrameChg chg="add mod">
          <ac:chgData name="park sehun" userId="a5dd5dda71ea150a" providerId="LiveId" clId="{92A920BA-7E9F-46EB-B561-1CB4F1CD11E0}" dt="2023-03-13T07:41:19.823" v="2497" actId="1035"/>
          <ac:graphicFrameMkLst>
            <pc:docMk/>
            <pc:sldMk cId="3296635501" sldId="1247"/>
            <ac:graphicFrameMk id="54" creationId="{05190175-3B91-2470-355C-0AD420003361}"/>
          </ac:graphicFrameMkLst>
        </pc:graphicFrameChg>
        <pc:graphicFrameChg chg="add del mod">
          <ac:chgData name="park sehun" userId="a5dd5dda71ea150a" providerId="LiveId" clId="{92A920BA-7E9F-46EB-B561-1CB4F1CD11E0}" dt="2023-03-13T07:40:12.553" v="2427"/>
          <ac:graphicFrameMkLst>
            <pc:docMk/>
            <pc:sldMk cId="3296635501" sldId="1247"/>
            <ac:graphicFrameMk id="56" creationId="{8653A0DF-DC33-8B5E-AD1F-BD8F01C46C2F}"/>
          </ac:graphicFrameMkLst>
        </pc:graphicFrameChg>
        <pc:graphicFrameChg chg="add del mod">
          <ac:chgData name="park sehun" userId="a5dd5dda71ea150a" providerId="LiveId" clId="{92A920BA-7E9F-46EB-B561-1CB4F1CD11E0}" dt="2023-03-13T07:40:12.553" v="2427"/>
          <ac:graphicFrameMkLst>
            <pc:docMk/>
            <pc:sldMk cId="3296635501" sldId="1247"/>
            <ac:graphicFrameMk id="57" creationId="{119DEFFE-003C-FE54-7FD4-61D5800F2D79}"/>
          </ac:graphicFrameMkLst>
        </pc:graphicFrameChg>
        <pc:graphicFrameChg chg="add del mod">
          <ac:chgData name="park sehun" userId="a5dd5dda71ea150a" providerId="LiveId" clId="{92A920BA-7E9F-46EB-B561-1CB4F1CD11E0}" dt="2023-03-13T07:40:12.553" v="2427"/>
          <ac:graphicFrameMkLst>
            <pc:docMk/>
            <pc:sldMk cId="3296635501" sldId="1247"/>
            <ac:graphicFrameMk id="62" creationId="{2E1015CE-35A2-28DF-2679-D0966C4AEFBF}"/>
          </ac:graphicFrameMkLst>
        </pc:graphicFrameChg>
        <pc:picChg chg="del">
          <ac:chgData name="park sehun" userId="a5dd5dda71ea150a" providerId="LiveId" clId="{92A920BA-7E9F-46EB-B561-1CB4F1CD11E0}" dt="2023-03-13T07:11:14.193" v="2096" actId="478"/>
          <ac:picMkLst>
            <pc:docMk/>
            <pc:sldMk cId="3296635501" sldId="1247"/>
            <ac:picMk id="3" creationId="{EC535A91-A0C4-9F8E-7272-3B4F3127FDB7}"/>
          </ac:picMkLst>
        </pc:picChg>
        <pc:picChg chg="add del mod">
          <ac:chgData name="park sehun" userId="a5dd5dda71ea150a" providerId="LiveId" clId="{92A920BA-7E9F-46EB-B561-1CB4F1CD11E0}" dt="2023-03-13T07:11:19.726" v="2099" actId="478"/>
          <ac:picMkLst>
            <pc:docMk/>
            <pc:sldMk cId="3296635501" sldId="1247"/>
            <ac:picMk id="16" creationId="{247C196C-150E-C0C8-2EC4-5DFC41C5CA1E}"/>
          </ac:picMkLst>
        </pc:picChg>
        <pc:picChg chg="add del mod">
          <ac:chgData name="park sehun" userId="a5dd5dda71ea150a" providerId="LiveId" clId="{92A920BA-7E9F-46EB-B561-1CB4F1CD11E0}" dt="2023-03-13T07:16:17.785" v="2252" actId="478"/>
          <ac:picMkLst>
            <pc:docMk/>
            <pc:sldMk cId="3296635501" sldId="1247"/>
            <ac:picMk id="25" creationId="{8483B382-E276-5080-EFAE-8A18E7774BEA}"/>
          </ac:picMkLst>
        </pc:picChg>
        <pc:picChg chg="add mod">
          <ac:chgData name="park sehun" userId="a5dd5dda71ea150a" providerId="LiveId" clId="{92A920BA-7E9F-46EB-B561-1CB4F1CD11E0}" dt="2023-03-13T07:53:24.734" v="2845" actId="207"/>
          <ac:picMkLst>
            <pc:docMk/>
            <pc:sldMk cId="3296635501" sldId="1247"/>
            <ac:picMk id="62480" creationId="{2A1FA3A1-DD58-A07F-7A1F-AE76C239FFFC}"/>
          </ac:picMkLst>
        </pc:picChg>
        <pc:picChg chg="add del mod">
          <ac:chgData name="park sehun" userId="a5dd5dda71ea150a" providerId="LiveId" clId="{92A920BA-7E9F-46EB-B561-1CB4F1CD11E0}" dt="2023-03-13T07:42:05.200" v="2511"/>
          <ac:picMkLst>
            <pc:docMk/>
            <pc:sldMk cId="3296635501" sldId="1247"/>
            <ac:picMk id="62481" creationId="{4108C0FD-C53E-407B-873C-6CC706ADF718}"/>
          </ac:picMkLst>
        </pc:picChg>
        <pc:picChg chg="add del mod">
          <ac:chgData name="park sehun" userId="a5dd5dda71ea150a" providerId="LiveId" clId="{92A920BA-7E9F-46EB-B561-1CB4F1CD11E0}" dt="2023-03-13T07:42:08.537" v="2513"/>
          <ac:picMkLst>
            <pc:docMk/>
            <pc:sldMk cId="3296635501" sldId="1247"/>
            <ac:picMk id="62482" creationId="{0A9A8F00-3D94-B72D-51E0-FF50544A94BD}"/>
          </ac:picMkLst>
        </pc:picChg>
        <pc:picChg chg="add mod">
          <ac:chgData name="park sehun" userId="a5dd5dda71ea150a" providerId="LiveId" clId="{92A920BA-7E9F-46EB-B561-1CB4F1CD11E0}" dt="2023-03-13T07:53:24.734" v="2845" actId="207"/>
          <ac:picMkLst>
            <pc:docMk/>
            <pc:sldMk cId="3296635501" sldId="1247"/>
            <ac:picMk id="62483" creationId="{8253DA76-D136-B80F-C250-0CBC77E60BBE}"/>
          </ac:picMkLst>
        </pc:picChg>
        <pc:cxnChg chg="add mod">
          <ac:chgData name="park sehun" userId="a5dd5dda71ea150a" providerId="LiveId" clId="{92A920BA-7E9F-46EB-B561-1CB4F1CD11E0}" dt="2023-03-13T07:39:32.925" v="2367" actId="14100"/>
          <ac:cxnSpMkLst>
            <pc:docMk/>
            <pc:sldMk cId="3296635501" sldId="1247"/>
            <ac:cxnSpMk id="15" creationId="{D3E4399E-619A-CD1C-0358-442A8D1819DA}"/>
          </ac:cxnSpMkLst>
        </pc:cxnChg>
        <pc:cxnChg chg="add mod">
          <ac:chgData name="park sehun" userId="a5dd5dda71ea150a" providerId="LiveId" clId="{92A920BA-7E9F-46EB-B561-1CB4F1CD11E0}" dt="2023-03-13T07:40:52.744" v="2453" actId="1035"/>
          <ac:cxnSpMkLst>
            <pc:docMk/>
            <pc:sldMk cId="3296635501" sldId="1247"/>
            <ac:cxnSpMk id="17" creationId="{57C18F26-9900-BA23-D687-9EA8471ACE6D}"/>
          </ac:cxnSpMkLst>
        </pc:cxnChg>
        <pc:cxnChg chg="add mod">
          <ac:chgData name="park sehun" userId="a5dd5dda71ea150a" providerId="LiveId" clId="{92A920BA-7E9F-46EB-B561-1CB4F1CD11E0}" dt="2023-03-13T07:39:16.062" v="2359" actId="1035"/>
          <ac:cxnSpMkLst>
            <pc:docMk/>
            <pc:sldMk cId="3296635501" sldId="1247"/>
            <ac:cxnSpMk id="22" creationId="{DF32E844-F42E-3C12-7729-CFC1DD642FAF}"/>
          </ac:cxnSpMkLst>
        </pc:cxnChg>
        <pc:cxnChg chg="add del mod">
          <ac:chgData name="park sehun" userId="a5dd5dda71ea150a" providerId="LiveId" clId="{92A920BA-7E9F-46EB-B561-1CB4F1CD11E0}" dt="2023-03-13T07:16:17.785" v="2252" actId="478"/>
          <ac:cxnSpMkLst>
            <pc:docMk/>
            <pc:sldMk cId="3296635501" sldId="1247"/>
            <ac:cxnSpMk id="23" creationId="{C85ECDBF-1234-D2D3-D2CF-8588D090A13E}"/>
          </ac:cxnSpMkLst>
        </pc:cxnChg>
        <pc:cxnChg chg="add del mod">
          <ac:chgData name="park sehun" userId="a5dd5dda71ea150a" providerId="LiveId" clId="{92A920BA-7E9F-46EB-B561-1CB4F1CD11E0}" dt="2023-03-13T07:36:47.614" v="2254" actId="478"/>
          <ac:cxnSpMkLst>
            <pc:docMk/>
            <pc:sldMk cId="3296635501" sldId="1247"/>
            <ac:cxnSpMk id="24" creationId="{25FC6C09-D883-F036-991E-C479FB8D496F}"/>
          </ac:cxnSpMkLst>
        </pc:cxnChg>
        <pc:cxnChg chg="add del mod">
          <ac:chgData name="park sehun" userId="a5dd5dda71ea150a" providerId="LiveId" clId="{92A920BA-7E9F-46EB-B561-1CB4F1CD11E0}" dt="2023-03-13T07:16:14.136" v="2251" actId="478"/>
          <ac:cxnSpMkLst>
            <pc:docMk/>
            <pc:sldMk cId="3296635501" sldId="1247"/>
            <ac:cxnSpMk id="32" creationId="{B89BBCCF-A39F-5037-AB8B-2CDA55EB8470}"/>
          </ac:cxnSpMkLst>
        </pc:cxnChg>
        <pc:cxnChg chg="add mod">
          <ac:chgData name="park sehun" userId="a5dd5dda71ea150a" providerId="LiveId" clId="{92A920BA-7E9F-46EB-B561-1CB4F1CD11E0}" dt="2023-03-13T07:40:52.744" v="2453" actId="1035"/>
          <ac:cxnSpMkLst>
            <pc:docMk/>
            <pc:sldMk cId="3296635501" sldId="1247"/>
            <ac:cxnSpMk id="42" creationId="{99EB6D00-8A75-11BB-0BEE-33DFB6E598B7}"/>
          </ac:cxnSpMkLst>
        </pc:cxnChg>
        <pc:cxnChg chg="add del mod">
          <ac:chgData name="park sehun" userId="a5dd5dda71ea150a" providerId="LiveId" clId="{92A920BA-7E9F-46EB-B561-1CB4F1CD11E0}" dt="2023-03-13T07:40:30.870" v="2447" actId="478"/>
          <ac:cxnSpMkLst>
            <pc:docMk/>
            <pc:sldMk cId="3296635501" sldId="1247"/>
            <ac:cxnSpMk id="50" creationId="{B9D9F689-A336-7E0F-F974-12649553A335}"/>
          </ac:cxnSpMkLst>
        </pc:cxnChg>
        <pc:cxnChg chg="add mod">
          <ac:chgData name="park sehun" userId="a5dd5dda71ea150a" providerId="LiveId" clId="{92A920BA-7E9F-46EB-B561-1CB4F1CD11E0}" dt="2023-03-13T07:41:34.441" v="2501" actId="14100"/>
          <ac:cxnSpMkLst>
            <pc:docMk/>
            <pc:sldMk cId="3296635501" sldId="1247"/>
            <ac:cxnSpMk id="51" creationId="{DD5EE32D-8620-C75F-F9FE-FBD87F4C35FE}"/>
          </ac:cxnSpMkLst>
        </pc:cxnChg>
        <pc:cxnChg chg="add mod">
          <ac:chgData name="park sehun" userId="a5dd5dda71ea150a" providerId="LiveId" clId="{92A920BA-7E9F-46EB-B561-1CB4F1CD11E0}" dt="2023-03-13T07:41:19.823" v="2497" actId="1035"/>
          <ac:cxnSpMkLst>
            <pc:docMk/>
            <pc:sldMk cId="3296635501" sldId="1247"/>
            <ac:cxnSpMk id="53" creationId="{E4AF7BD8-4F9A-0392-9377-58001828B60F}"/>
          </ac:cxnSpMkLst>
        </pc:cxnChg>
        <pc:cxnChg chg="add mod">
          <ac:chgData name="park sehun" userId="a5dd5dda71ea150a" providerId="LiveId" clId="{92A920BA-7E9F-46EB-B561-1CB4F1CD11E0}" dt="2023-03-13T07:41:19.823" v="2497" actId="1035"/>
          <ac:cxnSpMkLst>
            <pc:docMk/>
            <pc:sldMk cId="3296635501" sldId="1247"/>
            <ac:cxnSpMk id="55" creationId="{144D1868-D880-A169-CBCD-EAEF0B0B3E00}"/>
          </ac:cxnSpMkLst>
        </pc:cxnChg>
        <pc:cxnChg chg="add del mod">
          <ac:chgData name="park sehun" userId="a5dd5dda71ea150a" providerId="LiveId" clId="{92A920BA-7E9F-46EB-B561-1CB4F1CD11E0}" dt="2023-03-13T07:40:12.553" v="2427"/>
          <ac:cxnSpMkLst>
            <pc:docMk/>
            <pc:sldMk cId="3296635501" sldId="1247"/>
            <ac:cxnSpMk id="58" creationId="{13734659-39F2-D2D9-51A6-9FDF8BC8C059}"/>
          </ac:cxnSpMkLst>
        </pc:cxnChg>
        <pc:cxnChg chg="add del mod">
          <ac:chgData name="park sehun" userId="a5dd5dda71ea150a" providerId="LiveId" clId="{92A920BA-7E9F-46EB-B561-1CB4F1CD11E0}" dt="2023-03-13T07:40:12.553" v="2427"/>
          <ac:cxnSpMkLst>
            <pc:docMk/>
            <pc:sldMk cId="3296635501" sldId="1247"/>
            <ac:cxnSpMk id="59" creationId="{B7E5ABF9-F767-DC37-7E83-B4504A62C9CD}"/>
          </ac:cxnSpMkLst>
        </pc:cxnChg>
        <pc:cxnChg chg="add del mod">
          <ac:chgData name="park sehun" userId="a5dd5dda71ea150a" providerId="LiveId" clId="{92A920BA-7E9F-46EB-B561-1CB4F1CD11E0}" dt="2023-03-13T07:40:12.553" v="2427"/>
          <ac:cxnSpMkLst>
            <pc:docMk/>
            <pc:sldMk cId="3296635501" sldId="1247"/>
            <ac:cxnSpMk id="61" creationId="{42AA3A64-62CD-5807-F2A0-8F472FD0A71F}"/>
          </ac:cxnSpMkLst>
        </pc:cxnChg>
        <pc:cxnChg chg="add del mod">
          <ac:chgData name="park sehun" userId="a5dd5dda71ea150a" providerId="LiveId" clId="{92A920BA-7E9F-46EB-B561-1CB4F1CD11E0}" dt="2023-03-13T07:40:12.553" v="2427"/>
          <ac:cxnSpMkLst>
            <pc:docMk/>
            <pc:sldMk cId="3296635501" sldId="1247"/>
            <ac:cxnSpMk id="63" creationId="{F48F7103-8A06-7E06-16B8-459F27F95011}"/>
          </ac:cxnSpMkLst>
        </pc:cxnChg>
        <pc:cxnChg chg="add mod">
          <ac:chgData name="park sehun" userId="a5dd5dda71ea150a" providerId="LiveId" clId="{92A920BA-7E9F-46EB-B561-1CB4F1CD11E0}" dt="2023-03-13T07:41:32.049" v="2500" actId="14100"/>
          <ac:cxnSpMkLst>
            <pc:docMk/>
            <pc:sldMk cId="3296635501" sldId="1247"/>
            <ac:cxnSpMk id="62467" creationId="{FE2D4B93-3BBF-A6BB-7251-C002FB3539B9}"/>
          </ac:cxnSpMkLst>
        </pc:cxnChg>
      </pc:sldChg>
      <pc:sldChg chg="addSp delSp modSp add mod">
        <pc:chgData name="park sehun" userId="a5dd5dda71ea150a" providerId="LiveId" clId="{92A920BA-7E9F-46EB-B561-1CB4F1CD11E0}" dt="2023-03-13T07:54:09.878" v="2876" actId="1037"/>
        <pc:sldMkLst>
          <pc:docMk/>
          <pc:sldMk cId="1042998482" sldId="1248"/>
        </pc:sldMkLst>
        <pc:spChg chg="add mod">
          <ac:chgData name="park sehun" userId="a5dd5dda71ea150a" providerId="LiveId" clId="{92A920BA-7E9F-46EB-B561-1CB4F1CD11E0}" dt="2023-03-13T07:54:09.878" v="2876" actId="1037"/>
          <ac:spMkLst>
            <pc:docMk/>
            <pc:sldMk cId="1042998482" sldId="1248"/>
            <ac:spMk id="6" creationId="{B06321CD-0B90-C2AB-99C8-551EA943427E}"/>
          </ac:spMkLst>
        </pc:spChg>
        <pc:spChg chg="mod">
          <ac:chgData name="park sehun" userId="a5dd5dda71ea150a" providerId="LiveId" clId="{92A920BA-7E9F-46EB-B561-1CB4F1CD11E0}" dt="2023-03-13T07:54:09.878" v="2876" actId="1037"/>
          <ac:spMkLst>
            <pc:docMk/>
            <pc:sldMk cId="1042998482" sldId="1248"/>
            <ac:spMk id="18" creationId="{EDBA74AA-4C47-364C-FCA7-51722BD10019}"/>
          </ac:spMkLst>
        </pc:spChg>
        <pc:spChg chg="mod">
          <ac:chgData name="park sehun" userId="a5dd5dda71ea150a" providerId="LiveId" clId="{92A920BA-7E9F-46EB-B561-1CB4F1CD11E0}" dt="2023-03-13T07:54:09.878" v="2876" actId="1037"/>
          <ac:spMkLst>
            <pc:docMk/>
            <pc:sldMk cId="1042998482" sldId="1248"/>
            <ac:spMk id="20" creationId="{8F2776E8-A7B7-A131-239C-779D4E775C8C}"/>
          </ac:spMkLst>
        </pc:spChg>
        <pc:spChg chg="mod">
          <ac:chgData name="park sehun" userId="a5dd5dda71ea150a" providerId="LiveId" clId="{92A920BA-7E9F-46EB-B561-1CB4F1CD11E0}" dt="2023-03-13T07:54:09.878" v="2876" actId="1037"/>
          <ac:spMkLst>
            <pc:docMk/>
            <pc:sldMk cId="1042998482" sldId="1248"/>
            <ac:spMk id="21" creationId="{2EDCE751-D262-306E-1ADF-0A1AE36B9179}"/>
          </ac:spMkLst>
        </pc:spChg>
        <pc:spChg chg="del">
          <ac:chgData name="park sehun" userId="a5dd5dda71ea150a" providerId="LiveId" clId="{92A920BA-7E9F-46EB-B561-1CB4F1CD11E0}" dt="2023-03-13T07:51:51.637" v="2799" actId="478"/>
          <ac:spMkLst>
            <pc:docMk/>
            <pc:sldMk cId="1042998482" sldId="1248"/>
            <ac:spMk id="27" creationId="{744DA494-229B-7CD7-BE12-025751ECDB54}"/>
          </ac:spMkLst>
        </pc:spChg>
        <pc:spChg chg="del">
          <ac:chgData name="park sehun" userId="a5dd5dda71ea150a" providerId="LiveId" clId="{92A920BA-7E9F-46EB-B561-1CB4F1CD11E0}" dt="2023-03-13T07:51:51.637" v="2799" actId="478"/>
          <ac:spMkLst>
            <pc:docMk/>
            <pc:sldMk cId="1042998482" sldId="1248"/>
            <ac:spMk id="28" creationId="{4C243D21-83FD-FF7C-F4CA-70662BDEC392}"/>
          </ac:spMkLst>
        </pc:spChg>
        <pc:spChg chg="del">
          <ac:chgData name="park sehun" userId="a5dd5dda71ea150a" providerId="LiveId" clId="{92A920BA-7E9F-46EB-B561-1CB4F1CD11E0}" dt="2023-03-13T07:51:51.637" v="2799" actId="478"/>
          <ac:spMkLst>
            <pc:docMk/>
            <pc:sldMk cId="1042998482" sldId="1248"/>
            <ac:spMk id="29" creationId="{F48D8FFC-7CE5-0DB9-2AA6-A50F658266A9}"/>
          </ac:spMkLst>
        </pc:spChg>
        <pc:spChg chg="mod">
          <ac:chgData name="park sehun" userId="a5dd5dda71ea150a" providerId="LiveId" clId="{92A920BA-7E9F-46EB-B561-1CB4F1CD11E0}" dt="2023-03-13T07:54:09.878" v="2876" actId="1037"/>
          <ac:spMkLst>
            <pc:docMk/>
            <pc:sldMk cId="1042998482" sldId="1248"/>
            <ac:spMk id="31" creationId="{4BEB17FA-DBA8-50D4-1774-58E5B0BA245F}"/>
          </ac:spMkLst>
        </pc:spChg>
        <pc:spChg chg="add mod">
          <ac:chgData name="park sehun" userId="a5dd5dda71ea150a" providerId="LiveId" clId="{92A920BA-7E9F-46EB-B561-1CB4F1CD11E0}" dt="2023-03-13T07:54:09.878" v="2876" actId="1037"/>
          <ac:spMkLst>
            <pc:docMk/>
            <pc:sldMk cId="1042998482" sldId="1248"/>
            <ac:spMk id="35" creationId="{5C0D44BB-E27C-BD72-F28D-9AEF401C4B28}"/>
          </ac:spMkLst>
        </pc:spChg>
        <pc:spChg chg="add mod">
          <ac:chgData name="park sehun" userId="a5dd5dda71ea150a" providerId="LiveId" clId="{92A920BA-7E9F-46EB-B561-1CB4F1CD11E0}" dt="2023-03-13T07:53:54.800" v="2864" actId="1037"/>
          <ac:spMkLst>
            <pc:docMk/>
            <pc:sldMk cId="1042998482" sldId="1248"/>
            <ac:spMk id="42" creationId="{4F7549ED-8F9D-3493-9497-AFDC81782296}"/>
          </ac:spMkLst>
        </pc:spChg>
        <pc:graphicFrameChg chg="mod modGraphic">
          <ac:chgData name="park sehun" userId="a5dd5dda71ea150a" providerId="LiveId" clId="{92A920BA-7E9F-46EB-B561-1CB4F1CD11E0}" dt="2023-03-13T07:54:09.878" v="2876" actId="1037"/>
          <ac:graphicFrameMkLst>
            <pc:docMk/>
            <pc:sldMk cId="1042998482" sldId="1248"/>
            <ac:graphicFrameMk id="2" creationId="{478F8CFC-77A1-9E05-8121-A0DA32500107}"/>
          </ac:graphicFrameMkLst>
        </pc:graphicFrameChg>
        <pc:graphicFrameChg chg="mod">
          <ac:chgData name="park sehun" userId="a5dd5dda71ea150a" providerId="LiveId" clId="{92A920BA-7E9F-46EB-B561-1CB4F1CD11E0}" dt="2023-03-13T07:54:09.878" v="2876" actId="1037"/>
          <ac:graphicFrameMkLst>
            <pc:docMk/>
            <pc:sldMk cId="1042998482" sldId="1248"/>
            <ac:graphicFrameMk id="11" creationId="{804ECE68-252C-F16B-A0BF-CCE303B4DDF1}"/>
          </ac:graphicFrameMkLst>
        </pc:graphicFrameChg>
        <pc:graphicFrameChg chg="mod">
          <ac:chgData name="park sehun" userId="a5dd5dda71ea150a" providerId="LiveId" clId="{92A920BA-7E9F-46EB-B561-1CB4F1CD11E0}" dt="2023-03-13T07:54:09.878" v="2876" actId="1037"/>
          <ac:graphicFrameMkLst>
            <pc:docMk/>
            <pc:sldMk cId="1042998482" sldId="1248"/>
            <ac:graphicFrameMk id="12" creationId="{F85F35FC-F890-BF6B-D848-9BA1DD10BC76}"/>
          </ac:graphicFrameMkLst>
        </pc:graphicFrameChg>
        <pc:graphicFrameChg chg="mod">
          <ac:chgData name="park sehun" userId="a5dd5dda71ea150a" providerId="LiveId" clId="{92A920BA-7E9F-46EB-B561-1CB4F1CD11E0}" dt="2023-03-13T07:54:09.878" v="2876" actId="1037"/>
          <ac:graphicFrameMkLst>
            <pc:docMk/>
            <pc:sldMk cId="1042998482" sldId="1248"/>
            <ac:graphicFrameMk id="13" creationId="{32890E9A-2DE8-CAC4-E602-2BB3728DB00B}"/>
          </ac:graphicFrameMkLst>
        </pc:graphicFrameChg>
        <pc:graphicFrameChg chg="mod modGraphic">
          <ac:chgData name="park sehun" userId="a5dd5dda71ea150a" providerId="LiveId" clId="{92A920BA-7E9F-46EB-B561-1CB4F1CD11E0}" dt="2023-03-13T07:54:09.878" v="2876" actId="1037"/>
          <ac:graphicFrameMkLst>
            <pc:docMk/>
            <pc:sldMk cId="1042998482" sldId="1248"/>
            <ac:graphicFrameMk id="14" creationId="{1F186ABD-2ED5-5B17-01F9-B0A479C27FD6}"/>
          </ac:graphicFrameMkLst>
        </pc:graphicFrameChg>
        <pc:graphicFrameChg chg="add mod">
          <ac:chgData name="park sehun" userId="a5dd5dda71ea150a" providerId="LiveId" clId="{92A920BA-7E9F-46EB-B561-1CB4F1CD11E0}" dt="2023-03-13T07:54:09.878" v="2876" actId="1037"/>
          <ac:graphicFrameMkLst>
            <pc:docMk/>
            <pc:sldMk cId="1042998482" sldId="1248"/>
            <ac:graphicFrameMk id="16" creationId="{A5A164E8-AF14-40BE-67ED-1452AC3DE71E}"/>
          </ac:graphicFrameMkLst>
        </pc:graphicFrameChg>
        <pc:graphicFrameChg chg="mod">
          <ac:chgData name="park sehun" userId="a5dd5dda71ea150a" providerId="LiveId" clId="{92A920BA-7E9F-46EB-B561-1CB4F1CD11E0}" dt="2023-03-13T07:54:09.878" v="2876" actId="1037"/>
          <ac:graphicFrameMkLst>
            <pc:docMk/>
            <pc:sldMk cId="1042998482" sldId="1248"/>
            <ac:graphicFrameMk id="19" creationId="{272259B2-47A1-8187-DFAE-44A2B748FC2B}"/>
          </ac:graphicFrameMkLst>
        </pc:graphicFrameChg>
        <pc:picChg chg="del">
          <ac:chgData name="park sehun" userId="a5dd5dda71ea150a" providerId="LiveId" clId="{92A920BA-7E9F-46EB-B561-1CB4F1CD11E0}" dt="2023-03-13T07:51:51.637" v="2799" actId="478"/>
          <ac:picMkLst>
            <pc:docMk/>
            <pc:sldMk cId="1042998482" sldId="1248"/>
            <ac:picMk id="25" creationId="{8483B382-E276-5080-EFAE-8A18E7774BEA}"/>
          </ac:picMkLst>
        </pc:picChg>
        <pc:picChg chg="add mod">
          <ac:chgData name="park sehun" userId="a5dd5dda71ea150a" providerId="LiveId" clId="{92A920BA-7E9F-46EB-B561-1CB4F1CD11E0}" dt="2023-03-13T07:54:09.878" v="2876" actId="1037"/>
          <ac:picMkLst>
            <pc:docMk/>
            <pc:sldMk cId="1042998482" sldId="1248"/>
            <ac:picMk id="41" creationId="{BEE239A9-0817-3A20-FFDA-BD5DEE4009E7}"/>
          </ac:picMkLst>
        </pc:picChg>
        <pc:cxnChg chg="add mod">
          <ac:chgData name="park sehun" userId="a5dd5dda71ea150a" providerId="LiveId" clId="{92A920BA-7E9F-46EB-B561-1CB4F1CD11E0}" dt="2023-03-13T07:54:09.878" v="2876" actId="1037"/>
          <ac:cxnSpMkLst>
            <pc:docMk/>
            <pc:sldMk cId="1042998482" sldId="1248"/>
            <ac:cxnSpMk id="3" creationId="{6487E2C8-2BC1-3AB6-F0E2-01DF7B13B9FA}"/>
          </ac:cxnSpMkLst>
        </pc:cxnChg>
        <pc:cxnChg chg="add del mod">
          <ac:chgData name="park sehun" userId="a5dd5dda71ea150a" providerId="LiveId" clId="{92A920BA-7E9F-46EB-B561-1CB4F1CD11E0}" dt="2023-03-13T07:49:14.262" v="2722" actId="478"/>
          <ac:cxnSpMkLst>
            <pc:docMk/>
            <pc:sldMk cId="1042998482" sldId="1248"/>
            <ac:cxnSpMk id="7" creationId="{D6116A59-9F8B-F4E8-CEA4-79C9C4FFEDE1}"/>
          </ac:cxnSpMkLst>
        </pc:cxnChg>
        <pc:cxnChg chg="mod">
          <ac:chgData name="park sehun" userId="a5dd5dda71ea150a" providerId="LiveId" clId="{92A920BA-7E9F-46EB-B561-1CB4F1CD11E0}" dt="2023-03-13T07:54:09.878" v="2876" actId="1037"/>
          <ac:cxnSpMkLst>
            <pc:docMk/>
            <pc:sldMk cId="1042998482" sldId="1248"/>
            <ac:cxnSpMk id="15" creationId="{D3E4399E-619A-CD1C-0358-442A8D1819DA}"/>
          </ac:cxnSpMkLst>
        </pc:cxnChg>
        <pc:cxnChg chg="mod">
          <ac:chgData name="park sehun" userId="a5dd5dda71ea150a" providerId="LiveId" clId="{92A920BA-7E9F-46EB-B561-1CB4F1CD11E0}" dt="2023-03-13T07:54:09.878" v="2876" actId="1037"/>
          <ac:cxnSpMkLst>
            <pc:docMk/>
            <pc:sldMk cId="1042998482" sldId="1248"/>
            <ac:cxnSpMk id="17" creationId="{57C18F26-9900-BA23-D687-9EA8471ACE6D}"/>
          </ac:cxnSpMkLst>
        </pc:cxnChg>
        <pc:cxnChg chg="mod">
          <ac:chgData name="park sehun" userId="a5dd5dda71ea150a" providerId="LiveId" clId="{92A920BA-7E9F-46EB-B561-1CB4F1CD11E0}" dt="2023-03-13T07:54:09.878" v="2876" actId="1037"/>
          <ac:cxnSpMkLst>
            <pc:docMk/>
            <pc:sldMk cId="1042998482" sldId="1248"/>
            <ac:cxnSpMk id="22" creationId="{DF32E844-F42E-3C12-7729-CFC1DD642FAF}"/>
          </ac:cxnSpMkLst>
        </pc:cxnChg>
        <pc:cxnChg chg="del mod">
          <ac:chgData name="park sehun" userId="a5dd5dda71ea150a" providerId="LiveId" clId="{92A920BA-7E9F-46EB-B561-1CB4F1CD11E0}" dt="2023-03-13T07:47:04.742" v="2663" actId="478"/>
          <ac:cxnSpMkLst>
            <pc:docMk/>
            <pc:sldMk cId="1042998482" sldId="1248"/>
            <ac:cxnSpMk id="23" creationId="{C85ECDBF-1234-D2D3-D2CF-8588D090A13E}"/>
          </ac:cxnSpMkLst>
        </pc:cxnChg>
        <pc:cxnChg chg="mod">
          <ac:chgData name="park sehun" userId="a5dd5dda71ea150a" providerId="LiveId" clId="{92A920BA-7E9F-46EB-B561-1CB4F1CD11E0}" dt="2023-03-13T07:54:09.878" v="2876" actId="1037"/>
          <ac:cxnSpMkLst>
            <pc:docMk/>
            <pc:sldMk cId="1042998482" sldId="1248"/>
            <ac:cxnSpMk id="24" creationId="{25FC6C09-D883-F036-991E-C479FB8D496F}"/>
          </ac:cxnSpMkLst>
        </pc:cxnChg>
        <pc:cxnChg chg="add mod">
          <ac:chgData name="park sehun" userId="a5dd5dda71ea150a" providerId="LiveId" clId="{92A920BA-7E9F-46EB-B561-1CB4F1CD11E0}" dt="2023-03-13T07:54:09.878" v="2876" actId="1037"/>
          <ac:cxnSpMkLst>
            <pc:docMk/>
            <pc:sldMk cId="1042998482" sldId="1248"/>
            <ac:cxnSpMk id="30" creationId="{AA4BCD2B-6244-A3E5-169E-23FD25656866}"/>
          </ac:cxnSpMkLst>
        </pc:cxnChg>
        <pc:cxnChg chg="mod">
          <ac:chgData name="park sehun" userId="a5dd5dda71ea150a" providerId="LiveId" clId="{92A920BA-7E9F-46EB-B561-1CB4F1CD11E0}" dt="2023-03-13T07:54:09.878" v="2876" actId="1037"/>
          <ac:cxnSpMkLst>
            <pc:docMk/>
            <pc:sldMk cId="1042998482" sldId="1248"/>
            <ac:cxnSpMk id="32" creationId="{B89BBCCF-A39F-5037-AB8B-2CDA55EB8470}"/>
          </ac:cxnSpMkLst>
        </pc:cxnChg>
        <pc:cxnChg chg="add mod">
          <ac:chgData name="park sehun" userId="a5dd5dda71ea150a" providerId="LiveId" clId="{92A920BA-7E9F-46EB-B561-1CB4F1CD11E0}" dt="2023-03-13T07:54:09.878" v="2876" actId="1037"/>
          <ac:cxnSpMkLst>
            <pc:docMk/>
            <pc:sldMk cId="1042998482" sldId="1248"/>
            <ac:cxnSpMk id="36" creationId="{EB0A7129-26D2-5D4D-79A1-50F7D4BE019E}"/>
          </ac:cxnSpMkLst>
        </pc:cxnChg>
      </pc:sldChg>
      <pc:sldChg chg="add del">
        <pc:chgData name="park sehun" userId="a5dd5dda71ea150a" providerId="LiveId" clId="{92A920BA-7E9F-46EB-B561-1CB4F1CD11E0}" dt="2023-03-13T07:46:11.858" v="2615" actId="47"/>
        <pc:sldMkLst>
          <pc:docMk/>
          <pc:sldMk cId="348125892" sldId="1249"/>
        </pc:sldMkLst>
      </pc:sldChg>
      <pc:sldChg chg="addSp delSp modSp add mod">
        <pc:chgData name="park sehun" userId="a5dd5dda71ea150a" providerId="LiveId" clId="{92A920BA-7E9F-46EB-B561-1CB4F1CD11E0}" dt="2023-03-13T07:54:02.055" v="2871" actId="1038"/>
        <pc:sldMkLst>
          <pc:docMk/>
          <pc:sldMk cId="3882625397" sldId="1249"/>
        </pc:sldMkLst>
        <pc:spChg chg="add 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4" creationId="{F33EA21E-0B30-F793-9381-459DBDF32A7A}"/>
          </ac:spMkLst>
        </pc:spChg>
        <pc:spChg chg="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6" creationId="{B06321CD-0B90-C2AB-99C8-551EA943427E}"/>
          </ac:spMkLst>
        </pc:spChg>
        <pc:spChg chg="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18" creationId="{EDBA74AA-4C47-364C-FCA7-51722BD10019}"/>
          </ac:spMkLst>
        </pc:spChg>
        <pc:spChg chg="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20" creationId="{8F2776E8-A7B7-A131-239C-779D4E775C8C}"/>
          </ac:spMkLst>
        </pc:spChg>
        <pc:spChg chg="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21" creationId="{2EDCE751-D262-306E-1ADF-0A1AE36B9179}"/>
          </ac:spMkLst>
        </pc:spChg>
        <pc:spChg chg="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27" creationId="{744DA494-229B-7CD7-BE12-025751ECDB54}"/>
          </ac:spMkLst>
        </pc:spChg>
        <pc:spChg chg="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28" creationId="{4C243D21-83FD-FF7C-F4CA-70662BDEC392}"/>
          </ac:spMkLst>
        </pc:spChg>
        <pc:spChg chg="del mod">
          <ac:chgData name="park sehun" userId="a5dd5dda71ea150a" providerId="LiveId" clId="{92A920BA-7E9F-46EB-B561-1CB4F1CD11E0}" dt="2023-03-13T07:52:17.206" v="2830" actId="478"/>
          <ac:spMkLst>
            <pc:docMk/>
            <pc:sldMk cId="3882625397" sldId="1249"/>
            <ac:spMk id="29" creationId="{F48D8FFC-7CE5-0DB9-2AA6-A50F658266A9}"/>
          </ac:spMkLst>
        </pc:spChg>
        <pc:spChg chg="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31" creationId="{4BEB17FA-DBA8-50D4-1774-58E5B0BA245F}"/>
          </ac:spMkLst>
        </pc:spChg>
        <pc:spChg chg="mod">
          <ac:chgData name="park sehun" userId="a5dd5dda71ea150a" providerId="LiveId" clId="{92A920BA-7E9F-46EB-B561-1CB4F1CD11E0}" dt="2023-03-13T07:54:02.055" v="2871" actId="1038"/>
          <ac:spMkLst>
            <pc:docMk/>
            <pc:sldMk cId="3882625397" sldId="1249"/>
            <ac:spMk id="35" creationId="{5C0D44BB-E27C-BD72-F28D-9AEF401C4B28}"/>
          </ac:spMkLst>
        </pc:spChg>
        <pc:spChg chg="del">
          <ac:chgData name="park sehun" userId="a5dd5dda71ea150a" providerId="LiveId" clId="{92A920BA-7E9F-46EB-B561-1CB4F1CD11E0}" dt="2023-03-13T07:52:09.062" v="2828" actId="478"/>
          <ac:spMkLst>
            <pc:docMk/>
            <pc:sldMk cId="3882625397" sldId="1249"/>
            <ac:spMk id="42" creationId="{4F7549ED-8F9D-3493-9497-AFDC81782296}"/>
          </ac:spMkLst>
        </pc:spChg>
        <pc:graphicFrameChg chg="mod">
          <ac:chgData name="park sehun" userId="a5dd5dda71ea150a" providerId="LiveId" clId="{92A920BA-7E9F-46EB-B561-1CB4F1CD11E0}" dt="2023-03-13T07:54:02.055" v="2871" actId="1038"/>
          <ac:graphicFrameMkLst>
            <pc:docMk/>
            <pc:sldMk cId="3882625397" sldId="1249"/>
            <ac:graphicFrameMk id="2" creationId="{478F8CFC-77A1-9E05-8121-A0DA32500107}"/>
          </ac:graphicFrameMkLst>
        </pc:graphicFrameChg>
        <pc:graphicFrameChg chg="mod">
          <ac:chgData name="park sehun" userId="a5dd5dda71ea150a" providerId="LiveId" clId="{92A920BA-7E9F-46EB-B561-1CB4F1CD11E0}" dt="2023-03-13T07:54:02.055" v="2871" actId="1038"/>
          <ac:graphicFrameMkLst>
            <pc:docMk/>
            <pc:sldMk cId="3882625397" sldId="1249"/>
            <ac:graphicFrameMk id="11" creationId="{804ECE68-252C-F16B-A0BF-CCE303B4DDF1}"/>
          </ac:graphicFrameMkLst>
        </pc:graphicFrameChg>
        <pc:graphicFrameChg chg="mod">
          <ac:chgData name="park sehun" userId="a5dd5dda71ea150a" providerId="LiveId" clId="{92A920BA-7E9F-46EB-B561-1CB4F1CD11E0}" dt="2023-03-13T07:54:02.055" v="2871" actId="1038"/>
          <ac:graphicFrameMkLst>
            <pc:docMk/>
            <pc:sldMk cId="3882625397" sldId="1249"/>
            <ac:graphicFrameMk id="12" creationId="{F85F35FC-F890-BF6B-D848-9BA1DD10BC76}"/>
          </ac:graphicFrameMkLst>
        </pc:graphicFrameChg>
        <pc:graphicFrameChg chg="mod">
          <ac:chgData name="park sehun" userId="a5dd5dda71ea150a" providerId="LiveId" clId="{92A920BA-7E9F-46EB-B561-1CB4F1CD11E0}" dt="2023-03-13T07:54:02.055" v="2871" actId="1038"/>
          <ac:graphicFrameMkLst>
            <pc:docMk/>
            <pc:sldMk cId="3882625397" sldId="1249"/>
            <ac:graphicFrameMk id="13" creationId="{32890E9A-2DE8-CAC4-E602-2BB3728DB00B}"/>
          </ac:graphicFrameMkLst>
        </pc:graphicFrameChg>
        <pc:graphicFrameChg chg="mod">
          <ac:chgData name="park sehun" userId="a5dd5dda71ea150a" providerId="LiveId" clId="{92A920BA-7E9F-46EB-B561-1CB4F1CD11E0}" dt="2023-03-13T07:54:02.055" v="2871" actId="1038"/>
          <ac:graphicFrameMkLst>
            <pc:docMk/>
            <pc:sldMk cId="3882625397" sldId="1249"/>
            <ac:graphicFrameMk id="14" creationId="{1F186ABD-2ED5-5B17-01F9-B0A479C27FD6}"/>
          </ac:graphicFrameMkLst>
        </pc:graphicFrameChg>
        <pc:graphicFrameChg chg="mod">
          <ac:chgData name="park sehun" userId="a5dd5dda71ea150a" providerId="LiveId" clId="{92A920BA-7E9F-46EB-B561-1CB4F1CD11E0}" dt="2023-03-13T07:54:02.055" v="2871" actId="1038"/>
          <ac:graphicFrameMkLst>
            <pc:docMk/>
            <pc:sldMk cId="3882625397" sldId="1249"/>
            <ac:graphicFrameMk id="16" creationId="{A5A164E8-AF14-40BE-67ED-1452AC3DE71E}"/>
          </ac:graphicFrameMkLst>
        </pc:graphicFrameChg>
        <pc:graphicFrameChg chg="mod">
          <ac:chgData name="park sehun" userId="a5dd5dda71ea150a" providerId="LiveId" clId="{92A920BA-7E9F-46EB-B561-1CB4F1CD11E0}" dt="2023-03-13T07:54:02.055" v="2871" actId="1038"/>
          <ac:graphicFrameMkLst>
            <pc:docMk/>
            <pc:sldMk cId="3882625397" sldId="1249"/>
            <ac:graphicFrameMk id="19" creationId="{272259B2-47A1-8187-DFAE-44A2B748FC2B}"/>
          </ac:graphicFrameMkLst>
        </pc:graphicFrameChg>
        <pc:picChg chg="mod">
          <ac:chgData name="park sehun" userId="a5dd5dda71ea150a" providerId="LiveId" clId="{92A920BA-7E9F-46EB-B561-1CB4F1CD11E0}" dt="2023-03-13T07:54:02.055" v="2871" actId="1038"/>
          <ac:picMkLst>
            <pc:docMk/>
            <pc:sldMk cId="3882625397" sldId="1249"/>
            <ac:picMk id="25" creationId="{8483B382-E276-5080-EFAE-8A18E7774BEA}"/>
          </ac:picMkLst>
        </pc:picChg>
        <pc:picChg chg="del">
          <ac:chgData name="park sehun" userId="a5dd5dda71ea150a" providerId="LiveId" clId="{92A920BA-7E9F-46EB-B561-1CB4F1CD11E0}" dt="2023-03-13T07:52:10.910" v="2829" actId="478"/>
          <ac:picMkLst>
            <pc:docMk/>
            <pc:sldMk cId="3882625397" sldId="1249"/>
            <ac:picMk id="41" creationId="{BEE239A9-0817-3A20-FFDA-BD5DEE4009E7}"/>
          </ac:picMkLst>
        </pc:picChg>
        <pc:cxnChg chg="mod">
          <ac:chgData name="park sehun" userId="a5dd5dda71ea150a" providerId="LiveId" clId="{92A920BA-7E9F-46EB-B561-1CB4F1CD11E0}" dt="2023-03-13T07:54:02.055" v="2871" actId="1038"/>
          <ac:cxnSpMkLst>
            <pc:docMk/>
            <pc:sldMk cId="3882625397" sldId="1249"/>
            <ac:cxnSpMk id="3" creationId="{6487E2C8-2BC1-3AB6-F0E2-01DF7B13B9FA}"/>
          </ac:cxnSpMkLst>
        </pc:cxnChg>
        <pc:cxnChg chg="mod">
          <ac:chgData name="park sehun" userId="a5dd5dda71ea150a" providerId="LiveId" clId="{92A920BA-7E9F-46EB-B561-1CB4F1CD11E0}" dt="2023-03-13T07:54:02.055" v="2871" actId="1038"/>
          <ac:cxnSpMkLst>
            <pc:docMk/>
            <pc:sldMk cId="3882625397" sldId="1249"/>
            <ac:cxnSpMk id="15" creationId="{D3E4399E-619A-CD1C-0358-442A8D1819DA}"/>
          </ac:cxnSpMkLst>
        </pc:cxnChg>
        <pc:cxnChg chg="mod">
          <ac:chgData name="park sehun" userId="a5dd5dda71ea150a" providerId="LiveId" clId="{92A920BA-7E9F-46EB-B561-1CB4F1CD11E0}" dt="2023-03-13T07:54:02.055" v="2871" actId="1038"/>
          <ac:cxnSpMkLst>
            <pc:docMk/>
            <pc:sldMk cId="3882625397" sldId="1249"/>
            <ac:cxnSpMk id="17" creationId="{57C18F26-9900-BA23-D687-9EA8471ACE6D}"/>
          </ac:cxnSpMkLst>
        </pc:cxnChg>
        <pc:cxnChg chg="mod">
          <ac:chgData name="park sehun" userId="a5dd5dda71ea150a" providerId="LiveId" clId="{92A920BA-7E9F-46EB-B561-1CB4F1CD11E0}" dt="2023-03-13T07:54:02.055" v="2871" actId="1038"/>
          <ac:cxnSpMkLst>
            <pc:docMk/>
            <pc:sldMk cId="3882625397" sldId="1249"/>
            <ac:cxnSpMk id="22" creationId="{DF32E844-F42E-3C12-7729-CFC1DD642FAF}"/>
          </ac:cxnSpMkLst>
        </pc:cxnChg>
        <pc:cxnChg chg="mod">
          <ac:chgData name="park sehun" userId="a5dd5dda71ea150a" providerId="LiveId" clId="{92A920BA-7E9F-46EB-B561-1CB4F1CD11E0}" dt="2023-03-13T07:54:02.055" v="2871" actId="1038"/>
          <ac:cxnSpMkLst>
            <pc:docMk/>
            <pc:sldMk cId="3882625397" sldId="1249"/>
            <ac:cxnSpMk id="24" creationId="{25FC6C09-D883-F036-991E-C479FB8D496F}"/>
          </ac:cxnSpMkLst>
        </pc:cxnChg>
        <pc:cxnChg chg="mod">
          <ac:chgData name="park sehun" userId="a5dd5dda71ea150a" providerId="LiveId" clId="{92A920BA-7E9F-46EB-B561-1CB4F1CD11E0}" dt="2023-03-13T07:54:02.055" v="2871" actId="1038"/>
          <ac:cxnSpMkLst>
            <pc:docMk/>
            <pc:sldMk cId="3882625397" sldId="1249"/>
            <ac:cxnSpMk id="30" creationId="{AA4BCD2B-6244-A3E5-169E-23FD25656866}"/>
          </ac:cxnSpMkLst>
        </pc:cxnChg>
        <pc:cxnChg chg="mod">
          <ac:chgData name="park sehun" userId="a5dd5dda71ea150a" providerId="LiveId" clId="{92A920BA-7E9F-46EB-B561-1CB4F1CD11E0}" dt="2023-03-13T07:54:02.055" v="2871" actId="1038"/>
          <ac:cxnSpMkLst>
            <pc:docMk/>
            <pc:sldMk cId="3882625397" sldId="1249"/>
            <ac:cxnSpMk id="32" creationId="{B89BBCCF-A39F-5037-AB8B-2CDA55EB8470}"/>
          </ac:cxnSpMkLst>
        </pc:cxnChg>
        <pc:cxnChg chg="mod">
          <ac:chgData name="park sehun" userId="a5dd5dda71ea150a" providerId="LiveId" clId="{92A920BA-7E9F-46EB-B561-1CB4F1CD11E0}" dt="2023-03-13T07:54:02.055" v="2871" actId="1038"/>
          <ac:cxnSpMkLst>
            <pc:docMk/>
            <pc:sldMk cId="3882625397" sldId="1249"/>
            <ac:cxnSpMk id="36" creationId="{EB0A7129-26D2-5D4D-79A1-50F7D4BE019E}"/>
          </ac:cxnSpMkLst>
        </pc:cxnChg>
      </pc:sldChg>
      <pc:sldChg chg="addSp delSp modSp add mod">
        <pc:chgData name="park sehun" userId="a5dd5dda71ea150a" providerId="LiveId" clId="{92A920BA-7E9F-46EB-B561-1CB4F1CD11E0}" dt="2023-03-13T08:33:00.176" v="3229" actId="255"/>
        <pc:sldMkLst>
          <pc:docMk/>
          <pc:sldMk cId="1645948070" sldId="1250"/>
        </pc:sldMkLst>
        <pc:spChg chg="add mod">
          <ac:chgData name="park sehun" userId="a5dd5dda71ea150a" providerId="LiveId" clId="{92A920BA-7E9F-46EB-B561-1CB4F1CD11E0}" dt="2023-03-13T08:33:00.176" v="3229" actId="255"/>
          <ac:spMkLst>
            <pc:docMk/>
            <pc:sldMk cId="1645948070" sldId="1250"/>
            <ac:spMk id="3" creationId="{ACDD4146-F903-1114-FF9B-557A76681167}"/>
          </ac:spMkLst>
        </pc:spChg>
        <pc:spChg chg="add del">
          <ac:chgData name="park sehun" userId="a5dd5dda71ea150a" providerId="LiveId" clId="{92A920BA-7E9F-46EB-B561-1CB4F1CD11E0}" dt="2023-03-13T08:30:09.570" v="3098" actId="478"/>
          <ac:spMkLst>
            <pc:docMk/>
            <pc:sldMk cId="1645948070" sldId="1250"/>
            <ac:spMk id="15" creationId="{D0C31183-1368-F709-AB2A-24A2DA919596}"/>
          </ac:spMkLst>
        </pc:spChg>
        <pc:spChg chg="del">
          <ac:chgData name="park sehun" userId="a5dd5dda71ea150a" providerId="LiveId" clId="{92A920BA-7E9F-46EB-B561-1CB4F1CD11E0}" dt="2023-03-13T08:30:18.913" v="3100" actId="478"/>
          <ac:spMkLst>
            <pc:docMk/>
            <pc:sldMk cId="1645948070" sldId="1250"/>
            <ac:spMk id="16" creationId="{A3A33042-158B-F00E-A827-9ACB58E46AB6}"/>
          </ac:spMkLst>
        </pc:spChg>
        <pc:spChg chg="del">
          <ac:chgData name="park sehun" userId="a5dd5dda71ea150a" providerId="LiveId" clId="{92A920BA-7E9F-46EB-B561-1CB4F1CD11E0}" dt="2023-03-13T08:30:11.555" v="3099" actId="478"/>
          <ac:spMkLst>
            <pc:docMk/>
            <pc:sldMk cId="1645948070" sldId="1250"/>
            <ac:spMk id="17" creationId="{3F6C3FF2-A469-57FD-7D48-B3D45F460360}"/>
          </ac:spMkLst>
        </pc:spChg>
        <pc:spChg chg="mod">
          <ac:chgData name="park sehun" userId="a5dd5dda71ea150a" providerId="LiveId" clId="{92A920BA-7E9F-46EB-B561-1CB4F1CD11E0}" dt="2023-03-13T08:30:06.602" v="3097" actId="20577"/>
          <ac:spMkLst>
            <pc:docMk/>
            <pc:sldMk cId="1645948070" sldId="1250"/>
            <ac:spMk id="62466" creationId="{00000000-0000-0000-0000-000000000000}"/>
          </ac:spMkLst>
        </pc:spChg>
      </pc:sldChg>
    </pc:docChg>
  </pc:docChgLst>
  <pc:docChgLst>
    <pc:chgData name="park sehun" userId="a5dd5dda71ea150a" providerId="LiveId" clId="{6527AE26-39E2-45C9-8883-FF4DEB771D74}"/>
    <pc:docChg chg="undo custSel addSld delSld modSld modMainMaster">
      <pc:chgData name="park sehun" userId="a5dd5dda71ea150a" providerId="LiveId" clId="{6527AE26-39E2-45C9-8883-FF4DEB771D74}" dt="2021-03-08T05:19:20.328" v="2020" actId="14100"/>
      <pc:docMkLst>
        <pc:docMk/>
      </pc:docMkLst>
      <pc:sldChg chg="modSp mod">
        <pc:chgData name="park sehun" userId="a5dd5dda71ea150a" providerId="LiveId" clId="{6527AE26-39E2-45C9-8883-FF4DEB771D74}" dt="2021-03-08T04:56:34.961" v="1813" actId="20577"/>
        <pc:sldMkLst>
          <pc:docMk/>
          <pc:sldMk cId="0" sldId="487"/>
        </pc:sldMkLst>
        <pc:spChg chg="mod">
          <ac:chgData name="park sehun" userId="a5dd5dda71ea150a" providerId="LiveId" clId="{6527AE26-39E2-45C9-8883-FF4DEB771D74}" dt="2021-03-08T00:15:18.320" v="27" actId="20577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6527AE26-39E2-45C9-8883-FF4DEB771D74}" dt="2021-03-08T04:56:34.961" v="1813" actId="20577"/>
          <ac:spMkLst>
            <pc:docMk/>
            <pc:sldMk cId="0" sldId="487"/>
            <ac:spMk id="8" creationId="{00000000-0000-0000-0000-000000000000}"/>
          </ac:spMkLst>
        </pc:spChg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278038019" sldId="1173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2077885816" sldId="1174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3333632159" sldId="1175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2992147933" sldId="1176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2426670667" sldId="1177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1126874895" sldId="1179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3542836507" sldId="1180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222188570" sldId="1181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3449126789" sldId="1182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2258293162" sldId="1183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4007150701" sldId="1184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721589427" sldId="1185"/>
        </pc:sldMkLst>
      </pc:sldChg>
      <pc:sldChg chg="delSp modSp mod modNotesTx">
        <pc:chgData name="park sehun" userId="a5dd5dda71ea150a" providerId="LiveId" clId="{6527AE26-39E2-45C9-8883-FF4DEB771D74}" dt="2021-03-08T05:19:20.328" v="2020" actId="14100"/>
        <pc:sldMkLst>
          <pc:docMk/>
          <pc:sldMk cId="3896390568" sldId="1186"/>
        </pc:sldMkLst>
        <pc:spChg chg="mod">
          <ac:chgData name="park sehun" userId="a5dd5dda71ea150a" providerId="LiveId" clId="{6527AE26-39E2-45C9-8883-FF4DEB771D74}" dt="2021-03-08T05:19:20.328" v="2020" actId="14100"/>
          <ac:spMkLst>
            <pc:docMk/>
            <pc:sldMk cId="3896390568" sldId="1186"/>
            <ac:spMk id="8" creationId="{6D730597-4454-4782-AD00-2BBDB55A3DA0}"/>
          </ac:spMkLst>
        </pc:spChg>
        <pc:spChg chg="del">
          <ac:chgData name="park sehun" userId="a5dd5dda71ea150a" providerId="LiveId" clId="{6527AE26-39E2-45C9-8883-FF4DEB771D74}" dt="2021-03-08T00:19:00.003" v="39" actId="478"/>
          <ac:spMkLst>
            <pc:docMk/>
            <pc:sldMk cId="3896390568" sldId="1186"/>
            <ac:spMk id="11" creationId="{4018B443-F7AE-4226-96A6-5A5E73973F69}"/>
          </ac:spMkLst>
        </pc:spChg>
        <pc:spChg chg="del">
          <ac:chgData name="park sehun" userId="a5dd5dda71ea150a" providerId="LiveId" clId="{6527AE26-39E2-45C9-8883-FF4DEB771D74}" dt="2021-03-08T00:19:00.003" v="39" actId="478"/>
          <ac:spMkLst>
            <pc:docMk/>
            <pc:sldMk cId="3896390568" sldId="1186"/>
            <ac:spMk id="13" creationId="{C4E012EF-41A5-487E-8E12-54D0831B62D9}"/>
          </ac:spMkLst>
        </pc:spChg>
        <pc:spChg chg="del">
          <ac:chgData name="park sehun" userId="a5dd5dda71ea150a" providerId="LiveId" clId="{6527AE26-39E2-45C9-8883-FF4DEB771D74}" dt="2021-03-08T00:19:00.003" v="39" actId="478"/>
          <ac:spMkLst>
            <pc:docMk/>
            <pc:sldMk cId="3896390568" sldId="1186"/>
            <ac:spMk id="17" creationId="{048B271B-FB53-4FE5-B486-FB069E27ABF6}"/>
          </ac:spMkLst>
        </pc:spChg>
        <pc:spChg chg="del">
          <ac:chgData name="park sehun" userId="a5dd5dda71ea150a" providerId="LiveId" clId="{6527AE26-39E2-45C9-8883-FF4DEB771D74}" dt="2021-03-08T00:19:00.003" v="39" actId="478"/>
          <ac:spMkLst>
            <pc:docMk/>
            <pc:sldMk cId="3896390568" sldId="1186"/>
            <ac:spMk id="19" creationId="{0A8AA050-9DAE-410C-8A5D-C0DB2A9A7D1F}"/>
          </ac:spMkLst>
        </pc:spChg>
        <pc:spChg chg="del">
          <ac:chgData name="park sehun" userId="a5dd5dda71ea150a" providerId="LiveId" clId="{6527AE26-39E2-45C9-8883-FF4DEB771D74}" dt="2021-03-08T00:19:00.003" v="39" actId="478"/>
          <ac:spMkLst>
            <pc:docMk/>
            <pc:sldMk cId="3896390568" sldId="1186"/>
            <ac:spMk id="21" creationId="{084B9CA1-848C-4BCF-8DD4-8BB5BF767D24}"/>
          </ac:spMkLst>
        </pc:spChg>
        <pc:spChg chg="del">
          <ac:chgData name="park sehun" userId="a5dd5dda71ea150a" providerId="LiveId" clId="{6527AE26-39E2-45C9-8883-FF4DEB771D74}" dt="2021-03-08T00:19:00.003" v="39" actId="478"/>
          <ac:spMkLst>
            <pc:docMk/>
            <pc:sldMk cId="3896390568" sldId="1186"/>
            <ac:spMk id="23" creationId="{9F4C7E09-EF84-4B60-A2B9-1AC2F9FB88B6}"/>
          </ac:spMkLst>
        </pc:spChg>
        <pc:spChg chg="mod">
          <ac:chgData name="park sehun" userId="a5dd5dda71ea150a" providerId="LiveId" clId="{6527AE26-39E2-45C9-8883-FF4DEB771D74}" dt="2021-03-08T00:22:18.720" v="188" actId="20577"/>
          <ac:spMkLst>
            <pc:docMk/>
            <pc:sldMk cId="3896390568" sldId="1186"/>
            <ac:spMk id="62466" creationId="{00000000-0000-0000-0000-000000000000}"/>
          </ac:spMkLst>
        </pc:spChg>
        <pc:picChg chg="del">
          <ac:chgData name="park sehun" userId="a5dd5dda71ea150a" providerId="LiveId" clId="{6527AE26-39E2-45C9-8883-FF4DEB771D74}" dt="2021-03-08T00:18:56.952" v="38" actId="478"/>
          <ac:picMkLst>
            <pc:docMk/>
            <pc:sldMk cId="3896390568" sldId="1186"/>
            <ac:picMk id="10" creationId="{ED718A42-F02D-48D0-8FBD-A77A662E0F95}"/>
          </ac:picMkLst>
        </pc:picChg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1894212559" sldId="1187"/>
        </pc:sldMkLst>
      </pc:sldChg>
      <pc:sldChg chg="add del">
        <pc:chgData name="park sehun" userId="a5dd5dda71ea150a" providerId="LiveId" clId="{6527AE26-39E2-45C9-8883-FF4DEB771D74}" dt="2021-03-08T02:19:46.966" v="1660" actId="47"/>
        <pc:sldMkLst>
          <pc:docMk/>
          <pc:sldMk cId="1007799099" sldId="1188"/>
        </pc:sldMkLst>
      </pc:sldChg>
      <pc:sldChg chg="addSp modSp add mod">
        <pc:chgData name="park sehun" userId="a5dd5dda71ea150a" providerId="LiveId" clId="{6527AE26-39E2-45C9-8883-FF4DEB771D74}" dt="2021-03-08T04:13:28.538" v="1704" actId="20577"/>
        <pc:sldMkLst>
          <pc:docMk/>
          <pc:sldMk cId="3747755315" sldId="1189"/>
        </pc:sldMkLst>
        <pc:spChg chg="mod">
          <ac:chgData name="park sehun" userId="a5dd5dda71ea150a" providerId="LiveId" clId="{6527AE26-39E2-45C9-8883-FF4DEB771D74}" dt="2021-03-08T04:13:28.538" v="1704" actId="20577"/>
          <ac:spMkLst>
            <pc:docMk/>
            <pc:sldMk cId="3747755315" sldId="1189"/>
            <ac:spMk id="8" creationId="{6D730597-4454-4782-AD00-2BBDB55A3DA0}"/>
          </ac:spMkLst>
        </pc:spChg>
        <pc:spChg chg="mod">
          <ac:chgData name="park sehun" userId="a5dd5dda71ea150a" providerId="LiveId" clId="{6527AE26-39E2-45C9-8883-FF4DEB771D74}" dt="2021-03-08T00:24:10.549" v="204" actId="20577"/>
          <ac:spMkLst>
            <pc:docMk/>
            <pc:sldMk cId="3747755315" sldId="1189"/>
            <ac:spMk id="62466" creationId="{00000000-0000-0000-0000-000000000000}"/>
          </ac:spMkLst>
        </pc:spChg>
        <pc:graphicFrameChg chg="add mod">
          <ac:chgData name="park sehun" userId="a5dd5dda71ea150a" providerId="LiveId" clId="{6527AE26-39E2-45C9-8883-FF4DEB771D74}" dt="2021-03-08T00:42:51.552" v="293" actId="1035"/>
          <ac:graphicFrameMkLst>
            <pc:docMk/>
            <pc:sldMk cId="3747755315" sldId="1189"/>
            <ac:graphicFrameMk id="4" creationId="{11AB9DF4-A880-4E54-ACEE-C5E3DE230DC0}"/>
          </ac:graphicFrameMkLst>
        </pc:graphicFrameChg>
      </pc:sldChg>
      <pc:sldChg chg="addSp delSp modSp add mod">
        <pc:chgData name="park sehun" userId="a5dd5dda71ea150a" providerId="LiveId" clId="{6527AE26-39E2-45C9-8883-FF4DEB771D74}" dt="2021-03-08T00:48:58.485" v="474" actId="207"/>
        <pc:sldMkLst>
          <pc:docMk/>
          <pc:sldMk cId="3021888049" sldId="1190"/>
        </pc:sldMkLst>
        <pc:spChg chg="add del">
          <ac:chgData name="park sehun" userId="a5dd5dda71ea150a" providerId="LiveId" clId="{6527AE26-39E2-45C9-8883-FF4DEB771D74}" dt="2021-03-08T00:44:14.193" v="297"/>
          <ac:spMkLst>
            <pc:docMk/>
            <pc:sldMk cId="3021888049" sldId="1190"/>
            <ac:spMk id="2" creationId="{62006F19-E39F-4D97-8789-CD9A03019087}"/>
          </ac:spMkLst>
        </pc:spChg>
        <pc:spChg chg="add mod">
          <ac:chgData name="park sehun" userId="a5dd5dda71ea150a" providerId="LiveId" clId="{6527AE26-39E2-45C9-8883-FF4DEB771D74}" dt="2021-03-08T00:48:58.485" v="474" actId="207"/>
          <ac:spMkLst>
            <pc:docMk/>
            <pc:sldMk cId="3021888049" sldId="1190"/>
            <ac:spMk id="6" creationId="{CA2AF724-AF09-4352-ADF0-3B07277DF5D0}"/>
          </ac:spMkLst>
        </pc:spChg>
        <pc:spChg chg="mod">
          <ac:chgData name="park sehun" userId="a5dd5dda71ea150a" providerId="LiveId" clId="{6527AE26-39E2-45C9-8883-FF4DEB771D74}" dt="2021-03-08T00:47:54.878" v="397" actId="20577"/>
          <ac:spMkLst>
            <pc:docMk/>
            <pc:sldMk cId="3021888049" sldId="1190"/>
            <ac:spMk id="8" creationId="{6D730597-4454-4782-AD00-2BBDB55A3DA0}"/>
          </ac:spMkLst>
        </pc:spChg>
        <pc:spChg chg="add mod">
          <ac:chgData name="park sehun" userId="a5dd5dda71ea150a" providerId="LiveId" clId="{6527AE26-39E2-45C9-8883-FF4DEB771D74}" dt="2021-03-08T00:48:26.751" v="472" actId="14100"/>
          <ac:spMkLst>
            <pc:docMk/>
            <pc:sldMk cId="3021888049" sldId="1190"/>
            <ac:spMk id="9" creationId="{B00C6C1B-1018-4F4B-91C0-DAFF5E08C35B}"/>
          </ac:spMkLst>
        </pc:spChg>
        <pc:spChg chg="mod">
          <ac:chgData name="park sehun" userId="a5dd5dda71ea150a" providerId="LiveId" clId="{6527AE26-39E2-45C9-8883-FF4DEB771D74}" dt="2021-03-08T00:43:49.298" v="295"/>
          <ac:spMkLst>
            <pc:docMk/>
            <pc:sldMk cId="3021888049" sldId="1190"/>
            <ac:spMk id="62466" creationId="{00000000-0000-0000-0000-000000000000}"/>
          </ac:spMkLst>
        </pc:spChg>
        <pc:graphicFrameChg chg="del">
          <ac:chgData name="park sehun" userId="a5dd5dda71ea150a" providerId="LiveId" clId="{6527AE26-39E2-45C9-8883-FF4DEB771D74}" dt="2021-03-08T00:44:37.866" v="299" actId="478"/>
          <ac:graphicFrameMkLst>
            <pc:docMk/>
            <pc:sldMk cId="3021888049" sldId="1190"/>
            <ac:graphicFrameMk id="4" creationId="{11AB9DF4-A880-4E54-ACEE-C5E3DE230DC0}"/>
          </ac:graphicFrameMkLst>
        </pc:graphicFrameChg>
        <pc:picChg chg="add mod">
          <ac:chgData name="park sehun" userId="a5dd5dda71ea150a" providerId="LiveId" clId="{6527AE26-39E2-45C9-8883-FF4DEB771D74}" dt="2021-03-08T00:47:43.727" v="388" actId="1076"/>
          <ac:picMkLst>
            <pc:docMk/>
            <pc:sldMk cId="3021888049" sldId="1190"/>
            <ac:picMk id="5" creationId="{938E3EF7-529A-4EFD-82F6-0CFDFFD4D5F7}"/>
          </ac:picMkLst>
        </pc:picChg>
      </pc:sldChg>
      <pc:sldChg chg="addSp delSp modSp add mod">
        <pc:chgData name="park sehun" userId="a5dd5dda71ea150a" providerId="LiveId" clId="{6527AE26-39E2-45C9-8883-FF4DEB771D74}" dt="2021-03-08T05:02:05.913" v="1850" actId="21"/>
        <pc:sldMkLst>
          <pc:docMk/>
          <pc:sldMk cId="2975318008" sldId="1191"/>
        </pc:sldMkLst>
        <pc:spChg chg="add mod">
          <ac:chgData name="park sehun" userId="a5dd5dda71ea150a" providerId="LiveId" clId="{6527AE26-39E2-45C9-8883-FF4DEB771D74}" dt="2021-03-08T01:19:57.395" v="799" actId="207"/>
          <ac:spMkLst>
            <pc:docMk/>
            <pc:sldMk cId="2975318008" sldId="1191"/>
            <ac:spMk id="5" creationId="{EBC41E8D-9316-4414-8E95-8A64AC547393}"/>
          </ac:spMkLst>
        </pc:spChg>
        <pc:spChg chg="mod">
          <ac:chgData name="park sehun" userId="a5dd5dda71ea150a" providerId="LiveId" clId="{6527AE26-39E2-45C9-8883-FF4DEB771D74}" dt="2021-03-08T01:02:05.319" v="698" actId="20577"/>
          <ac:spMkLst>
            <pc:docMk/>
            <pc:sldMk cId="2975318008" sldId="1191"/>
            <ac:spMk id="8" creationId="{6D730597-4454-4782-AD00-2BBDB55A3DA0}"/>
          </ac:spMkLst>
        </pc:spChg>
        <pc:spChg chg="mod">
          <ac:chgData name="park sehun" userId="a5dd5dda71ea150a" providerId="LiveId" clId="{6527AE26-39E2-45C9-8883-FF4DEB771D74}" dt="2021-03-08T05:02:05.913" v="1850" actId="21"/>
          <ac:spMkLst>
            <pc:docMk/>
            <pc:sldMk cId="2975318008" sldId="1191"/>
            <ac:spMk id="62466" creationId="{00000000-0000-0000-0000-000000000000}"/>
          </ac:spMkLst>
        </pc:spChg>
        <pc:graphicFrameChg chg="del mod">
          <ac:chgData name="park sehun" userId="a5dd5dda71ea150a" providerId="LiveId" clId="{6527AE26-39E2-45C9-8883-FF4DEB771D74}" dt="2021-03-08T00:51:17.310" v="517" actId="478"/>
          <ac:graphicFrameMkLst>
            <pc:docMk/>
            <pc:sldMk cId="2975318008" sldId="1191"/>
            <ac:graphicFrameMk id="4" creationId="{11AB9DF4-A880-4E54-ACEE-C5E3DE230DC0}"/>
          </ac:graphicFrameMkLst>
        </pc:graphicFrameChg>
        <pc:graphicFrameChg chg="add mod">
          <ac:chgData name="park sehun" userId="a5dd5dda71ea150a" providerId="LiveId" clId="{6527AE26-39E2-45C9-8883-FF4DEB771D74}" dt="2021-03-08T00:52:34.929" v="558" actId="1037"/>
          <ac:graphicFrameMkLst>
            <pc:docMk/>
            <pc:sldMk cId="2975318008" sldId="1191"/>
            <ac:graphicFrameMk id="6" creationId="{11AB9DF4-A880-4E54-ACEE-C5E3DE230DC0}"/>
          </ac:graphicFrameMkLst>
        </pc:graphicFrameChg>
      </pc:sldChg>
      <pc:sldChg chg="add del">
        <pc:chgData name="park sehun" userId="a5dd5dda71ea150a" providerId="LiveId" clId="{6527AE26-39E2-45C9-8883-FF4DEB771D74}" dt="2021-03-08T00:56:18.167" v="605" actId="47"/>
        <pc:sldMkLst>
          <pc:docMk/>
          <pc:sldMk cId="105495942" sldId="1192"/>
        </pc:sldMkLst>
      </pc:sldChg>
      <pc:sldChg chg="addSp delSp modSp add mod">
        <pc:chgData name="park sehun" userId="a5dd5dda71ea150a" providerId="LiveId" clId="{6527AE26-39E2-45C9-8883-FF4DEB771D74}" dt="2021-03-08T05:04:59.124" v="1855"/>
        <pc:sldMkLst>
          <pc:docMk/>
          <pc:sldMk cId="1323689732" sldId="1192"/>
        </pc:sldMkLst>
        <pc:spChg chg="mod">
          <ac:chgData name="park sehun" userId="a5dd5dda71ea150a" providerId="LiveId" clId="{6527AE26-39E2-45C9-8883-FF4DEB771D74}" dt="2021-03-08T01:20:03.844" v="800" actId="207"/>
          <ac:spMkLst>
            <pc:docMk/>
            <pc:sldMk cId="1323689732" sldId="1192"/>
            <ac:spMk id="5" creationId="{EBC41E8D-9316-4414-8E95-8A64AC547393}"/>
          </ac:spMkLst>
        </pc:spChg>
        <pc:spChg chg="mod">
          <ac:chgData name="park sehun" userId="a5dd5dda71ea150a" providerId="LiveId" clId="{6527AE26-39E2-45C9-8883-FF4DEB771D74}" dt="2021-03-08T05:04:59.124" v="1855"/>
          <ac:spMkLst>
            <pc:docMk/>
            <pc:sldMk cId="1323689732" sldId="1192"/>
            <ac:spMk id="8" creationId="{6D730597-4454-4782-AD00-2BBDB55A3DA0}"/>
          </ac:spMkLst>
        </pc:spChg>
        <pc:spChg chg="mod">
          <ac:chgData name="park sehun" userId="a5dd5dda71ea150a" providerId="LiveId" clId="{6527AE26-39E2-45C9-8883-FF4DEB771D74}" dt="2021-03-08T01:03:08.845" v="714" actId="20577"/>
          <ac:spMkLst>
            <pc:docMk/>
            <pc:sldMk cId="1323689732" sldId="1192"/>
            <ac:spMk id="62466" creationId="{00000000-0000-0000-0000-000000000000}"/>
          </ac:spMkLst>
        </pc:spChg>
        <pc:graphicFrameChg chg="del">
          <ac:chgData name="park sehun" userId="a5dd5dda71ea150a" providerId="LiveId" clId="{6527AE26-39E2-45C9-8883-FF4DEB771D74}" dt="2021-03-08T01:01:07.105" v="654" actId="478"/>
          <ac:graphicFrameMkLst>
            <pc:docMk/>
            <pc:sldMk cId="1323689732" sldId="1192"/>
            <ac:graphicFrameMk id="6" creationId="{11AB9DF4-A880-4E54-ACEE-C5E3DE230DC0}"/>
          </ac:graphicFrameMkLst>
        </pc:graphicFrameChg>
        <pc:graphicFrameChg chg="add mod">
          <ac:chgData name="park sehun" userId="a5dd5dda71ea150a" providerId="LiveId" clId="{6527AE26-39E2-45C9-8883-FF4DEB771D74}" dt="2021-03-08T01:01:12.635" v="687" actId="1037"/>
          <ac:graphicFrameMkLst>
            <pc:docMk/>
            <pc:sldMk cId="1323689732" sldId="1192"/>
            <ac:graphicFrameMk id="7" creationId="{11AB9DF4-A880-4E54-ACEE-C5E3DE230DC0}"/>
          </ac:graphicFrameMkLst>
        </pc:graphicFrameChg>
      </pc:sldChg>
      <pc:sldChg chg="addSp delSp modSp add mod modNotesTx">
        <pc:chgData name="park sehun" userId="a5dd5dda71ea150a" providerId="LiveId" clId="{6527AE26-39E2-45C9-8883-FF4DEB771D74}" dt="2021-03-08T04:56:12.543" v="1811" actId="20577"/>
        <pc:sldMkLst>
          <pc:docMk/>
          <pc:sldMk cId="391616393" sldId="1193"/>
        </pc:sldMkLst>
        <pc:spChg chg="mod">
          <ac:chgData name="park sehun" userId="a5dd5dda71ea150a" providerId="LiveId" clId="{6527AE26-39E2-45C9-8883-FF4DEB771D74}" dt="2021-03-08T04:56:12.543" v="1811" actId="20577"/>
          <ac:spMkLst>
            <pc:docMk/>
            <pc:sldMk cId="391616393" sldId="1193"/>
            <ac:spMk id="5" creationId="{EBC41E8D-9316-4414-8E95-8A64AC547393}"/>
          </ac:spMkLst>
        </pc:spChg>
        <pc:spChg chg="mod">
          <ac:chgData name="park sehun" userId="a5dd5dda71ea150a" providerId="LiveId" clId="{6527AE26-39E2-45C9-8883-FF4DEB771D74}" dt="2021-03-08T01:14:20.157" v="734" actId="5793"/>
          <ac:spMkLst>
            <pc:docMk/>
            <pc:sldMk cId="391616393" sldId="1193"/>
            <ac:spMk id="8" creationId="{6D730597-4454-4782-AD00-2BBDB55A3DA0}"/>
          </ac:spMkLst>
        </pc:spChg>
        <pc:spChg chg="mod">
          <ac:chgData name="park sehun" userId="a5dd5dda71ea150a" providerId="LiveId" clId="{6527AE26-39E2-45C9-8883-FF4DEB771D74}" dt="2021-03-08T01:03:55.232" v="716"/>
          <ac:spMkLst>
            <pc:docMk/>
            <pc:sldMk cId="391616393" sldId="1193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6527AE26-39E2-45C9-8883-FF4DEB771D74}" dt="2021-03-08T01:17:12.348" v="796" actId="6549"/>
          <ac:graphicFrameMkLst>
            <pc:docMk/>
            <pc:sldMk cId="391616393" sldId="1193"/>
            <ac:graphicFrameMk id="2" creationId="{736BAFB8-6F3F-49C7-B7AA-D0A8F2C2E29A}"/>
          </ac:graphicFrameMkLst>
        </pc:graphicFrameChg>
        <pc:graphicFrameChg chg="del">
          <ac:chgData name="park sehun" userId="a5dd5dda71ea150a" providerId="LiveId" clId="{6527AE26-39E2-45C9-8883-FF4DEB771D74}" dt="2021-03-08T01:15:22.879" v="763" actId="478"/>
          <ac:graphicFrameMkLst>
            <pc:docMk/>
            <pc:sldMk cId="391616393" sldId="1193"/>
            <ac:graphicFrameMk id="7" creationId="{11AB9DF4-A880-4E54-ACEE-C5E3DE230DC0}"/>
          </ac:graphicFrameMkLst>
        </pc:graphicFrameChg>
        <pc:graphicFrameChg chg="add mod">
          <ac:chgData name="park sehun" userId="a5dd5dda71ea150a" providerId="LiveId" clId="{6527AE26-39E2-45C9-8883-FF4DEB771D74}" dt="2021-03-08T01:16:09.791" v="792" actId="1038"/>
          <ac:graphicFrameMkLst>
            <pc:docMk/>
            <pc:sldMk cId="391616393" sldId="1193"/>
            <ac:graphicFrameMk id="9" creationId="{AA992E91-74E4-4AB6-BF63-742989F99424}"/>
          </ac:graphicFrameMkLst>
        </pc:graphicFrameChg>
      </pc:sldChg>
      <pc:sldChg chg="addSp delSp modSp add del mod modNotesTx">
        <pc:chgData name="park sehun" userId="a5dd5dda71ea150a" providerId="LiveId" clId="{6527AE26-39E2-45C9-8883-FF4DEB771D74}" dt="2021-03-08T02:19:53.269" v="1661" actId="6549"/>
        <pc:sldMkLst>
          <pc:docMk/>
          <pc:sldMk cId="1054369656" sldId="1194"/>
        </pc:sldMkLst>
        <pc:spChg chg="del">
          <ac:chgData name="park sehun" userId="a5dd5dda71ea150a" providerId="LiveId" clId="{6527AE26-39E2-45C9-8883-FF4DEB771D74}" dt="2021-03-08T01:38:24.500" v="806" actId="478"/>
          <ac:spMkLst>
            <pc:docMk/>
            <pc:sldMk cId="1054369656" sldId="1194"/>
            <ac:spMk id="5" creationId="{EBC41E8D-9316-4414-8E95-8A64AC547393}"/>
          </ac:spMkLst>
        </pc:spChg>
        <pc:spChg chg="add mod">
          <ac:chgData name="park sehun" userId="a5dd5dda71ea150a" providerId="LiveId" clId="{6527AE26-39E2-45C9-8883-FF4DEB771D74}" dt="2021-03-08T02:09:50.826" v="1414" actId="20577"/>
          <ac:spMkLst>
            <pc:docMk/>
            <pc:sldMk cId="1054369656" sldId="1194"/>
            <ac:spMk id="7" creationId="{06D364AC-5422-428A-AE8E-7E24E30B8C34}"/>
          </ac:spMkLst>
        </pc:spChg>
        <pc:spChg chg="del">
          <ac:chgData name="park sehun" userId="a5dd5dda71ea150a" providerId="LiveId" clId="{6527AE26-39E2-45C9-8883-FF4DEB771D74}" dt="2021-03-08T01:38:28.538" v="808" actId="478"/>
          <ac:spMkLst>
            <pc:docMk/>
            <pc:sldMk cId="1054369656" sldId="1194"/>
            <ac:spMk id="8" creationId="{6D730597-4454-4782-AD00-2BBDB55A3DA0}"/>
          </ac:spMkLst>
        </pc:spChg>
        <pc:spChg chg="mod">
          <ac:chgData name="park sehun" userId="a5dd5dda71ea150a" providerId="LiveId" clId="{6527AE26-39E2-45C9-8883-FF4DEB771D74}" dt="2021-03-08T01:38:08.931" v="804"/>
          <ac:spMkLst>
            <pc:docMk/>
            <pc:sldMk cId="1054369656" sldId="1194"/>
            <ac:spMk id="62466" creationId="{00000000-0000-0000-0000-000000000000}"/>
          </ac:spMkLst>
        </pc:spChg>
        <pc:graphicFrameChg chg="del">
          <ac:chgData name="park sehun" userId="a5dd5dda71ea150a" providerId="LiveId" clId="{6527AE26-39E2-45C9-8883-FF4DEB771D74}" dt="2021-03-08T01:38:21.996" v="805" actId="478"/>
          <ac:graphicFrameMkLst>
            <pc:docMk/>
            <pc:sldMk cId="1054369656" sldId="1194"/>
            <ac:graphicFrameMk id="2" creationId="{736BAFB8-6F3F-49C7-B7AA-D0A8F2C2E29A}"/>
          </ac:graphicFrameMkLst>
        </pc:graphicFrameChg>
        <pc:graphicFrameChg chg="del">
          <ac:chgData name="park sehun" userId="a5dd5dda71ea150a" providerId="LiveId" clId="{6527AE26-39E2-45C9-8883-FF4DEB771D74}" dt="2021-03-08T01:38:21.996" v="805" actId="478"/>
          <ac:graphicFrameMkLst>
            <pc:docMk/>
            <pc:sldMk cId="1054369656" sldId="1194"/>
            <ac:graphicFrameMk id="9" creationId="{AA992E91-74E4-4AB6-BF63-742989F99424}"/>
          </ac:graphicFrameMkLst>
        </pc:graphicFrameChg>
      </pc:sldChg>
      <pc:sldChg chg="addSp delSp modSp add mod modNotesTx">
        <pc:chgData name="park sehun" userId="a5dd5dda71ea150a" providerId="LiveId" clId="{6527AE26-39E2-45C9-8883-FF4DEB771D74}" dt="2021-03-08T02:02:16.252" v="1047" actId="1076"/>
        <pc:sldMkLst>
          <pc:docMk/>
          <pc:sldMk cId="412657225" sldId="1195"/>
        </pc:sldMkLst>
        <pc:spChg chg="mod">
          <ac:chgData name="park sehun" userId="a5dd5dda71ea150a" providerId="LiveId" clId="{6527AE26-39E2-45C9-8883-FF4DEB771D74}" dt="2021-03-08T02:00:28.506" v="1041" actId="20577"/>
          <ac:spMkLst>
            <pc:docMk/>
            <pc:sldMk cId="412657225" sldId="1195"/>
            <ac:spMk id="5" creationId="{EBC41E8D-9316-4414-8E95-8A64AC547393}"/>
          </ac:spMkLst>
        </pc:spChg>
        <pc:spChg chg="mod">
          <ac:chgData name="park sehun" userId="a5dd5dda71ea150a" providerId="LiveId" clId="{6527AE26-39E2-45C9-8883-FF4DEB771D74}" dt="2021-03-08T01:59:37.186" v="1030" actId="20577"/>
          <ac:spMkLst>
            <pc:docMk/>
            <pc:sldMk cId="412657225" sldId="1195"/>
            <ac:spMk id="62466" creationId="{00000000-0000-0000-0000-000000000000}"/>
          </ac:spMkLst>
        </pc:spChg>
        <pc:graphicFrameChg chg="del">
          <ac:chgData name="park sehun" userId="a5dd5dda71ea150a" providerId="LiveId" clId="{6527AE26-39E2-45C9-8883-FF4DEB771D74}" dt="2021-03-08T02:00:40.040" v="1042" actId="478"/>
          <ac:graphicFrameMkLst>
            <pc:docMk/>
            <pc:sldMk cId="412657225" sldId="1195"/>
            <ac:graphicFrameMk id="2" creationId="{736BAFB8-6F3F-49C7-B7AA-D0A8F2C2E29A}"/>
          </ac:graphicFrameMkLst>
        </pc:graphicFrameChg>
        <pc:graphicFrameChg chg="add mod">
          <ac:chgData name="park sehun" userId="a5dd5dda71ea150a" providerId="LiveId" clId="{6527AE26-39E2-45C9-8883-FF4DEB771D74}" dt="2021-03-08T02:02:16.252" v="1047" actId="1076"/>
          <ac:graphicFrameMkLst>
            <pc:docMk/>
            <pc:sldMk cId="412657225" sldId="1195"/>
            <ac:graphicFrameMk id="3" creationId="{6914D3C5-8ADF-46F5-8352-561F0832A5CD}"/>
          </ac:graphicFrameMkLst>
        </pc:graphicFrameChg>
        <pc:graphicFrameChg chg="add mod">
          <ac:chgData name="park sehun" userId="a5dd5dda71ea150a" providerId="LiveId" clId="{6527AE26-39E2-45C9-8883-FF4DEB771D74}" dt="2021-03-08T02:02:00.516" v="1045" actId="1076"/>
          <ac:graphicFrameMkLst>
            <pc:docMk/>
            <pc:sldMk cId="412657225" sldId="1195"/>
            <ac:graphicFrameMk id="7" creationId="{0DD2DB4A-B445-45E4-AD60-BEA699F9FD82}"/>
          </ac:graphicFrameMkLst>
        </pc:graphicFrameChg>
        <pc:graphicFrameChg chg="del">
          <ac:chgData name="park sehun" userId="a5dd5dda71ea150a" providerId="LiveId" clId="{6527AE26-39E2-45C9-8883-FF4DEB771D74}" dt="2021-03-08T02:00:41.917" v="1043" actId="478"/>
          <ac:graphicFrameMkLst>
            <pc:docMk/>
            <pc:sldMk cId="412657225" sldId="1195"/>
            <ac:graphicFrameMk id="9" creationId="{AA992E91-74E4-4AB6-BF63-742989F99424}"/>
          </ac:graphicFrameMkLst>
        </pc:graphicFrameChg>
      </pc:sldChg>
      <pc:sldChg chg="add del">
        <pc:chgData name="park sehun" userId="a5dd5dda71ea150a" providerId="LiveId" clId="{6527AE26-39E2-45C9-8883-FF4DEB771D74}" dt="2021-03-08T01:37:58.048" v="803"/>
        <pc:sldMkLst>
          <pc:docMk/>
          <pc:sldMk cId="2065131403" sldId="1195"/>
        </pc:sldMkLst>
      </pc:sldChg>
      <pc:sldChg chg="addSp modSp add mod modNotesTx">
        <pc:chgData name="park sehun" userId="a5dd5dda71ea150a" providerId="LiveId" clId="{6527AE26-39E2-45C9-8883-FF4DEB771D74}" dt="2021-03-08T02:18:38.735" v="1648" actId="1036"/>
        <pc:sldMkLst>
          <pc:docMk/>
          <pc:sldMk cId="713469367" sldId="1196"/>
        </pc:sldMkLst>
        <pc:spChg chg="add mod">
          <ac:chgData name="park sehun" userId="a5dd5dda71ea150a" providerId="LiveId" clId="{6527AE26-39E2-45C9-8883-FF4DEB771D74}" dt="2021-03-08T02:18:38.735" v="1648" actId="1036"/>
          <ac:spMkLst>
            <pc:docMk/>
            <pc:sldMk cId="713469367" sldId="1196"/>
            <ac:spMk id="4" creationId="{A77AA5C5-DAA7-46FE-93D9-CCFE09A76AEB}"/>
          </ac:spMkLst>
        </pc:spChg>
        <pc:spChg chg="add mod">
          <ac:chgData name="park sehun" userId="a5dd5dda71ea150a" providerId="LiveId" clId="{6527AE26-39E2-45C9-8883-FF4DEB771D74}" dt="2021-03-08T02:18:21.887" v="1644" actId="1036"/>
          <ac:spMkLst>
            <pc:docMk/>
            <pc:sldMk cId="713469367" sldId="1196"/>
            <ac:spMk id="5" creationId="{2A4994CF-89BA-4F7E-9EFA-8111BE74B48C}"/>
          </ac:spMkLst>
        </pc:spChg>
        <pc:spChg chg="add mod">
          <ac:chgData name="park sehun" userId="a5dd5dda71ea150a" providerId="LiveId" clId="{6527AE26-39E2-45C9-8883-FF4DEB771D74}" dt="2021-03-08T02:17:53.434" v="1639" actId="14100"/>
          <ac:spMkLst>
            <pc:docMk/>
            <pc:sldMk cId="713469367" sldId="1196"/>
            <ac:spMk id="6" creationId="{7D897B71-6184-4134-AFCD-DFA8AA8D3436}"/>
          </ac:spMkLst>
        </pc:spChg>
        <pc:spChg chg="mod">
          <ac:chgData name="park sehun" userId="a5dd5dda71ea150a" providerId="LiveId" clId="{6527AE26-39E2-45C9-8883-FF4DEB771D74}" dt="2021-03-08T02:17:14.280" v="1594" actId="1076"/>
          <ac:spMkLst>
            <pc:docMk/>
            <pc:sldMk cId="713469367" sldId="1196"/>
            <ac:spMk id="8" creationId="{6D730597-4454-4782-AD00-2BBDB55A3DA0}"/>
          </ac:spMkLst>
        </pc:spChg>
        <pc:spChg chg="mod">
          <ac:chgData name="park sehun" userId="a5dd5dda71ea150a" providerId="LiveId" clId="{6527AE26-39E2-45C9-8883-FF4DEB771D74}" dt="2021-03-08T02:12:19.313" v="1416"/>
          <ac:spMkLst>
            <pc:docMk/>
            <pc:sldMk cId="713469367" sldId="1196"/>
            <ac:spMk id="62466" creationId="{00000000-0000-0000-0000-000000000000}"/>
          </ac:spMkLst>
        </pc:spChg>
      </pc:sldChg>
      <pc:sldChg chg="addSp delSp modSp add mod">
        <pc:chgData name="park sehun" userId="a5dd5dda71ea150a" providerId="LiveId" clId="{6527AE26-39E2-45C9-8883-FF4DEB771D74}" dt="2021-03-08T04:54:49.599" v="1807" actId="1035"/>
        <pc:sldMkLst>
          <pc:docMk/>
          <pc:sldMk cId="2381035707" sldId="1197"/>
        </pc:sldMkLst>
        <pc:spChg chg="mod">
          <ac:chgData name="park sehun" userId="a5dd5dda71ea150a" providerId="LiveId" clId="{6527AE26-39E2-45C9-8883-FF4DEB771D74}" dt="2021-03-08T04:54:08.911" v="1715" actId="20577"/>
          <ac:spMkLst>
            <pc:docMk/>
            <pc:sldMk cId="2381035707" sldId="1197"/>
            <ac:spMk id="62466" creationId="{00000000-0000-0000-0000-000000000000}"/>
          </ac:spMkLst>
        </pc:spChg>
        <pc:graphicFrameChg chg="del">
          <ac:chgData name="park sehun" userId="a5dd5dda71ea150a" providerId="LiveId" clId="{6527AE26-39E2-45C9-8883-FF4DEB771D74}" dt="2021-03-08T04:54:36.848" v="1748" actId="478"/>
          <ac:graphicFrameMkLst>
            <pc:docMk/>
            <pc:sldMk cId="2381035707" sldId="1197"/>
            <ac:graphicFrameMk id="2" creationId="{736BAFB8-6F3F-49C7-B7AA-D0A8F2C2E29A}"/>
          </ac:graphicFrameMkLst>
        </pc:graphicFrameChg>
        <pc:graphicFrameChg chg="add mod">
          <ac:chgData name="park sehun" userId="a5dd5dda71ea150a" providerId="LiveId" clId="{6527AE26-39E2-45C9-8883-FF4DEB771D74}" dt="2021-03-08T04:54:49.599" v="1807" actId="1035"/>
          <ac:graphicFrameMkLst>
            <pc:docMk/>
            <pc:sldMk cId="2381035707" sldId="1197"/>
            <ac:graphicFrameMk id="3" creationId="{88C4FEBF-B2CB-4462-AE6B-24477F700DD8}"/>
          </ac:graphicFrameMkLst>
        </pc:graphicFrameChg>
        <pc:graphicFrameChg chg="add mod">
          <ac:chgData name="park sehun" userId="a5dd5dda71ea150a" providerId="LiveId" clId="{6527AE26-39E2-45C9-8883-FF4DEB771D74}" dt="2021-03-08T04:54:33.321" v="1747" actId="1037"/>
          <ac:graphicFrameMkLst>
            <pc:docMk/>
            <pc:sldMk cId="2381035707" sldId="1197"/>
            <ac:graphicFrameMk id="7" creationId="{E8601973-A71A-4588-BD1C-AF98756404CC}"/>
          </ac:graphicFrameMkLst>
        </pc:graphicFrameChg>
        <pc:graphicFrameChg chg="del">
          <ac:chgData name="park sehun" userId="a5dd5dda71ea150a" providerId="LiveId" clId="{6527AE26-39E2-45C9-8883-FF4DEB771D74}" dt="2021-03-08T04:54:28.469" v="1716" actId="478"/>
          <ac:graphicFrameMkLst>
            <pc:docMk/>
            <pc:sldMk cId="2381035707" sldId="1197"/>
            <ac:graphicFrameMk id="9" creationId="{AA992E91-74E4-4AB6-BF63-742989F99424}"/>
          </ac:graphicFrameMkLst>
        </pc:graphicFrameChg>
      </pc:sldChg>
      <pc:sldChg chg="modSp add mod">
        <pc:chgData name="park sehun" userId="a5dd5dda71ea150a" providerId="LiveId" clId="{6527AE26-39E2-45C9-8883-FF4DEB771D74}" dt="2021-03-08T05:14:20.481" v="1924" actId="20577"/>
        <pc:sldMkLst>
          <pc:docMk/>
          <pc:sldMk cId="1491390475" sldId="1198"/>
        </pc:sldMkLst>
        <pc:spChg chg="mod">
          <ac:chgData name="park sehun" userId="a5dd5dda71ea150a" providerId="LiveId" clId="{6527AE26-39E2-45C9-8883-FF4DEB771D74}" dt="2021-03-08T05:14:20.481" v="1924" actId="20577"/>
          <ac:spMkLst>
            <pc:docMk/>
            <pc:sldMk cId="1491390475" sldId="1198"/>
            <ac:spMk id="7" creationId="{06D364AC-5422-428A-AE8E-7E24E30B8C34}"/>
          </ac:spMkLst>
        </pc:spChg>
        <pc:spChg chg="mod">
          <ac:chgData name="park sehun" userId="a5dd5dda71ea150a" providerId="LiveId" clId="{6527AE26-39E2-45C9-8883-FF4DEB771D74}" dt="2021-03-08T05:11:59.295" v="1876" actId="5793"/>
          <ac:spMkLst>
            <pc:docMk/>
            <pc:sldMk cId="1491390475" sldId="1198"/>
            <ac:spMk id="62466" creationId="{00000000-0000-0000-0000-000000000000}"/>
          </ac:spMkLst>
        </pc:spChg>
      </pc:sldChg>
      <pc:sldChg chg="modSp add mod">
        <pc:chgData name="park sehun" userId="a5dd5dda71ea150a" providerId="LiveId" clId="{6527AE26-39E2-45C9-8883-FF4DEB771D74}" dt="2021-03-08T05:18:17.774" v="2004" actId="20577"/>
        <pc:sldMkLst>
          <pc:docMk/>
          <pc:sldMk cId="1221787842" sldId="1199"/>
        </pc:sldMkLst>
        <pc:spChg chg="mod">
          <ac:chgData name="park sehun" userId="a5dd5dda71ea150a" providerId="LiveId" clId="{6527AE26-39E2-45C9-8883-FF4DEB771D74}" dt="2021-03-08T05:18:17.774" v="2004" actId="20577"/>
          <ac:spMkLst>
            <pc:docMk/>
            <pc:sldMk cId="1221787842" sldId="1199"/>
            <ac:spMk id="7" creationId="{06D364AC-5422-428A-AE8E-7E24E30B8C34}"/>
          </ac:spMkLst>
        </pc:spChg>
        <pc:spChg chg="mod">
          <ac:chgData name="park sehun" userId="a5dd5dda71ea150a" providerId="LiveId" clId="{6527AE26-39E2-45C9-8883-FF4DEB771D74}" dt="2021-03-08T05:15:03.650" v="1962" actId="5793"/>
          <ac:spMkLst>
            <pc:docMk/>
            <pc:sldMk cId="1221787842" sldId="1199"/>
            <ac:spMk id="62466" creationId="{00000000-0000-0000-0000-000000000000}"/>
          </ac:spMkLst>
        </pc:spChg>
      </pc:sldChg>
      <pc:sldMasterChg chg="modSldLayout">
        <pc:chgData name="park sehun" userId="a5dd5dda71ea150a" providerId="LiveId" clId="{6527AE26-39E2-45C9-8883-FF4DEB771D74}" dt="2021-03-08T05:18:48.438" v="2006" actId="20577"/>
        <pc:sldMasterMkLst>
          <pc:docMk/>
          <pc:sldMasterMk cId="0" sldId="2147484752"/>
        </pc:sldMasterMkLst>
        <pc:sldLayoutChg chg="modSp mod">
          <pc:chgData name="park sehun" userId="a5dd5dda71ea150a" providerId="LiveId" clId="{6527AE26-39E2-45C9-8883-FF4DEB771D74}" dt="2021-03-08T05:18:48.438" v="2006" actId="20577"/>
          <pc:sldLayoutMkLst>
            <pc:docMk/>
            <pc:sldMasterMk cId="0" sldId="2147484752"/>
            <pc:sldLayoutMk cId="1633808973" sldId="2147484755"/>
          </pc:sldLayoutMkLst>
          <pc:spChg chg="mod">
            <ac:chgData name="park sehun" userId="a5dd5dda71ea150a" providerId="LiveId" clId="{6527AE26-39E2-45C9-8883-FF4DEB771D74}" dt="2021-03-08T02:20:17.454" v="1666" actId="20577"/>
            <ac:spMkLst>
              <pc:docMk/>
              <pc:sldMasterMk cId="0" sldId="2147484752"/>
              <pc:sldLayoutMk cId="1633808973" sldId="2147484755"/>
              <ac:spMk id="9" creationId="{00000000-0000-0000-0000-000000000000}"/>
            </ac:spMkLst>
          </pc:spChg>
          <pc:spChg chg="mod">
            <ac:chgData name="park sehun" userId="a5dd5dda71ea150a" providerId="LiveId" clId="{6527AE26-39E2-45C9-8883-FF4DEB771D74}" dt="2021-03-08T05:18:48.438" v="2006" actId="20577"/>
            <ac:spMkLst>
              <pc:docMk/>
              <pc:sldMasterMk cId="0" sldId="2147484752"/>
              <pc:sldLayoutMk cId="1633808973" sldId="2147484755"/>
              <ac:spMk id="12" creationId="{34BAE1B7-DCD2-4BBC-BBC7-276E03FCA526}"/>
            </ac:spMkLst>
          </pc:spChg>
        </pc:sldLayoutChg>
      </pc:sldMasterChg>
    </pc:docChg>
  </pc:docChgLst>
  <pc:docChgLst>
    <pc:chgData name="park sehun" userId="a5dd5dda71ea150a" providerId="LiveId" clId="{D0443FE1-0164-4916-B0E4-EA56D2FCDB27}"/>
    <pc:docChg chg="undo custSel addSld delSld modSld">
      <pc:chgData name="park sehun" userId="a5dd5dda71ea150a" providerId="LiveId" clId="{D0443FE1-0164-4916-B0E4-EA56D2FCDB27}" dt="2020-11-03T00:21:01.234" v="793" actId="20577"/>
      <pc:docMkLst>
        <pc:docMk/>
      </pc:docMkLst>
      <pc:sldChg chg="modSp mod">
        <pc:chgData name="park sehun" userId="a5dd5dda71ea150a" providerId="LiveId" clId="{D0443FE1-0164-4916-B0E4-EA56D2FCDB27}" dt="2020-11-02T09:30:47.031" v="263" actId="20577"/>
        <pc:sldMkLst>
          <pc:docMk/>
          <pc:sldMk cId="0" sldId="487"/>
        </pc:sldMkLst>
        <pc:spChg chg="mod">
          <ac:chgData name="park sehun" userId="a5dd5dda71ea150a" providerId="LiveId" clId="{D0443FE1-0164-4916-B0E4-EA56D2FCDB27}" dt="2020-11-02T09:30:47.031" v="263" actId="20577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D0443FE1-0164-4916-B0E4-EA56D2FCDB27}" dt="2020-11-02T06:45:57.729" v="85" actId="20577"/>
          <ac:spMkLst>
            <pc:docMk/>
            <pc:sldMk cId="0" sldId="487"/>
            <ac:spMk id="8" creationId="{00000000-0000-0000-0000-000000000000}"/>
          </ac:spMkLst>
        </pc:spChg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1533880316" sldId="1109"/>
        </pc:sldMkLst>
      </pc:sldChg>
      <pc:sldChg chg="add">
        <pc:chgData name="park sehun" userId="a5dd5dda71ea150a" providerId="LiveId" clId="{D0443FE1-0164-4916-B0E4-EA56D2FCDB27}" dt="2020-11-02T23:19:59.083" v="541"/>
        <pc:sldMkLst>
          <pc:docMk/>
          <pc:sldMk cId="278038019" sldId="1173"/>
        </pc:sldMkLst>
      </pc:sldChg>
      <pc:sldChg chg="addSp delSp modSp del mod">
        <pc:chgData name="park sehun" userId="a5dd5dda71ea150a" providerId="LiveId" clId="{D0443FE1-0164-4916-B0E4-EA56D2FCDB27}" dt="2020-11-02T23:19:57.479" v="540" actId="2696"/>
        <pc:sldMkLst>
          <pc:docMk/>
          <pc:sldMk cId="3177499770" sldId="1173"/>
        </pc:sldMkLst>
        <pc:spChg chg="del">
          <ac:chgData name="park sehun" userId="a5dd5dda71ea150a" providerId="LiveId" clId="{D0443FE1-0164-4916-B0E4-EA56D2FCDB27}" dt="2020-11-02T05:21:45.710" v="34" actId="478"/>
          <ac:spMkLst>
            <pc:docMk/>
            <pc:sldMk cId="3177499770" sldId="1173"/>
            <ac:spMk id="54" creationId="{C29D6112-022A-4BE0-B087-9B0A74023A45}"/>
          </ac:spMkLst>
        </pc:spChg>
        <pc:spChg chg="mod">
          <ac:chgData name="park sehun" userId="a5dd5dda71ea150a" providerId="LiveId" clId="{D0443FE1-0164-4916-B0E4-EA56D2FCDB27}" dt="2020-11-02T05:21:29.542" v="31" actId="20577"/>
          <ac:spMkLst>
            <pc:docMk/>
            <pc:sldMk cId="3177499770" sldId="1173"/>
            <ac:spMk id="62466" creationId="{00000000-0000-0000-0000-000000000000}"/>
          </ac:spMkLst>
        </pc:spChg>
        <pc:graphicFrameChg chg="del modGraphic">
          <ac:chgData name="park sehun" userId="a5dd5dda71ea150a" providerId="LiveId" clId="{D0443FE1-0164-4916-B0E4-EA56D2FCDB27}" dt="2020-11-02T05:21:43.088" v="33" actId="478"/>
          <ac:graphicFrameMkLst>
            <pc:docMk/>
            <pc:sldMk cId="3177499770" sldId="1173"/>
            <ac:graphicFrameMk id="7" creationId="{D34451B8-2DDD-45AF-BE65-BE3C2912C158}"/>
          </ac:graphicFrameMkLst>
        </pc:graphicFrameChg>
        <pc:picChg chg="add mod">
          <ac:chgData name="park sehun" userId="a5dd5dda71ea150a" providerId="LiveId" clId="{D0443FE1-0164-4916-B0E4-EA56D2FCDB27}" dt="2020-11-02T05:22:03.296" v="37" actId="1076"/>
          <ac:picMkLst>
            <pc:docMk/>
            <pc:sldMk cId="3177499770" sldId="1173"/>
            <ac:picMk id="3" creationId="{2B8A985D-B55F-4095-8113-3FA6AEA6A3F9}"/>
          </ac:picMkLst>
        </pc:picChg>
        <pc:picChg chg="add mod">
          <ac:chgData name="park sehun" userId="a5dd5dda71ea150a" providerId="LiveId" clId="{D0443FE1-0164-4916-B0E4-EA56D2FCDB27}" dt="2020-11-02T07:36:48.490" v="111" actId="1076"/>
          <ac:picMkLst>
            <pc:docMk/>
            <pc:sldMk cId="3177499770" sldId="1173"/>
            <ac:picMk id="5" creationId="{E73BB182-AFAD-4EBC-BB78-F7115C0F58A5}"/>
          </ac:picMkLst>
        </pc:picChg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1350089325" sldId="1174"/>
        </pc:sldMkLst>
      </pc:sldChg>
      <pc:sldChg chg="addSp delSp modSp add mod">
        <pc:chgData name="park sehun" userId="a5dd5dda71ea150a" providerId="LiveId" clId="{D0443FE1-0164-4916-B0E4-EA56D2FCDB27}" dt="2020-11-02T05:22:57.791" v="42" actId="14100"/>
        <pc:sldMkLst>
          <pc:docMk/>
          <pc:sldMk cId="2077885816" sldId="1174"/>
        </pc:sldMkLst>
        <pc:picChg chg="del">
          <ac:chgData name="park sehun" userId="a5dd5dda71ea150a" providerId="LiveId" clId="{D0443FE1-0164-4916-B0E4-EA56D2FCDB27}" dt="2020-11-02T05:22:49.149" v="39" actId="478"/>
          <ac:picMkLst>
            <pc:docMk/>
            <pc:sldMk cId="2077885816" sldId="1174"/>
            <ac:picMk id="3" creationId="{2B8A985D-B55F-4095-8113-3FA6AEA6A3F9}"/>
          </ac:picMkLst>
        </pc:picChg>
        <pc:picChg chg="add mod">
          <ac:chgData name="park sehun" userId="a5dd5dda71ea150a" providerId="LiveId" clId="{D0443FE1-0164-4916-B0E4-EA56D2FCDB27}" dt="2020-11-02T05:22:57.791" v="42" actId="14100"/>
          <ac:picMkLst>
            <pc:docMk/>
            <pc:sldMk cId="2077885816" sldId="1174"/>
            <ac:picMk id="4" creationId="{440FEAFA-C41D-4413-9626-FE60D9ED95B6}"/>
          </ac:picMkLst>
        </pc:picChg>
      </pc:sldChg>
      <pc:sldChg chg="addSp delSp modSp add mod">
        <pc:chgData name="park sehun" userId="a5dd5dda71ea150a" providerId="LiveId" clId="{D0443FE1-0164-4916-B0E4-EA56D2FCDB27}" dt="2020-11-02T05:25:07.850" v="47" actId="14100"/>
        <pc:sldMkLst>
          <pc:docMk/>
          <pc:sldMk cId="3333632159" sldId="1175"/>
        </pc:sldMkLst>
        <pc:picChg chg="add mod">
          <ac:chgData name="park sehun" userId="a5dd5dda71ea150a" providerId="LiveId" clId="{D0443FE1-0164-4916-B0E4-EA56D2FCDB27}" dt="2020-11-02T05:25:07.850" v="47" actId="14100"/>
          <ac:picMkLst>
            <pc:docMk/>
            <pc:sldMk cId="3333632159" sldId="1175"/>
            <ac:picMk id="3" creationId="{04B5AA3E-9856-4290-BC74-A008690FA28D}"/>
          </ac:picMkLst>
        </pc:picChg>
        <pc:picChg chg="del">
          <ac:chgData name="park sehun" userId="a5dd5dda71ea150a" providerId="LiveId" clId="{D0443FE1-0164-4916-B0E4-EA56D2FCDB27}" dt="2020-11-02T05:25:02.286" v="44" actId="478"/>
          <ac:picMkLst>
            <pc:docMk/>
            <pc:sldMk cId="3333632159" sldId="1175"/>
            <ac:picMk id="4" creationId="{440FEAFA-C41D-4413-9626-FE60D9ED95B6}"/>
          </ac:picMkLst>
        </pc:picChg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3858479818" sldId="1175"/>
        </pc:sldMkLst>
      </pc:sldChg>
      <pc:sldChg chg="addSp delSp modSp add mod">
        <pc:chgData name="park sehun" userId="a5dd5dda71ea150a" providerId="LiveId" clId="{D0443FE1-0164-4916-B0E4-EA56D2FCDB27}" dt="2020-11-02T05:26:20.954" v="52" actId="14100"/>
        <pc:sldMkLst>
          <pc:docMk/>
          <pc:sldMk cId="2992147933" sldId="1176"/>
        </pc:sldMkLst>
        <pc:picChg chg="del">
          <ac:chgData name="park sehun" userId="a5dd5dda71ea150a" providerId="LiveId" clId="{D0443FE1-0164-4916-B0E4-EA56D2FCDB27}" dt="2020-11-02T05:26:05.222" v="49" actId="478"/>
          <ac:picMkLst>
            <pc:docMk/>
            <pc:sldMk cId="2992147933" sldId="1176"/>
            <ac:picMk id="3" creationId="{04B5AA3E-9856-4290-BC74-A008690FA28D}"/>
          </ac:picMkLst>
        </pc:picChg>
        <pc:picChg chg="add mod">
          <ac:chgData name="park sehun" userId="a5dd5dda71ea150a" providerId="LiveId" clId="{D0443FE1-0164-4916-B0E4-EA56D2FCDB27}" dt="2020-11-02T05:26:20.954" v="52" actId="14100"/>
          <ac:picMkLst>
            <pc:docMk/>
            <pc:sldMk cId="2992147933" sldId="1176"/>
            <ac:picMk id="4" creationId="{EB832BF8-13D7-4A2B-845C-5902E50E3AB2}"/>
          </ac:picMkLst>
        </pc:picChg>
      </pc:sldChg>
      <pc:sldChg chg="addSp delSp modSp add mod">
        <pc:chgData name="park sehun" userId="a5dd5dda71ea150a" providerId="LiveId" clId="{D0443FE1-0164-4916-B0E4-EA56D2FCDB27}" dt="2020-11-02T05:27:23.073" v="57" actId="14100"/>
        <pc:sldMkLst>
          <pc:docMk/>
          <pc:sldMk cId="2426670667" sldId="1177"/>
        </pc:sldMkLst>
        <pc:picChg chg="add mod">
          <ac:chgData name="park sehun" userId="a5dd5dda71ea150a" providerId="LiveId" clId="{D0443FE1-0164-4916-B0E4-EA56D2FCDB27}" dt="2020-11-02T05:27:23.073" v="57" actId="14100"/>
          <ac:picMkLst>
            <pc:docMk/>
            <pc:sldMk cId="2426670667" sldId="1177"/>
            <ac:picMk id="3" creationId="{C9CED72E-1030-4B4E-B532-C7F1AD86CDD7}"/>
          </ac:picMkLst>
        </pc:picChg>
        <pc:picChg chg="del">
          <ac:chgData name="park sehun" userId="a5dd5dda71ea150a" providerId="LiveId" clId="{D0443FE1-0164-4916-B0E4-EA56D2FCDB27}" dt="2020-11-02T05:27:17.893" v="54" actId="478"/>
          <ac:picMkLst>
            <pc:docMk/>
            <pc:sldMk cId="2426670667" sldId="1177"/>
            <ac:picMk id="4" creationId="{EB832BF8-13D7-4A2B-845C-5902E50E3AB2}"/>
          </ac:picMkLst>
        </pc:picChg>
      </pc:sldChg>
      <pc:sldChg chg="add del">
        <pc:chgData name="park sehun" userId="a5dd5dda71ea150a" providerId="LiveId" clId="{D0443FE1-0164-4916-B0E4-EA56D2FCDB27}" dt="2020-11-02T06:44:29.277" v="79" actId="47"/>
        <pc:sldMkLst>
          <pc:docMk/>
          <pc:sldMk cId="968973851" sldId="1178"/>
        </pc:sldMkLst>
      </pc:sldChg>
      <pc:sldChg chg="addSp delSp modSp add mod">
        <pc:chgData name="park sehun" userId="a5dd5dda71ea150a" providerId="LiveId" clId="{D0443FE1-0164-4916-B0E4-EA56D2FCDB27}" dt="2020-11-02T05:30:40.281" v="63" actId="14100"/>
        <pc:sldMkLst>
          <pc:docMk/>
          <pc:sldMk cId="1126874895" sldId="1179"/>
        </pc:sldMkLst>
        <pc:picChg chg="del">
          <ac:chgData name="park sehun" userId="a5dd5dda71ea150a" providerId="LiveId" clId="{D0443FE1-0164-4916-B0E4-EA56D2FCDB27}" dt="2020-11-02T05:30:30.925" v="60" actId="478"/>
          <ac:picMkLst>
            <pc:docMk/>
            <pc:sldMk cId="1126874895" sldId="1179"/>
            <ac:picMk id="3" creationId="{C9CED72E-1030-4B4E-B532-C7F1AD86CDD7}"/>
          </ac:picMkLst>
        </pc:picChg>
        <pc:picChg chg="add mod">
          <ac:chgData name="park sehun" userId="a5dd5dda71ea150a" providerId="LiveId" clId="{D0443FE1-0164-4916-B0E4-EA56D2FCDB27}" dt="2020-11-02T05:30:40.281" v="63" actId="14100"/>
          <ac:picMkLst>
            <pc:docMk/>
            <pc:sldMk cId="1126874895" sldId="1179"/>
            <ac:picMk id="4" creationId="{D0E22730-46D9-40A5-BA96-6A7A4797C098}"/>
          </ac:picMkLst>
        </pc:picChg>
      </pc:sldChg>
      <pc:sldChg chg="addSp delSp modSp add mod">
        <pc:chgData name="park sehun" userId="a5dd5dda71ea150a" providerId="LiveId" clId="{D0443FE1-0164-4916-B0E4-EA56D2FCDB27}" dt="2020-11-02T05:32:55.759" v="68" actId="14100"/>
        <pc:sldMkLst>
          <pc:docMk/>
          <pc:sldMk cId="3542836507" sldId="1180"/>
        </pc:sldMkLst>
        <pc:picChg chg="add mod">
          <ac:chgData name="park sehun" userId="a5dd5dda71ea150a" providerId="LiveId" clId="{D0443FE1-0164-4916-B0E4-EA56D2FCDB27}" dt="2020-11-02T05:32:55.759" v="68" actId="14100"/>
          <ac:picMkLst>
            <pc:docMk/>
            <pc:sldMk cId="3542836507" sldId="1180"/>
            <ac:picMk id="3" creationId="{A37249CB-5CA0-40C6-91B7-841CD6968B3F}"/>
          </ac:picMkLst>
        </pc:picChg>
        <pc:picChg chg="del">
          <ac:chgData name="park sehun" userId="a5dd5dda71ea150a" providerId="LiveId" clId="{D0443FE1-0164-4916-B0E4-EA56D2FCDB27}" dt="2020-11-02T05:32:07.886" v="65" actId="478"/>
          <ac:picMkLst>
            <pc:docMk/>
            <pc:sldMk cId="3542836507" sldId="1180"/>
            <ac:picMk id="4" creationId="{D0E22730-46D9-40A5-BA96-6A7A4797C098}"/>
          </ac:picMkLst>
        </pc:picChg>
      </pc:sldChg>
      <pc:sldChg chg="addSp delSp modSp add mod">
        <pc:chgData name="park sehun" userId="a5dd5dda71ea150a" providerId="LiveId" clId="{D0443FE1-0164-4916-B0E4-EA56D2FCDB27}" dt="2020-11-02T08:27:17.072" v="116" actId="1076"/>
        <pc:sldMkLst>
          <pc:docMk/>
          <pc:sldMk cId="222188570" sldId="1181"/>
        </pc:sldMkLst>
        <pc:picChg chg="del">
          <ac:chgData name="park sehun" userId="a5dd5dda71ea150a" providerId="LiveId" clId="{D0443FE1-0164-4916-B0E4-EA56D2FCDB27}" dt="2020-11-02T05:33:55.461" v="71" actId="478"/>
          <ac:picMkLst>
            <pc:docMk/>
            <pc:sldMk cId="222188570" sldId="1181"/>
            <ac:picMk id="3" creationId="{A37249CB-5CA0-40C6-91B7-841CD6968B3F}"/>
          </ac:picMkLst>
        </pc:picChg>
        <pc:picChg chg="add mod">
          <ac:chgData name="park sehun" userId="a5dd5dda71ea150a" providerId="LiveId" clId="{D0443FE1-0164-4916-B0E4-EA56D2FCDB27}" dt="2020-11-02T05:34:04.396" v="74" actId="14100"/>
          <ac:picMkLst>
            <pc:docMk/>
            <pc:sldMk cId="222188570" sldId="1181"/>
            <ac:picMk id="4" creationId="{1B9E881E-42E7-4BE9-9431-81C699D38CF4}"/>
          </ac:picMkLst>
        </pc:picChg>
        <pc:picChg chg="add del mod">
          <ac:chgData name="park sehun" userId="a5dd5dda71ea150a" providerId="LiveId" clId="{D0443FE1-0164-4916-B0E4-EA56D2FCDB27}" dt="2020-11-02T08:27:14.186" v="114" actId="478"/>
          <ac:picMkLst>
            <pc:docMk/>
            <pc:sldMk cId="222188570" sldId="1181"/>
            <ac:picMk id="6" creationId="{501899E4-536B-4C29-A603-D6FFCD70AF7E}"/>
          </ac:picMkLst>
        </pc:picChg>
        <pc:picChg chg="add mod">
          <ac:chgData name="park sehun" userId="a5dd5dda71ea150a" providerId="LiveId" clId="{D0443FE1-0164-4916-B0E4-EA56D2FCDB27}" dt="2020-11-02T08:27:17.072" v="116" actId="1076"/>
          <ac:picMkLst>
            <pc:docMk/>
            <pc:sldMk cId="222188570" sldId="1181"/>
            <ac:picMk id="8" creationId="{D9A7E6DF-AA6B-48BF-AC00-3685D8A3CECF}"/>
          </ac:picMkLst>
        </pc:picChg>
      </pc:sldChg>
      <pc:sldChg chg="addSp delSp modSp add mod">
        <pc:chgData name="park sehun" userId="a5dd5dda71ea150a" providerId="LiveId" clId="{D0443FE1-0164-4916-B0E4-EA56D2FCDB27}" dt="2020-11-02T05:34:32.852" v="78" actId="14100"/>
        <pc:sldMkLst>
          <pc:docMk/>
          <pc:sldMk cId="3449126789" sldId="1182"/>
        </pc:sldMkLst>
        <pc:picChg chg="add mod">
          <ac:chgData name="park sehun" userId="a5dd5dda71ea150a" providerId="LiveId" clId="{D0443FE1-0164-4916-B0E4-EA56D2FCDB27}" dt="2020-11-02T05:34:32.852" v="78" actId="14100"/>
          <ac:picMkLst>
            <pc:docMk/>
            <pc:sldMk cId="3449126789" sldId="1182"/>
            <ac:picMk id="3" creationId="{DF4892EC-35E3-49A9-AA34-635A94B3D6C9}"/>
          </ac:picMkLst>
        </pc:picChg>
        <pc:picChg chg="del">
          <ac:chgData name="park sehun" userId="a5dd5dda71ea150a" providerId="LiveId" clId="{D0443FE1-0164-4916-B0E4-EA56D2FCDB27}" dt="2020-11-02T05:34:06.598" v="75" actId="478"/>
          <ac:picMkLst>
            <pc:docMk/>
            <pc:sldMk cId="3449126789" sldId="1182"/>
            <ac:picMk id="4" creationId="{1B9E881E-42E7-4BE9-9431-81C699D38CF4}"/>
          </ac:picMkLst>
        </pc:picChg>
      </pc:sldChg>
      <pc:sldChg chg="add">
        <pc:chgData name="park sehun" userId="a5dd5dda71ea150a" providerId="LiveId" clId="{D0443FE1-0164-4916-B0E4-EA56D2FCDB27}" dt="2020-11-02T23:20:19.363" v="545"/>
        <pc:sldMkLst>
          <pc:docMk/>
          <pc:sldMk cId="2258293162" sldId="1183"/>
        </pc:sldMkLst>
      </pc:sldChg>
      <pc:sldChg chg="addSp delSp modSp add del mod">
        <pc:chgData name="park sehun" userId="a5dd5dda71ea150a" providerId="LiveId" clId="{D0443FE1-0164-4916-B0E4-EA56D2FCDB27}" dt="2020-11-02T23:20:16.063" v="544" actId="2696"/>
        <pc:sldMkLst>
          <pc:docMk/>
          <pc:sldMk cId="2701512500" sldId="1183"/>
        </pc:sldMkLst>
        <pc:spChg chg="mod">
          <ac:chgData name="park sehun" userId="a5dd5dda71ea150a" providerId="LiveId" clId="{D0443FE1-0164-4916-B0E4-EA56D2FCDB27}" dt="2020-11-02T09:29:43.039" v="190" actId="20577"/>
          <ac:spMkLst>
            <pc:docMk/>
            <pc:sldMk cId="2701512500" sldId="1183"/>
            <ac:spMk id="62466" creationId="{00000000-0000-0000-0000-000000000000}"/>
          </ac:spMkLst>
        </pc:spChg>
        <pc:picChg chg="del">
          <ac:chgData name="park sehun" userId="a5dd5dda71ea150a" providerId="LiveId" clId="{D0443FE1-0164-4916-B0E4-EA56D2FCDB27}" dt="2020-11-02T09:12:28.880" v="118" actId="478"/>
          <ac:picMkLst>
            <pc:docMk/>
            <pc:sldMk cId="2701512500" sldId="1183"/>
            <ac:picMk id="3" creationId="{DF4892EC-35E3-49A9-AA34-635A94B3D6C9}"/>
          </ac:picMkLst>
        </pc:picChg>
        <pc:picChg chg="add del mod">
          <ac:chgData name="park sehun" userId="a5dd5dda71ea150a" providerId="LiveId" clId="{D0443FE1-0164-4916-B0E4-EA56D2FCDB27}" dt="2020-11-02T09:29:46.847" v="191" actId="478"/>
          <ac:picMkLst>
            <pc:docMk/>
            <pc:sldMk cId="2701512500" sldId="1183"/>
            <ac:picMk id="4" creationId="{6D439446-599F-4E68-B14F-34596DD710BD}"/>
          </ac:picMkLst>
        </pc:picChg>
        <pc:picChg chg="add mod">
          <ac:chgData name="park sehun" userId="a5dd5dda71ea150a" providerId="LiveId" clId="{D0443FE1-0164-4916-B0E4-EA56D2FCDB27}" dt="2020-11-02T09:29:54.895" v="251" actId="1036"/>
          <ac:picMkLst>
            <pc:docMk/>
            <pc:sldMk cId="2701512500" sldId="1183"/>
            <ac:picMk id="6" creationId="{DA9A7913-B917-46F0-8D69-A46E8D5B4FB2}"/>
          </ac:picMkLst>
        </pc:picChg>
      </pc:sldChg>
      <pc:sldChg chg="addSp delSp modSp add del mod">
        <pc:chgData name="park sehun" userId="a5dd5dda71ea150a" providerId="LiveId" clId="{D0443FE1-0164-4916-B0E4-EA56D2FCDB27}" dt="2020-11-02T23:20:09.386" v="542" actId="2696"/>
        <pc:sldMkLst>
          <pc:docMk/>
          <pc:sldMk cId="3593371614" sldId="1184"/>
        </pc:sldMkLst>
        <pc:spChg chg="add mod">
          <ac:chgData name="park sehun" userId="a5dd5dda71ea150a" providerId="LiveId" clId="{D0443FE1-0164-4916-B0E4-EA56D2FCDB27}" dt="2020-11-02T09:29:26.206" v="181"/>
          <ac:spMkLst>
            <pc:docMk/>
            <pc:sldMk cId="3593371614" sldId="1184"/>
            <ac:spMk id="8" creationId="{6D730597-4454-4782-AD00-2BBDB55A3DA0}"/>
          </ac:spMkLst>
        </pc:spChg>
        <pc:spChg chg="mod">
          <ac:chgData name="park sehun" userId="a5dd5dda71ea150a" providerId="LiveId" clId="{D0443FE1-0164-4916-B0E4-EA56D2FCDB27}" dt="2020-11-02T09:25:32.135" v="174" actId="20577"/>
          <ac:spMkLst>
            <pc:docMk/>
            <pc:sldMk cId="3593371614" sldId="1184"/>
            <ac:spMk id="62466" creationId="{00000000-0000-0000-0000-000000000000}"/>
          </ac:spMkLst>
        </pc:spChg>
        <pc:picChg chg="add mod">
          <ac:chgData name="park sehun" userId="a5dd5dda71ea150a" providerId="LiveId" clId="{D0443FE1-0164-4916-B0E4-EA56D2FCDB27}" dt="2020-11-02T09:17:19.848" v="152" actId="1036"/>
          <ac:picMkLst>
            <pc:docMk/>
            <pc:sldMk cId="3593371614" sldId="1184"/>
            <ac:picMk id="3" creationId="{8F5F99DB-7DE9-4814-A770-2DBC8EE2F394}"/>
          </ac:picMkLst>
        </pc:picChg>
        <pc:picChg chg="del">
          <ac:chgData name="park sehun" userId="a5dd5dda71ea150a" providerId="LiveId" clId="{D0443FE1-0164-4916-B0E4-EA56D2FCDB27}" dt="2020-11-02T09:15:54.520" v="130" actId="478"/>
          <ac:picMkLst>
            <pc:docMk/>
            <pc:sldMk cId="3593371614" sldId="1184"/>
            <ac:picMk id="4" creationId="{6D439446-599F-4E68-B14F-34596DD710BD}"/>
          </ac:picMkLst>
        </pc:picChg>
        <pc:picChg chg="del">
          <ac:chgData name="park sehun" userId="a5dd5dda71ea150a" providerId="LiveId" clId="{D0443FE1-0164-4916-B0E4-EA56D2FCDB27}" dt="2020-11-02T09:15:52.192" v="129" actId="478"/>
          <ac:picMkLst>
            <pc:docMk/>
            <pc:sldMk cId="3593371614" sldId="1184"/>
            <ac:picMk id="6" creationId="{DA9A7913-B917-46F0-8D69-A46E8D5B4FB2}"/>
          </ac:picMkLst>
        </pc:picChg>
        <pc:picChg chg="add mod">
          <ac:chgData name="park sehun" userId="a5dd5dda71ea150a" providerId="LiveId" clId="{D0443FE1-0164-4916-B0E4-EA56D2FCDB27}" dt="2020-11-02T09:17:23.472" v="156" actId="1036"/>
          <ac:picMkLst>
            <pc:docMk/>
            <pc:sldMk cId="3593371614" sldId="1184"/>
            <ac:picMk id="7" creationId="{8B67B10E-6445-44DF-B6D9-4F9A6432AF8F}"/>
          </ac:picMkLst>
        </pc:picChg>
      </pc:sldChg>
      <pc:sldChg chg="add">
        <pc:chgData name="park sehun" userId="a5dd5dda71ea150a" providerId="LiveId" clId="{D0443FE1-0164-4916-B0E4-EA56D2FCDB27}" dt="2020-11-02T23:20:12.101" v="543"/>
        <pc:sldMkLst>
          <pc:docMk/>
          <pc:sldMk cId="4007150701" sldId="1184"/>
        </pc:sldMkLst>
      </pc:sldChg>
      <pc:sldChg chg="add">
        <pc:chgData name="park sehun" userId="a5dd5dda71ea150a" providerId="LiveId" clId="{D0443FE1-0164-4916-B0E4-EA56D2FCDB27}" dt="2020-11-02T23:20:12.101" v="543"/>
        <pc:sldMkLst>
          <pc:docMk/>
          <pc:sldMk cId="721589427" sldId="1185"/>
        </pc:sldMkLst>
      </pc:sldChg>
      <pc:sldChg chg="addSp delSp modSp add del mod">
        <pc:chgData name="park sehun" userId="a5dd5dda71ea150a" providerId="LiveId" clId="{D0443FE1-0164-4916-B0E4-EA56D2FCDB27}" dt="2020-11-02T23:20:09.386" v="542" actId="2696"/>
        <pc:sldMkLst>
          <pc:docMk/>
          <pc:sldMk cId="1397897884" sldId="1185"/>
        </pc:sldMkLst>
        <pc:spChg chg="add mod">
          <ac:chgData name="park sehun" userId="a5dd5dda71ea150a" providerId="LiveId" clId="{D0443FE1-0164-4916-B0E4-EA56D2FCDB27}" dt="2020-11-02T09:25:17.985" v="164"/>
          <ac:spMkLst>
            <pc:docMk/>
            <pc:sldMk cId="1397897884" sldId="1185"/>
            <ac:spMk id="5" creationId="{A0B64BB8-CE7B-41C1-9DE2-526927175369}"/>
          </ac:spMkLst>
        </pc:spChg>
        <pc:spChg chg="mod">
          <ac:chgData name="park sehun" userId="a5dd5dda71ea150a" providerId="LiveId" clId="{D0443FE1-0164-4916-B0E4-EA56D2FCDB27}" dt="2020-11-02T09:30:32.704" v="255"/>
          <ac:spMkLst>
            <pc:docMk/>
            <pc:sldMk cId="1397897884" sldId="1185"/>
            <ac:spMk id="62466" creationId="{00000000-0000-0000-0000-000000000000}"/>
          </ac:spMkLst>
        </pc:spChg>
        <pc:picChg chg="del">
          <ac:chgData name="park sehun" userId="a5dd5dda71ea150a" providerId="LiveId" clId="{D0443FE1-0164-4916-B0E4-EA56D2FCDB27}" dt="2020-11-02T09:18:05.943" v="159" actId="478"/>
          <ac:picMkLst>
            <pc:docMk/>
            <pc:sldMk cId="1397897884" sldId="1185"/>
            <ac:picMk id="3" creationId="{8F5F99DB-7DE9-4814-A770-2DBC8EE2F394}"/>
          </ac:picMkLst>
        </pc:picChg>
        <pc:picChg chg="add">
          <ac:chgData name="park sehun" userId="a5dd5dda71ea150a" providerId="LiveId" clId="{D0443FE1-0164-4916-B0E4-EA56D2FCDB27}" dt="2020-11-02T09:18:06.172" v="160" actId="22"/>
          <ac:picMkLst>
            <pc:docMk/>
            <pc:sldMk cId="1397897884" sldId="1185"/>
            <ac:picMk id="4" creationId="{44AB0451-279B-46DC-8C72-45D8EA2D54C0}"/>
          </ac:picMkLst>
        </pc:picChg>
        <pc:picChg chg="del">
          <ac:chgData name="park sehun" userId="a5dd5dda71ea150a" providerId="LiveId" clId="{D0443FE1-0164-4916-B0E4-EA56D2FCDB27}" dt="2020-11-02T09:18:03.440" v="158" actId="478"/>
          <ac:picMkLst>
            <pc:docMk/>
            <pc:sldMk cId="1397897884" sldId="1185"/>
            <ac:picMk id="7" creationId="{8B67B10E-6445-44DF-B6D9-4F9A6432AF8F}"/>
          </ac:picMkLst>
        </pc:picChg>
      </pc:sldChg>
      <pc:sldChg chg="addSp delSp modSp add del mod">
        <pc:chgData name="park sehun" userId="a5dd5dda71ea150a" providerId="LiveId" clId="{D0443FE1-0164-4916-B0E4-EA56D2FCDB27}" dt="2020-11-02T23:19:48.039" v="536" actId="2696"/>
        <pc:sldMkLst>
          <pc:docMk/>
          <pc:sldMk cId="647632428" sldId="1186"/>
        </pc:sldMkLst>
        <pc:spChg chg="mod">
          <ac:chgData name="park sehun" userId="a5dd5dda71ea150a" providerId="LiveId" clId="{D0443FE1-0164-4916-B0E4-EA56D2FCDB27}" dt="2020-11-02T09:56:43.328" v="535" actId="14100"/>
          <ac:spMkLst>
            <pc:docMk/>
            <pc:sldMk cId="647632428" sldId="1186"/>
            <ac:spMk id="8" creationId="{6D730597-4454-4782-AD00-2BBDB55A3DA0}"/>
          </ac:spMkLst>
        </pc:spChg>
        <pc:spChg chg="add mod">
          <ac:chgData name="park sehun" userId="a5dd5dda71ea150a" providerId="LiveId" clId="{D0443FE1-0164-4916-B0E4-EA56D2FCDB27}" dt="2020-11-02T09:46:20.334" v="321" actId="1076"/>
          <ac:spMkLst>
            <pc:docMk/>
            <pc:sldMk cId="647632428" sldId="1186"/>
            <ac:spMk id="11" creationId="{4018B443-F7AE-4226-96A6-5A5E73973F69}"/>
          </ac:spMkLst>
        </pc:spChg>
        <pc:spChg chg="add mod">
          <ac:chgData name="park sehun" userId="a5dd5dda71ea150a" providerId="LiveId" clId="{D0443FE1-0164-4916-B0E4-EA56D2FCDB27}" dt="2020-11-02T09:46:23.496" v="323" actId="1076"/>
          <ac:spMkLst>
            <pc:docMk/>
            <pc:sldMk cId="647632428" sldId="1186"/>
            <ac:spMk id="13" creationId="{C4E012EF-41A5-487E-8E12-54D0831B62D9}"/>
          </ac:spMkLst>
        </pc:spChg>
        <pc:spChg chg="add del mod">
          <ac:chgData name="park sehun" userId="a5dd5dda71ea150a" providerId="LiveId" clId="{D0443FE1-0164-4916-B0E4-EA56D2FCDB27}" dt="2020-11-02T09:46:36.985" v="326" actId="21"/>
          <ac:spMkLst>
            <pc:docMk/>
            <pc:sldMk cId="647632428" sldId="1186"/>
            <ac:spMk id="15" creationId="{D78F6629-8BB8-4D44-8983-D9007DCEC25C}"/>
          </ac:spMkLst>
        </pc:spChg>
        <pc:spChg chg="add">
          <ac:chgData name="park sehun" userId="a5dd5dda71ea150a" providerId="LiveId" clId="{D0443FE1-0164-4916-B0E4-EA56D2FCDB27}" dt="2020-11-02T09:46:40.155" v="327" actId="22"/>
          <ac:spMkLst>
            <pc:docMk/>
            <pc:sldMk cId="647632428" sldId="1186"/>
            <ac:spMk id="17" creationId="{048B271B-FB53-4FE5-B486-FB069E27ABF6}"/>
          </ac:spMkLst>
        </pc:spChg>
        <pc:spChg chg="add mod">
          <ac:chgData name="park sehun" userId="a5dd5dda71ea150a" providerId="LiveId" clId="{D0443FE1-0164-4916-B0E4-EA56D2FCDB27}" dt="2020-11-02T09:46:43.496" v="329" actId="1076"/>
          <ac:spMkLst>
            <pc:docMk/>
            <pc:sldMk cId="647632428" sldId="1186"/>
            <ac:spMk id="19" creationId="{0A8AA050-9DAE-410C-8A5D-C0DB2A9A7D1F}"/>
          </ac:spMkLst>
        </pc:spChg>
        <pc:spChg chg="add mod">
          <ac:chgData name="park sehun" userId="a5dd5dda71ea150a" providerId="LiveId" clId="{D0443FE1-0164-4916-B0E4-EA56D2FCDB27}" dt="2020-11-02T09:47:12.918" v="349" actId="20577"/>
          <ac:spMkLst>
            <pc:docMk/>
            <pc:sldMk cId="647632428" sldId="1186"/>
            <ac:spMk id="21" creationId="{084B9CA1-848C-4BCF-8DD4-8BB5BF767D24}"/>
          </ac:spMkLst>
        </pc:spChg>
        <pc:spChg chg="add mod">
          <ac:chgData name="park sehun" userId="a5dd5dda71ea150a" providerId="LiveId" clId="{D0443FE1-0164-4916-B0E4-EA56D2FCDB27}" dt="2020-11-02T09:48:35.024" v="406" actId="20577"/>
          <ac:spMkLst>
            <pc:docMk/>
            <pc:sldMk cId="647632428" sldId="1186"/>
            <ac:spMk id="23" creationId="{9F4C7E09-EF84-4B60-A2B9-1AC2F9FB88B6}"/>
          </ac:spMkLst>
        </pc:spChg>
        <pc:spChg chg="mod">
          <ac:chgData name="park sehun" userId="a5dd5dda71ea150a" providerId="LiveId" clId="{D0443FE1-0164-4916-B0E4-EA56D2FCDB27}" dt="2020-11-02T09:32:33.184" v="293" actId="20577"/>
          <ac:spMkLst>
            <pc:docMk/>
            <pc:sldMk cId="647632428" sldId="1186"/>
            <ac:spMk id="62466" creationId="{00000000-0000-0000-0000-000000000000}"/>
          </ac:spMkLst>
        </pc:spChg>
        <pc:picChg chg="del">
          <ac:chgData name="park sehun" userId="a5dd5dda71ea150a" providerId="LiveId" clId="{D0443FE1-0164-4916-B0E4-EA56D2FCDB27}" dt="2020-11-02T09:44:00.463" v="301" actId="478"/>
          <ac:picMkLst>
            <pc:docMk/>
            <pc:sldMk cId="647632428" sldId="1186"/>
            <ac:picMk id="3" creationId="{8F5F99DB-7DE9-4814-A770-2DBC8EE2F394}"/>
          </ac:picMkLst>
        </pc:picChg>
        <pc:picChg chg="add del mod">
          <ac:chgData name="park sehun" userId="a5dd5dda71ea150a" providerId="LiveId" clId="{D0443FE1-0164-4916-B0E4-EA56D2FCDB27}" dt="2020-11-02T09:45:29.678" v="305" actId="478"/>
          <ac:picMkLst>
            <pc:docMk/>
            <pc:sldMk cId="647632428" sldId="1186"/>
            <ac:picMk id="4" creationId="{A183ED69-1A05-4B00-9275-B459087C3134}"/>
          </ac:picMkLst>
        </pc:picChg>
        <pc:picChg chg="add del mod">
          <ac:chgData name="park sehun" userId="a5dd5dda71ea150a" providerId="LiveId" clId="{D0443FE1-0164-4916-B0E4-EA56D2FCDB27}" dt="2020-11-02T09:45:45.369" v="309" actId="478"/>
          <ac:picMkLst>
            <pc:docMk/>
            <pc:sldMk cId="647632428" sldId="1186"/>
            <ac:picMk id="6" creationId="{44557598-7464-4BCD-B73C-61FF96EB8B84}"/>
          </ac:picMkLst>
        </pc:picChg>
        <pc:picChg chg="del">
          <ac:chgData name="park sehun" userId="a5dd5dda71ea150a" providerId="LiveId" clId="{D0443FE1-0164-4916-B0E4-EA56D2FCDB27}" dt="2020-11-02T09:40:08.528" v="300" actId="478"/>
          <ac:picMkLst>
            <pc:docMk/>
            <pc:sldMk cId="647632428" sldId="1186"/>
            <ac:picMk id="7" creationId="{8B67B10E-6445-44DF-B6D9-4F9A6432AF8F}"/>
          </ac:picMkLst>
        </pc:picChg>
        <pc:picChg chg="add mod">
          <ac:chgData name="park sehun" userId="a5dd5dda71ea150a" providerId="LiveId" clId="{D0443FE1-0164-4916-B0E4-EA56D2FCDB27}" dt="2020-11-02T09:45:49.668" v="311" actId="1076"/>
          <ac:picMkLst>
            <pc:docMk/>
            <pc:sldMk cId="647632428" sldId="1186"/>
            <ac:picMk id="10" creationId="{ED718A42-F02D-48D0-8FBD-A77A662E0F95}"/>
          </ac:picMkLst>
        </pc:picChg>
      </pc:sldChg>
      <pc:sldChg chg="add del">
        <pc:chgData name="park sehun" userId="a5dd5dda71ea150a" providerId="LiveId" clId="{D0443FE1-0164-4916-B0E4-EA56D2FCDB27}" dt="2020-11-02T09:18:50.773" v="162" actId="47"/>
        <pc:sldMkLst>
          <pc:docMk/>
          <pc:sldMk cId="2489545303" sldId="1186"/>
        </pc:sldMkLst>
      </pc:sldChg>
      <pc:sldChg chg="add">
        <pc:chgData name="park sehun" userId="a5dd5dda71ea150a" providerId="LiveId" clId="{D0443FE1-0164-4916-B0E4-EA56D2FCDB27}" dt="2020-11-02T23:19:55.767" v="539"/>
        <pc:sldMkLst>
          <pc:docMk/>
          <pc:sldMk cId="3896390568" sldId="1186"/>
        </pc:sldMkLst>
      </pc:sldChg>
      <pc:sldChg chg="add del">
        <pc:chgData name="park sehun" userId="a5dd5dda71ea150a" providerId="LiveId" clId="{D0443FE1-0164-4916-B0E4-EA56D2FCDB27}" dt="2020-11-02T23:19:53.882" v="538"/>
        <pc:sldMkLst>
          <pc:docMk/>
          <pc:sldMk cId="4134985764" sldId="1186"/>
        </pc:sldMkLst>
      </pc:sldChg>
      <pc:sldChg chg="addSp delSp modSp add mod">
        <pc:chgData name="park sehun" userId="a5dd5dda71ea150a" providerId="LiveId" clId="{D0443FE1-0164-4916-B0E4-EA56D2FCDB27}" dt="2020-11-03T00:05:56.755" v="624" actId="1035"/>
        <pc:sldMkLst>
          <pc:docMk/>
          <pc:sldMk cId="1894212559" sldId="1187"/>
        </pc:sldMkLst>
        <pc:spChg chg="add mod">
          <ac:chgData name="park sehun" userId="a5dd5dda71ea150a" providerId="LiveId" clId="{D0443FE1-0164-4916-B0E4-EA56D2FCDB27}" dt="2020-11-03T00:05:42.061" v="599" actId="14100"/>
          <ac:spMkLst>
            <pc:docMk/>
            <pc:sldMk cId="1894212559" sldId="1187"/>
            <ac:spMk id="10" creationId="{70AE22F7-C334-4062-A5CB-D87B511DD286}"/>
          </ac:spMkLst>
        </pc:spChg>
        <pc:spChg chg="mod">
          <ac:chgData name="park sehun" userId="a5dd5dda71ea150a" providerId="LiveId" clId="{D0443FE1-0164-4916-B0E4-EA56D2FCDB27}" dt="2020-11-02T23:54:23.802" v="553" actId="20577"/>
          <ac:spMkLst>
            <pc:docMk/>
            <pc:sldMk cId="1894212559" sldId="1187"/>
            <ac:spMk id="62466" creationId="{00000000-0000-0000-0000-000000000000}"/>
          </ac:spMkLst>
        </pc:spChg>
        <pc:picChg chg="del">
          <ac:chgData name="park sehun" userId="a5dd5dda71ea150a" providerId="LiveId" clId="{D0443FE1-0164-4916-B0E4-EA56D2FCDB27}" dt="2020-11-02T23:52:42.520" v="547" actId="478"/>
          <ac:picMkLst>
            <pc:docMk/>
            <pc:sldMk cId="1894212559" sldId="1187"/>
            <ac:picMk id="3" creationId="{2B8A985D-B55F-4095-8113-3FA6AEA6A3F9}"/>
          </ac:picMkLst>
        </pc:picChg>
        <pc:picChg chg="add mod">
          <ac:chgData name="park sehun" userId="a5dd5dda71ea150a" providerId="LiveId" clId="{D0443FE1-0164-4916-B0E4-EA56D2FCDB27}" dt="2020-11-03T00:05:56.755" v="624" actId="1035"/>
          <ac:picMkLst>
            <pc:docMk/>
            <pc:sldMk cId="1894212559" sldId="1187"/>
            <ac:picMk id="4" creationId="{72EEB36E-A0FC-46D8-8CC8-F082225F28D9}"/>
          </ac:picMkLst>
        </pc:picChg>
        <pc:picChg chg="del">
          <ac:chgData name="park sehun" userId="a5dd5dda71ea150a" providerId="LiveId" clId="{D0443FE1-0164-4916-B0E4-EA56D2FCDB27}" dt="2020-11-02T23:52:46.380" v="549" actId="478"/>
          <ac:picMkLst>
            <pc:docMk/>
            <pc:sldMk cId="1894212559" sldId="1187"/>
            <ac:picMk id="5" creationId="{E73BB182-AFAD-4EBC-BB78-F7115C0F58A5}"/>
          </ac:picMkLst>
        </pc:picChg>
        <pc:picChg chg="add del mod">
          <ac:chgData name="park sehun" userId="a5dd5dda71ea150a" providerId="LiveId" clId="{D0443FE1-0164-4916-B0E4-EA56D2FCDB27}" dt="2020-11-02T23:55:00.485" v="555" actId="478"/>
          <ac:picMkLst>
            <pc:docMk/>
            <pc:sldMk cId="1894212559" sldId="1187"/>
            <ac:picMk id="7" creationId="{4A3A0843-4F87-46D9-99B7-95549C78677E}"/>
          </ac:picMkLst>
        </pc:picChg>
        <pc:picChg chg="add mod">
          <ac:chgData name="park sehun" userId="a5dd5dda71ea150a" providerId="LiveId" clId="{D0443FE1-0164-4916-B0E4-EA56D2FCDB27}" dt="2020-11-03T00:05:51.043" v="614" actId="1035"/>
          <ac:picMkLst>
            <pc:docMk/>
            <pc:sldMk cId="1894212559" sldId="1187"/>
            <ac:picMk id="9" creationId="{ED75A293-2C75-4096-96C5-4939FD15DDC2}"/>
          </ac:picMkLst>
        </pc:picChg>
      </pc:sldChg>
      <pc:sldChg chg="modSp add mod">
        <pc:chgData name="park sehun" userId="a5dd5dda71ea150a" providerId="LiveId" clId="{D0443FE1-0164-4916-B0E4-EA56D2FCDB27}" dt="2020-11-03T00:21:01.234" v="793" actId="20577"/>
        <pc:sldMkLst>
          <pc:docMk/>
          <pc:sldMk cId="1007799099" sldId="1188"/>
        </pc:sldMkLst>
        <pc:spChg chg="mod">
          <ac:chgData name="park sehun" userId="a5dd5dda71ea150a" providerId="LiveId" clId="{D0443FE1-0164-4916-B0E4-EA56D2FCDB27}" dt="2020-11-03T00:18:35.699" v="779" actId="1076"/>
          <ac:spMkLst>
            <pc:docMk/>
            <pc:sldMk cId="1007799099" sldId="1188"/>
            <ac:spMk id="8" creationId="{6D730597-4454-4782-AD00-2BBDB55A3DA0}"/>
          </ac:spMkLst>
        </pc:spChg>
        <pc:spChg chg="mod">
          <ac:chgData name="park sehun" userId="a5dd5dda71ea150a" providerId="LiveId" clId="{D0443FE1-0164-4916-B0E4-EA56D2FCDB27}" dt="2020-11-03T00:21:01.234" v="793" actId="20577"/>
          <ac:spMkLst>
            <pc:docMk/>
            <pc:sldMk cId="1007799099" sldId="1188"/>
            <ac:spMk id="23" creationId="{9F4C7E09-EF84-4B60-A2B9-1AC2F9FB88B6}"/>
          </ac:spMkLst>
        </pc:spChg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1710104623" sldId="1224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1266001503" sldId="1225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1471566390" sldId="1226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3954203942" sldId="1227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3411630887" sldId="1236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183897271" sldId="1239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1201610987" sldId="1240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3834506080" sldId="1241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1788590150" sldId="1242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2961698993" sldId="1243"/>
        </pc:sldMkLst>
      </pc:sldChg>
      <pc:sldChg chg="del">
        <pc:chgData name="park sehun" userId="a5dd5dda71ea150a" providerId="LiveId" clId="{D0443FE1-0164-4916-B0E4-EA56D2FCDB27}" dt="2020-11-02T05:21:12.992" v="0" actId="47"/>
        <pc:sldMkLst>
          <pc:docMk/>
          <pc:sldMk cId="2608702746" sldId="1244"/>
        </pc:sldMkLst>
      </pc:sldChg>
    </pc:docChg>
  </pc:docChgLst>
  <pc:docChgLst>
    <pc:chgData name="park sehun" userId="a5dd5dda71ea150a" providerId="LiveId" clId="{9F25C710-58B1-4B75-8E68-D56F0712AEA8}"/>
    <pc:docChg chg="undo custSel addSld delSld modSld sldOrd modMainMaster">
      <pc:chgData name="park sehun" userId="a5dd5dda71ea150a" providerId="LiveId" clId="{9F25C710-58B1-4B75-8E68-D56F0712AEA8}" dt="2020-10-27T07:38:14.995" v="2075" actId="20577"/>
      <pc:docMkLst>
        <pc:docMk/>
      </pc:docMkLst>
      <pc:sldChg chg="modSp mod">
        <pc:chgData name="park sehun" userId="a5dd5dda71ea150a" providerId="LiveId" clId="{9F25C710-58B1-4B75-8E68-D56F0712AEA8}" dt="2020-10-23T05:14:13.477" v="41" actId="20577"/>
        <pc:sldMkLst>
          <pc:docMk/>
          <pc:sldMk cId="0" sldId="487"/>
        </pc:sldMkLst>
        <pc:spChg chg="mod">
          <ac:chgData name="park sehun" userId="a5dd5dda71ea150a" providerId="LiveId" clId="{9F25C710-58B1-4B75-8E68-D56F0712AEA8}" dt="2020-10-23T05:14:06.100" v="33" actId="20577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9F25C710-58B1-4B75-8E68-D56F0712AEA8}" dt="2020-10-23T05:14:13.477" v="41" actId="20577"/>
          <ac:spMkLst>
            <pc:docMk/>
            <pc:sldMk cId="0" sldId="487"/>
            <ac:spMk id="8" creationId="{00000000-0000-0000-0000-000000000000}"/>
          </ac:spMkLst>
        </pc:spChg>
      </pc:sldChg>
      <pc:sldChg chg="add modAnim">
        <pc:chgData name="park sehun" userId="a5dd5dda71ea150a" providerId="LiveId" clId="{9F25C710-58B1-4B75-8E68-D56F0712AEA8}" dt="2020-10-23T07:04:06.690" v="1143"/>
        <pc:sldMkLst>
          <pc:docMk/>
          <pc:sldMk cId="1533880316" sldId="1109"/>
        </pc:sldMkLst>
      </pc:sldChg>
      <pc:sldChg chg="addSp delSp modSp mod">
        <pc:chgData name="park sehun" userId="a5dd5dda71ea150a" providerId="LiveId" clId="{9F25C710-58B1-4B75-8E68-D56F0712AEA8}" dt="2020-10-23T05:45:10.290" v="687" actId="20577"/>
        <pc:sldMkLst>
          <pc:docMk/>
          <pc:sldMk cId="3177499770" sldId="1173"/>
        </pc:sldMkLst>
        <pc:spChg chg="del">
          <ac:chgData name="park sehun" userId="a5dd5dda71ea150a" providerId="LiveId" clId="{9F25C710-58B1-4B75-8E68-D56F0712AEA8}" dt="2020-10-23T05:16:43.269" v="61" actId="478"/>
          <ac:spMkLst>
            <pc:docMk/>
            <pc:sldMk cId="3177499770" sldId="1173"/>
            <ac:spMk id="2" creationId="{6CE7E3A0-4BC8-4CC0-8BF2-443CA67282EA}"/>
          </ac:spMkLst>
        </pc:spChg>
        <pc:spChg chg="add del mod">
          <ac:chgData name="park sehun" userId="a5dd5dda71ea150a" providerId="LiveId" clId="{9F25C710-58B1-4B75-8E68-D56F0712AEA8}" dt="2020-10-23T05:16:47.547" v="62" actId="478"/>
          <ac:spMkLst>
            <pc:docMk/>
            <pc:sldMk cId="3177499770" sldId="1173"/>
            <ac:spMk id="3" creationId="{F0E14707-3C75-481E-AE4F-7E2D0DD22A5D}"/>
          </ac:spMkLst>
        </pc:spChg>
        <pc:spChg chg="del">
          <ac:chgData name="park sehun" userId="a5dd5dda71ea150a" providerId="LiveId" clId="{9F25C710-58B1-4B75-8E68-D56F0712AEA8}" dt="2020-10-23T05:16:43.269" v="61" actId="478"/>
          <ac:spMkLst>
            <pc:docMk/>
            <pc:sldMk cId="3177499770" sldId="1173"/>
            <ac:spMk id="4" creationId="{9DA76C4A-1B38-4C07-A24B-3F7114B667CD}"/>
          </ac:spMkLst>
        </pc:spChg>
        <pc:spChg chg="del">
          <ac:chgData name="park sehun" userId="a5dd5dda71ea150a" providerId="LiveId" clId="{9F25C710-58B1-4B75-8E68-D56F0712AEA8}" dt="2020-10-23T05:16:43.269" v="61" actId="478"/>
          <ac:spMkLst>
            <pc:docMk/>
            <pc:sldMk cId="3177499770" sldId="1173"/>
            <ac:spMk id="25" creationId="{A21B9AC8-B3EC-443E-BCAD-5336DC8136FA}"/>
          </ac:spMkLst>
        </pc:spChg>
        <pc:spChg chg="del">
          <ac:chgData name="park sehun" userId="a5dd5dda71ea150a" providerId="LiveId" clId="{9F25C710-58B1-4B75-8E68-D56F0712AEA8}" dt="2020-10-23T05:16:43.269" v="61" actId="478"/>
          <ac:spMkLst>
            <pc:docMk/>
            <pc:sldMk cId="3177499770" sldId="1173"/>
            <ac:spMk id="28" creationId="{E6805B98-8B2A-446A-85F4-C3DB7E9D6E51}"/>
          </ac:spMkLst>
        </pc:spChg>
        <pc:spChg chg="mod">
          <ac:chgData name="park sehun" userId="a5dd5dda71ea150a" providerId="LiveId" clId="{9F25C710-58B1-4B75-8E68-D56F0712AEA8}" dt="2020-10-23T05:45:10.290" v="687" actId="20577"/>
          <ac:spMkLst>
            <pc:docMk/>
            <pc:sldMk cId="3177499770" sldId="1173"/>
            <ac:spMk id="54" creationId="{C29D6112-022A-4BE0-B087-9B0A74023A45}"/>
          </ac:spMkLst>
        </pc:spChg>
        <pc:spChg chg="del">
          <ac:chgData name="park sehun" userId="a5dd5dda71ea150a" providerId="LiveId" clId="{9F25C710-58B1-4B75-8E68-D56F0712AEA8}" dt="2020-10-23T05:16:50.186" v="63" actId="478"/>
          <ac:spMkLst>
            <pc:docMk/>
            <pc:sldMk cId="3177499770" sldId="1173"/>
            <ac:spMk id="65" creationId="{53F129E3-6D7B-48BB-9761-A6DEE22347C5}"/>
          </ac:spMkLst>
        </pc:spChg>
        <pc:spChg chg="del">
          <ac:chgData name="park sehun" userId="a5dd5dda71ea150a" providerId="LiveId" clId="{9F25C710-58B1-4B75-8E68-D56F0712AEA8}" dt="2020-10-23T05:16:53.389" v="64" actId="478"/>
          <ac:spMkLst>
            <pc:docMk/>
            <pc:sldMk cId="3177499770" sldId="1173"/>
            <ac:spMk id="66" creationId="{186D568E-3C76-4B43-8ACD-7EFA2134FAAA}"/>
          </ac:spMkLst>
        </pc:spChg>
        <pc:spChg chg="mod">
          <ac:chgData name="park sehun" userId="a5dd5dda71ea150a" providerId="LiveId" clId="{9F25C710-58B1-4B75-8E68-D56F0712AEA8}" dt="2020-10-23T05:14:33.959" v="60" actId="20577"/>
          <ac:spMkLst>
            <pc:docMk/>
            <pc:sldMk cId="3177499770" sldId="1173"/>
            <ac:spMk id="62466" creationId="{00000000-0000-0000-0000-000000000000}"/>
          </ac:spMkLst>
        </pc:spChg>
        <pc:graphicFrameChg chg="add del mod modGraphic">
          <ac:chgData name="park sehun" userId="a5dd5dda71ea150a" providerId="LiveId" clId="{9F25C710-58B1-4B75-8E68-D56F0712AEA8}" dt="2020-10-23T05:43:59.027" v="674" actId="478"/>
          <ac:graphicFrameMkLst>
            <pc:docMk/>
            <pc:sldMk cId="3177499770" sldId="1173"/>
            <ac:graphicFrameMk id="5" creationId="{3A213C8A-704E-4718-9CF8-CB69997AF98E}"/>
          </ac:graphicFrameMkLst>
        </pc:graphicFrameChg>
        <pc:graphicFrameChg chg="add del mod modGraphic">
          <ac:chgData name="park sehun" userId="a5dd5dda71ea150a" providerId="LiveId" clId="{9F25C710-58B1-4B75-8E68-D56F0712AEA8}" dt="2020-10-23T05:44:33.083" v="679" actId="478"/>
          <ac:graphicFrameMkLst>
            <pc:docMk/>
            <pc:sldMk cId="3177499770" sldId="1173"/>
            <ac:graphicFrameMk id="6" creationId="{884D7C44-CC8E-4CE0-B74D-2DD3C86B13F4}"/>
          </ac:graphicFrameMkLst>
        </pc:graphicFrameChg>
        <pc:graphicFrameChg chg="add mod modGraphic">
          <ac:chgData name="park sehun" userId="a5dd5dda71ea150a" providerId="LiveId" clId="{9F25C710-58B1-4B75-8E68-D56F0712AEA8}" dt="2020-10-23T05:44:55.957" v="685" actId="14734"/>
          <ac:graphicFrameMkLst>
            <pc:docMk/>
            <pc:sldMk cId="3177499770" sldId="1173"/>
            <ac:graphicFrameMk id="7" creationId="{D34451B8-2DDD-45AF-BE65-BE3C2912C158}"/>
          </ac:graphicFrameMkLst>
        </pc:graphicFrameChg>
        <pc:cxnChg chg="del mod">
          <ac:chgData name="park sehun" userId="a5dd5dda71ea150a" providerId="LiveId" clId="{9F25C710-58B1-4B75-8E68-D56F0712AEA8}" dt="2020-10-23T05:18:48.550" v="220" actId="478"/>
          <ac:cxnSpMkLst>
            <pc:docMk/>
            <pc:sldMk cId="3177499770" sldId="1173"/>
            <ac:cxnSpMk id="16" creationId="{6F9B0103-0B6F-464E-A331-2D9AE93B5EC2}"/>
          </ac:cxnSpMkLst>
        </pc:cxnChg>
        <pc:cxnChg chg="del">
          <ac:chgData name="park sehun" userId="a5dd5dda71ea150a" providerId="LiveId" clId="{9F25C710-58B1-4B75-8E68-D56F0712AEA8}" dt="2020-10-23T05:16:43.269" v="61" actId="478"/>
          <ac:cxnSpMkLst>
            <pc:docMk/>
            <pc:sldMk cId="3177499770" sldId="1173"/>
            <ac:cxnSpMk id="29" creationId="{3248D253-C581-4B50-8CA1-167B5DEE2C4C}"/>
          </ac:cxnSpMkLst>
        </pc:cxnChg>
        <pc:cxnChg chg="del">
          <ac:chgData name="park sehun" userId="a5dd5dda71ea150a" providerId="LiveId" clId="{9F25C710-58B1-4B75-8E68-D56F0712AEA8}" dt="2020-10-23T05:16:55.677" v="65" actId="478"/>
          <ac:cxnSpMkLst>
            <pc:docMk/>
            <pc:sldMk cId="3177499770" sldId="1173"/>
            <ac:cxnSpMk id="64" creationId="{5270DB07-824E-40A1-BADC-DE6D19836E63}"/>
          </ac:cxnSpMkLst>
        </pc:cxnChg>
      </pc:sldChg>
      <pc:sldChg chg="add modAnim">
        <pc:chgData name="park sehun" userId="a5dd5dda71ea150a" providerId="LiveId" clId="{9F25C710-58B1-4B75-8E68-D56F0712AEA8}" dt="2020-10-23T07:06:20.356" v="1144"/>
        <pc:sldMkLst>
          <pc:docMk/>
          <pc:sldMk cId="1350089325" sldId="1174"/>
        </pc:sldMkLst>
      </pc:sldChg>
      <pc:sldChg chg="add">
        <pc:chgData name="park sehun" userId="a5dd5dda71ea150a" providerId="LiveId" clId="{9F25C710-58B1-4B75-8E68-D56F0712AEA8}" dt="2020-10-23T06:28:05.837" v="777"/>
        <pc:sldMkLst>
          <pc:docMk/>
          <pc:sldMk cId="3858479818" sldId="1175"/>
        </pc:sldMkLst>
      </pc:sldChg>
      <pc:sldChg chg="del">
        <pc:chgData name="park sehun" userId="a5dd5dda71ea150a" providerId="LiveId" clId="{9F25C710-58B1-4B75-8E68-D56F0712AEA8}" dt="2020-10-23T06:28:03.971" v="776" actId="47"/>
        <pc:sldMkLst>
          <pc:docMk/>
          <pc:sldMk cId="2726764776" sldId="1217"/>
        </pc:sldMkLst>
      </pc:sldChg>
      <pc:sldChg chg="del">
        <pc:chgData name="park sehun" userId="a5dd5dda71ea150a" providerId="LiveId" clId="{9F25C710-58B1-4B75-8E68-D56F0712AEA8}" dt="2020-10-23T06:28:03.971" v="776" actId="47"/>
        <pc:sldMkLst>
          <pc:docMk/>
          <pc:sldMk cId="3619238957" sldId="1218"/>
        </pc:sldMkLst>
      </pc:sldChg>
      <pc:sldChg chg="del">
        <pc:chgData name="park sehun" userId="a5dd5dda71ea150a" providerId="LiveId" clId="{9F25C710-58B1-4B75-8E68-D56F0712AEA8}" dt="2020-10-23T06:28:03.971" v="776" actId="47"/>
        <pc:sldMkLst>
          <pc:docMk/>
          <pc:sldMk cId="325000295" sldId="1219"/>
        </pc:sldMkLst>
      </pc:sldChg>
      <pc:sldChg chg="del">
        <pc:chgData name="park sehun" userId="a5dd5dda71ea150a" providerId="LiveId" clId="{9F25C710-58B1-4B75-8E68-D56F0712AEA8}" dt="2020-10-23T06:28:03.971" v="776" actId="47"/>
        <pc:sldMkLst>
          <pc:docMk/>
          <pc:sldMk cId="1732942052" sldId="1220"/>
        </pc:sldMkLst>
      </pc:sldChg>
      <pc:sldChg chg="del">
        <pc:chgData name="park sehun" userId="a5dd5dda71ea150a" providerId="LiveId" clId="{9F25C710-58B1-4B75-8E68-D56F0712AEA8}" dt="2020-10-23T06:28:03.971" v="776" actId="47"/>
        <pc:sldMkLst>
          <pc:docMk/>
          <pc:sldMk cId="370866898" sldId="1221"/>
        </pc:sldMkLst>
      </pc:sldChg>
      <pc:sldChg chg="del">
        <pc:chgData name="park sehun" userId="a5dd5dda71ea150a" providerId="LiveId" clId="{9F25C710-58B1-4B75-8E68-D56F0712AEA8}" dt="2020-10-23T06:28:03.971" v="776" actId="47"/>
        <pc:sldMkLst>
          <pc:docMk/>
          <pc:sldMk cId="2467948792" sldId="1222"/>
        </pc:sldMkLst>
      </pc:sldChg>
      <pc:sldChg chg="del">
        <pc:chgData name="park sehun" userId="a5dd5dda71ea150a" providerId="LiveId" clId="{9F25C710-58B1-4B75-8E68-D56F0712AEA8}" dt="2020-10-23T06:28:03.971" v="776" actId="47"/>
        <pc:sldMkLst>
          <pc:docMk/>
          <pc:sldMk cId="2907656809" sldId="1223"/>
        </pc:sldMkLst>
      </pc:sldChg>
      <pc:sldChg chg="addSp delSp modSp add mod">
        <pc:chgData name="park sehun" userId="a5dd5dda71ea150a" providerId="LiveId" clId="{9F25C710-58B1-4B75-8E68-D56F0712AEA8}" dt="2020-10-23T05:38:27.426" v="630" actId="1036"/>
        <pc:sldMkLst>
          <pc:docMk/>
          <pc:sldMk cId="1710104623" sldId="1224"/>
        </pc:sldMkLst>
        <pc:spChg chg="add mod">
          <ac:chgData name="park sehun" userId="a5dd5dda71ea150a" providerId="LiveId" clId="{9F25C710-58B1-4B75-8E68-D56F0712AEA8}" dt="2020-10-23T05:38:14.410" v="618" actId="1037"/>
          <ac:spMkLst>
            <pc:docMk/>
            <pc:sldMk cId="1710104623" sldId="1224"/>
            <ac:spMk id="11" creationId="{DCC4DF7D-5F66-4A22-B61C-14F10F8FA086}"/>
          </ac:spMkLst>
        </pc:spChg>
        <pc:spChg chg="add mod">
          <ac:chgData name="park sehun" userId="a5dd5dda71ea150a" providerId="LiveId" clId="{9F25C710-58B1-4B75-8E68-D56F0712AEA8}" dt="2020-10-23T05:38:06.351" v="610" actId="14100"/>
          <ac:spMkLst>
            <pc:docMk/>
            <pc:sldMk cId="1710104623" sldId="1224"/>
            <ac:spMk id="13" creationId="{9642BB2F-853D-4745-9BC7-E44E8149AB53}"/>
          </ac:spMkLst>
        </pc:spChg>
        <pc:spChg chg="mod">
          <ac:chgData name="park sehun" userId="a5dd5dda71ea150a" providerId="LiveId" clId="{9F25C710-58B1-4B75-8E68-D56F0712AEA8}" dt="2020-10-23T05:38:23.289" v="626" actId="1035"/>
          <ac:spMkLst>
            <pc:docMk/>
            <pc:sldMk cId="1710104623" sldId="1224"/>
            <ac:spMk id="54" creationId="{C29D6112-022A-4BE0-B087-9B0A74023A45}"/>
          </ac:spMkLst>
        </pc:spChg>
        <pc:spChg chg="mod">
          <ac:chgData name="park sehun" userId="a5dd5dda71ea150a" providerId="LiveId" clId="{9F25C710-58B1-4B75-8E68-D56F0712AEA8}" dt="2020-10-23T05:19:23.087" v="234"/>
          <ac:spMkLst>
            <pc:docMk/>
            <pc:sldMk cId="1710104623" sldId="1224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9F25C710-58B1-4B75-8E68-D56F0712AEA8}" dt="2020-10-23T05:38:27.426" v="630" actId="1036"/>
          <ac:graphicFrameMkLst>
            <pc:docMk/>
            <pc:sldMk cId="1710104623" sldId="1224"/>
            <ac:graphicFrameMk id="2" creationId="{F63E806C-D24B-4FF3-A5EE-FB575308E43C}"/>
          </ac:graphicFrameMkLst>
        </pc:graphicFrameChg>
        <pc:graphicFrameChg chg="del">
          <ac:chgData name="park sehun" userId="a5dd5dda71ea150a" providerId="LiveId" clId="{9F25C710-58B1-4B75-8E68-D56F0712AEA8}" dt="2020-10-23T05:19:31.214" v="235" actId="478"/>
          <ac:graphicFrameMkLst>
            <pc:docMk/>
            <pc:sldMk cId="1710104623" sldId="1224"/>
            <ac:graphicFrameMk id="5" creationId="{3A213C8A-704E-4718-9CF8-CB69997AF98E}"/>
          </ac:graphicFrameMkLst>
        </pc:graphicFrameChg>
        <pc:picChg chg="add mod">
          <ac:chgData name="park sehun" userId="a5dd5dda71ea150a" providerId="LiveId" clId="{9F25C710-58B1-4B75-8E68-D56F0712AEA8}" dt="2020-10-23T05:36:06.547" v="555" actId="1076"/>
          <ac:picMkLst>
            <pc:docMk/>
            <pc:sldMk cId="1710104623" sldId="1224"/>
            <ac:picMk id="4" creationId="{82915CC5-D652-4B31-B3EC-47BAB3E65AAC}"/>
          </ac:picMkLst>
        </pc:picChg>
        <pc:picChg chg="add del mod">
          <ac:chgData name="park sehun" userId="a5dd5dda71ea150a" providerId="LiveId" clId="{9F25C710-58B1-4B75-8E68-D56F0712AEA8}" dt="2020-10-23T05:36:36.547" v="558" actId="478"/>
          <ac:picMkLst>
            <pc:docMk/>
            <pc:sldMk cId="1710104623" sldId="1224"/>
            <ac:picMk id="7" creationId="{69BA2C91-90FA-4521-94FC-603B95DA7F72}"/>
          </ac:picMkLst>
        </pc:picChg>
        <pc:picChg chg="add mod">
          <ac:chgData name="park sehun" userId="a5dd5dda71ea150a" providerId="LiveId" clId="{9F25C710-58B1-4B75-8E68-D56F0712AEA8}" dt="2020-10-23T05:36:59.597" v="560" actId="1076"/>
          <ac:picMkLst>
            <pc:docMk/>
            <pc:sldMk cId="1710104623" sldId="1224"/>
            <ac:picMk id="9" creationId="{23799F11-A838-4431-8D88-F3C7E1A5B627}"/>
          </ac:picMkLst>
        </pc:picChg>
        <pc:picChg chg="add mod">
          <ac:chgData name="park sehun" userId="a5dd5dda71ea150a" providerId="LiveId" clId="{9F25C710-58B1-4B75-8E68-D56F0712AEA8}" dt="2020-10-23T05:37:33.565" v="565" actId="1076"/>
          <ac:picMkLst>
            <pc:docMk/>
            <pc:sldMk cId="1710104623" sldId="1224"/>
            <ac:picMk id="10" creationId="{B643498B-82D5-4EA7-94AC-10CD254D5C78}"/>
          </ac:picMkLst>
        </pc:picChg>
      </pc:sldChg>
      <pc:sldChg chg="addSp delSp modSp add mod">
        <pc:chgData name="park sehun" userId="a5dd5dda71ea150a" providerId="LiveId" clId="{9F25C710-58B1-4B75-8E68-D56F0712AEA8}" dt="2020-10-23T05:40:17.810" v="673" actId="20577"/>
        <pc:sldMkLst>
          <pc:docMk/>
          <pc:sldMk cId="1266001503" sldId="1225"/>
        </pc:sldMkLst>
        <pc:spChg chg="del">
          <ac:chgData name="park sehun" userId="a5dd5dda71ea150a" providerId="LiveId" clId="{9F25C710-58B1-4B75-8E68-D56F0712AEA8}" dt="2020-10-23T05:39:55.379" v="654" actId="478"/>
          <ac:spMkLst>
            <pc:docMk/>
            <pc:sldMk cId="1266001503" sldId="1225"/>
            <ac:spMk id="11" creationId="{DCC4DF7D-5F66-4A22-B61C-14F10F8FA086}"/>
          </ac:spMkLst>
        </pc:spChg>
        <pc:spChg chg="del">
          <ac:chgData name="park sehun" userId="a5dd5dda71ea150a" providerId="LiveId" clId="{9F25C710-58B1-4B75-8E68-D56F0712AEA8}" dt="2020-10-23T05:40:00.607" v="657" actId="478"/>
          <ac:spMkLst>
            <pc:docMk/>
            <pc:sldMk cId="1266001503" sldId="1225"/>
            <ac:spMk id="13" creationId="{9642BB2F-853D-4745-9BC7-E44E8149AB53}"/>
          </ac:spMkLst>
        </pc:spChg>
        <pc:spChg chg="mod">
          <ac:chgData name="park sehun" userId="a5dd5dda71ea150a" providerId="LiveId" clId="{9F25C710-58B1-4B75-8E68-D56F0712AEA8}" dt="2020-10-23T05:40:17.810" v="673" actId="20577"/>
          <ac:spMkLst>
            <pc:docMk/>
            <pc:sldMk cId="1266001503" sldId="1225"/>
            <ac:spMk id="54" creationId="{C29D6112-022A-4BE0-B087-9B0A74023A45}"/>
          </ac:spMkLst>
        </pc:spChg>
        <pc:spChg chg="mod">
          <ac:chgData name="park sehun" userId="a5dd5dda71ea150a" providerId="LiveId" clId="{9F25C710-58B1-4B75-8E68-D56F0712AEA8}" dt="2020-10-23T05:39:03.377" v="644" actId="20577"/>
          <ac:spMkLst>
            <pc:docMk/>
            <pc:sldMk cId="1266001503" sldId="1225"/>
            <ac:spMk id="62466" creationId="{00000000-0000-0000-0000-000000000000}"/>
          </ac:spMkLst>
        </pc:spChg>
        <pc:graphicFrameChg chg="del">
          <ac:chgData name="park sehun" userId="a5dd5dda71ea150a" providerId="LiveId" clId="{9F25C710-58B1-4B75-8E68-D56F0712AEA8}" dt="2020-10-23T05:39:19.130" v="645" actId="478"/>
          <ac:graphicFrameMkLst>
            <pc:docMk/>
            <pc:sldMk cId="1266001503" sldId="1225"/>
            <ac:graphicFrameMk id="2" creationId="{F63E806C-D24B-4FF3-A5EE-FB575308E43C}"/>
          </ac:graphicFrameMkLst>
        </pc:graphicFrameChg>
        <pc:graphicFrameChg chg="add del mod">
          <ac:chgData name="park sehun" userId="a5dd5dda71ea150a" providerId="LiveId" clId="{9F25C710-58B1-4B75-8E68-D56F0712AEA8}" dt="2020-10-23T05:39:28.074" v="647"/>
          <ac:graphicFrameMkLst>
            <pc:docMk/>
            <pc:sldMk cId="1266001503" sldId="1225"/>
            <ac:graphicFrameMk id="3" creationId="{FA871D0B-F1DB-4A95-9936-82969D3351A8}"/>
          </ac:graphicFrameMkLst>
        </pc:graphicFrameChg>
        <pc:picChg chg="del">
          <ac:chgData name="park sehun" userId="a5dd5dda71ea150a" providerId="LiveId" clId="{9F25C710-58B1-4B75-8E68-D56F0712AEA8}" dt="2020-10-23T05:39:53.553" v="653" actId="478"/>
          <ac:picMkLst>
            <pc:docMk/>
            <pc:sldMk cId="1266001503" sldId="1225"/>
            <ac:picMk id="4" creationId="{82915CC5-D652-4B31-B3EC-47BAB3E65AAC}"/>
          </ac:picMkLst>
        </pc:picChg>
        <pc:picChg chg="del">
          <ac:chgData name="park sehun" userId="a5dd5dda71ea150a" providerId="LiveId" clId="{9F25C710-58B1-4B75-8E68-D56F0712AEA8}" dt="2020-10-23T05:39:58.617" v="656" actId="478"/>
          <ac:picMkLst>
            <pc:docMk/>
            <pc:sldMk cId="1266001503" sldId="1225"/>
            <ac:picMk id="9" creationId="{23799F11-A838-4431-8D88-F3C7E1A5B627}"/>
          </ac:picMkLst>
        </pc:picChg>
        <pc:picChg chg="del">
          <ac:chgData name="park sehun" userId="a5dd5dda71ea150a" providerId="LiveId" clId="{9F25C710-58B1-4B75-8E68-D56F0712AEA8}" dt="2020-10-23T05:39:57.066" v="655" actId="478"/>
          <ac:picMkLst>
            <pc:docMk/>
            <pc:sldMk cId="1266001503" sldId="1225"/>
            <ac:picMk id="10" creationId="{B643498B-82D5-4EA7-94AC-10CD254D5C78}"/>
          </ac:picMkLst>
        </pc:picChg>
      </pc:sldChg>
      <pc:sldChg chg="addSp delSp modSp add mod">
        <pc:chgData name="park sehun" userId="a5dd5dda71ea150a" providerId="LiveId" clId="{9F25C710-58B1-4B75-8E68-D56F0712AEA8}" dt="2020-10-23T06:01:06.320" v="772" actId="1038"/>
        <pc:sldMkLst>
          <pc:docMk/>
          <pc:sldMk cId="1471566390" sldId="1226"/>
        </pc:sldMkLst>
        <pc:spChg chg="add mod">
          <ac:chgData name="park sehun" userId="a5dd5dda71ea150a" providerId="LiveId" clId="{9F25C710-58B1-4B75-8E68-D56F0712AEA8}" dt="2020-10-23T05:59:48.884" v="702" actId="14100"/>
          <ac:spMkLst>
            <pc:docMk/>
            <pc:sldMk cId="1471566390" sldId="1226"/>
            <ac:spMk id="4" creationId="{4FB603E0-1157-4B44-96DB-E5A11F964486}"/>
          </ac:spMkLst>
        </pc:spChg>
        <pc:spChg chg="add mod">
          <ac:chgData name="park sehun" userId="a5dd5dda71ea150a" providerId="LiveId" clId="{9F25C710-58B1-4B75-8E68-D56F0712AEA8}" dt="2020-10-23T06:01:02.699" v="768" actId="1037"/>
          <ac:spMkLst>
            <pc:docMk/>
            <pc:sldMk cId="1471566390" sldId="1226"/>
            <ac:spMk id="10" creationId="{B7C4D91D-AA06-4E36-8BBD-8CDBF59AB692}"/>
          </ac:spMkLst>
        </pc:spChg>
        <pc:spChg chg="del mod">
          <ac:chgData name="park sehun" userId="a5dd5dda71ea150a" providerId="LiveId" clId="{9F25C710-58B1-4B75-8E68-D56F0712AEA8}" dt="2020-10-23T05:47:11.417" v="694" actId="478"/>
          <ac:spMkLst>
            <pc:docMk/>
            <pc:sldMk cId="1471566390" sldId="1226"/>
            <ac:spMk id="54" creationId="{C29D6112-022A-4BE0-B087-9B0A74023A45}"/>
          </ac:spMkLst>
        </pc:spChg>
        <pc:spChg chg="mod">
          <ac:chgData name="park sehun" userId="a5dd5dda71ea150a" providerId="LiveId" clId="{9F25C710-58B1-4B75-8E68-D56F0712AEA8}" dt="2020-10-23T05:46:44.313" v="692" actId="20577"/>
          <ac:spMkLst>
            <pc:docMk/>
            <pc:sldMk cId="1471566390" sldId="1226"/>
            <ac:spMk id="62466" creationId="{00000000-0000-0000-0000-000000000000}"/>
          </ac:spMkLst>
        </pc:spChg>
        <pc:picChg chg="add mod">
          <ac:chgData name="park sehun" userId="a5dd5dda71ea150a" providerId="LiveId" clId="{9F25C710-58B1-4B75-8E68-D56F0712AEA8}" dt="2020-10-23T05:51:49.572" v="699" actId="14100"/>
          <ac:picMkLst>
            <pc:docMk/>
            <pc:sldMk cId="1471566390" sldId="1226"/>
            <ac:picMk id="3" creationId="{58645AD7-95C2-4174-B5F1-90E8488DC097}"/>
          </ac:picMkLst>
        </pc:picChg>
        <pc:picChg chg="add mod">
          <ac:chgData name="park sehun" userId="a5dd5dda71ea150a" providerId="LiveId" clId="{9F25C710-58B1-4B75-8E68-D56F0712AEA8}" dt="2020-10-23T06:01:06.320" v="772" actId="1038"/>
          <ac:picMkLst>
            <pc:docMk/>
            <pc:sldMk cId="1471566390" sldId="1226"/>
            <ac:picMk id="5" creationId="{3FEBE14B-8B73-4BA1-A83A-7993DF10FBAE}"/>
          </ac:picMkLst>
        </pc:picChg>
        <pc:picChg chg="add mod">
          <ac:chgData name="park sehun" userId="a5dd5dda71ea150a" providerId="LiveId" clId="{9F25C710-58B1-4B75-8E68-D56F0712AEA8}" dt="2020-10-23T06:00:53.175" v="722" actId="1036"/>
          <ac:picMkLst>
            <pc:docMk/>
            <pc:sldMk cId="1471566390" sldId="1226"/>
            <ac:picMk id="9" creationId="{32229C27-7C86-45C7-8D11-4E8CF439C72F}"/>
          </ac:picMkLst>
        </pc:picChg>
      </pc:sldChg>
      <pc:sldChg chg="delSp modSp add del mod">
        <pc:chgData name="park sehun" userId="a5dd5dda71ea150a" providerId="LiveId" clId="{9F25C710-58B1-4B75-8E68-D56F0712AEA8}" dt="2020-10-23T06:28:03.971" v="776" actId="47"/>
        <pc:sldMkLst>
          <pc:docMk/>
          <pc:sldMk cId="1964651338" sldId="1227"/>
        </pc:sldMkLst>
        <pc:spChg chg="del">
          <ac:chgData name="park sehun" userId="a5dd5dda71ea150a" providerId="LiveId" clId="{9F25C710-58B1-4B75-8E68-D56F0712AEA8}" dt="2020-10-23T06:01:29.856" v="775" actId="478"/>
          <ac:spMkLst>
            <pc:docMk/>
            <pc:sldMk cId="1964651338" sldId="1227"/>
            <ac:spMk id="4" creationId="{4FB603E0-1157-4B44-96DB-E5A11F964486}"/>
          </ac:spMkLst>
        </pc:spChg>
        <pc:spChg chg="del">
          <ac:chgData name="park sehun" userId="a5dd5dda71ea150a" providerId="LiveId" clId="{9F25C710-58B1-4B75-8E68-D56F0712AEA8}" dt="2020-10-23T06:01:29.856" v="775" actId="478"/>
          <ac:spMkLst>
            <pc:docMk/>
            <pc:sldMk cId="1964651338" sldId="1227"/>
            <ac:spMk id="10" creationId="{B7C4D91D-AA06-4E36-8BBD-8CDBF59AB692}"/>
          </ac:spMkLst>
        </pc:spChg>
        <pc:spChg chg="mod">
          <ac:chgData name="park sehun" userId="a5dd5dda71ea150a" providerId="LiveId" clId="{9F25C710-58B1-4B75-8E68-D56F0712AEA8}" dt="2020-10-23T06:01:25.103" v="774"/>
          <ac:spMkLst>
            <pc:docMk/>
            <pc:sldMk cId="1964651338" sldId="1227"/>
            <ac:spMk id="62466" creationId="{00000000-0000-0000-0000-000000000000}"/>
          </ac:spMkLst>
        </pc:spChg>
        <pc:picChg chg="del">
          <ac:chgData name="park sehun" userId="a5dd5dda71ea150a" providerId="LiveId" clId="{9F25C710-58B1-4B75-8E68-D56F0712AEA8}" dt="2020-10-23T06:01:29.856" v="775" actId="478"/>
          <ac:picMkLst>
            <pc:docMk/>
            <pc:sldMk cId="1964651338" sldId="1227"/>
            <ac:picMk id="3" creationId="{58645AD7-95C2-4174-B5F1-90E8488DC097}"/>
          </ac:picMkLst>
        </pc:picChg>
        <pc:picChg chg="del">
          <ac:chgData name="park sehun" userId="a5dd5dda71ea150a" providerId="LiveId" clId="{9F25C710-58B1-4B75-8E68-D56F0712AEA8}" dt="2020-10-23T06:01:29.856" v="775" actId="478"/>
          <ac:picMkLst>
            <pc:docMk/>
            <pc:sldMk cId="1964651338" sldId="1227"/>
            <ac:picMk id="5" creationId="{3FEBE14B-8B73-4BA1-A83A-7993DF10FBAE}"/>
          </ac:picMkLst>
        </pc:picChg>
        <pc:picChg chg="del">
          <ac:chgData name="park sehun" userId="a5dd5dda71ea150a" providerId="LiveId" clId="{9F25C710-58B1-4B75-8E68-D56F0712AEA8}" dt="2020-10-23T06:01:29.856" v="775" actId="478"/>
          <ac:picMkLst>
            <pc:docMk/>
            <pc:sldMk cId="1964651338" sldId="1227"/>
            <ac:picMk id="9" creationId="{32229C27-7C86-45C7-8D11-4E8CF439C72F}"/>
          </ac:picMkLst>
        </pc:picChg>
      </pc:sldChg>
      <pc:sldChg chg="add">
        <pc:chgData name="park sehun" userId="a5dd5dda71ea150a" providerId="LiveId" clId="{9F25C710-58B1-4B75-8E68-D56F0712AEA8}" dt="2020-10-23T06:28:05.837" v="777"/>
        <pc:sldMkLst>
          <pc:docMk/>
          <pc:sldMk cId="3954203942" sldId="1227"/>
        </pc:sldMkLst>
      </pc:sldChg>
      <pc:sldChg chg="add del">
        <pc:chgData name="park sehun" userId="a5dd5dda71ea150a" providerId="LiveId" clId="{9F25C710-58B1-4B75-8E68-D56F0712AEA8}" dt="2020-10-23T06:37:16.036" v="782" actId="47"/>
        <pc:sldMkLst>
          <pc:docMk/>
          <pc:sldMk cId="549328711" sldId="1235"/>
        </pc:sldMkLst>
      </pc:sldChg>
      <pc:sldChg chg="addSp delSp modSp add mod">
        <pc:chgData name="park sehun" userId="a5dd5dda71ea150a" providerId="LiveId" clId="{9F25C710-58B1-4B75-8E68-D56F0712AEA8}" dt="2020-10-23T06:45:36.556" v="803" actId="14734"/>
        <pc:sldMkLst>
          <pc:docMk/>
          <pc:sldMk cId="3411630887" sldId="1236"/>
        </pc:sldMkLst>
        <pc:graphicFrameChg chg="add mod modGraphic">
          <ac:chgData name="park sehun" userId="a5dd5dda71ea150a" providerId="LiveId" clId="{9F25C710-58B1-4B75-8E68-D56F0712AEA8}" dt="2020-10-23T06:45:36.556" v="803" actId="14734"/>
          <ac:graphicFrameMkLst>
            <pc:docMk/>
            <pc:sldMk cId="3411630887" sldId="1236"/>
            <ac:graphicFrameMk id="2" creationId="{1FB1DE72-F2E8-4849-854A-6D7209BF7A1A}"/>
          </ac:graphicFrameMkLst>
        </pc:graphicFrameChg>
        <pc:graphicFrameChg chg="del mod">
          <ac:chgData name="park sehun" userId="a5dd5dda71ea150a" providerId="LiveId" clId="{9F25C710-58B1-4B75-8E68-D56F0712AEA8}" dt="2020-10-23T06:43:53.274" v="788" actId="478"/>
          <ac:graphicFrameMkLst>
            <pc:docMk/>
            <pc:sldMk cId="3411630887" sldId="1236"/>
            <ac:graphicFrameMk id="5" creationId="{12A22994-382D-4665-A562-6CA611825E00}"/>
          </ac:graphicFrameMkLst>
        </pc:graphicFrameChg>
        <pc:graphicFrameChg chg="add mod">
          <ac:chgData name="park sehun" userId="a5dd5dda71ea150a" providerId="LiveId" clId="{9F25C710-58B1-4B75-8E68-D56F0712AEA8}" dt="2020-10-23T06:44:15.215" v="791" actId="1076"/>
          <ac:graphicFrameMkLst>
            <pc:docMk/>
            <pc:sldMk cId="3411630887" sldId="1236"/>
            <ac:graphicFrameMk id="6" creationId="{45A66A0F-3EE8-45E2-A172-0B03F1D06943}"/>
          </ac:graphicFrameMkLst>
        </pc:graphicFrameChg>
      </pc:sldChg>
      <pc:sldChg chg="addSp delSp modSp add mod">
        <pc:chgData name="park sehun" userId="a5dd5dda71ea150a" providerId="LiveId" clId="{9F25C710-58B1-4B75-8E68-D56F0712AEA8}" dt="2020-10-23T06:37:27.917" v="784" actId="22"/>
        <pc:sldMkLst>
          <pc:docMk/>
          <pc:sldMk cId="183897271" sldId="1239"/>
        </pc:sldMkLst>
        <pc:spChg chg="mod">
          <ac:chgData name="park sehun" userId="a5dd5dda71ea150a" providerId="LiveId" clId="{9F25C710-58B1-4B75-8E68-D56F0712AEA8}" dt="2020-10-23T06:35:47.659" v="780" actId="6549"/>
          <ac:spMkLst>
            <pc:docMk/>
            <pc:sldMk cId="183897271" sldId="1239"/>
            <ac:spMk id="4" creationId="{A5C55E08-8CF0-460A-B680-A24BBA89F101}"/>
          </ac:spMkLst>
        </pc:spChg>
        <pc:graphicFrameChg chg="add del">
          <ac:chgData name="park sehun" userId="a5dd5dda71ea150a" providerId="LiveId" clId="{9F25C710-58B1-4B75-8E68-D56F0712AEA8}" dt="2020-10-23T06:37:27.917" v="784" actId="22"/>
          <ac:graphicFrameMkLst>
            <pc:docMk/>
            <pc:sldMk cId="183897271" sldId="1239"/>
            <ac:graphicFrameMk id="2" creationId="{4191D2E1-C413-46BF-B970-0BB1F9600CBD}"/>
          </ac:graphicFrameMkLst>
        </pc:graphicFrameChg>
      </pc:sldChg>
      <pc:sldChg chg="addSp delSp modSp add mod">
        <pc:chgData name="park sehun" userId="a5dd5dda71ea150a" providerId="LiveId" clId="{9F25C710-58B1-4B75-8E68-D56F0712AEA8}" dt="2020-10-23T06:56:10.263" v="1134" actId="6549"/>
        <pc:sldMkLst>
          <pc:docMk/>
          <pc:sldMk cId="1201610987" sldId="1240"/>
        </pc:sldMkLst>
        <pc:spChg chg="mod">
          <ac:chgData name="park sehun" userId="a5dd5dda71ea150a" providerId="LiveId" clId="{9F25C710-58B1-4B75-8E68-D56F0712AEA8}" dt="2020-10-23T06:47:18.916" v="843" actId="255"/>
          <ac:spMkLst>
            <pc:docMk/>
            <pc:sldMk cId="1201610987" sldId="1240"/>
            <ac:spMk id="4" creationId="{A5C55E08-8CF0-460A-B680-A24BBA89F101}"/>
          </ac:spMkLst>
        </pc:spChg>
        <pc:spChg chg="del">
          <ac:chgData name="park sehun" userId="a5dd5dda71ea150a" providerId="LiveId" clId="{9F25C710-58B1-4B75-8E68-D56F0712AEA8}" dt="2020-10-23T06:47:24.855" v="845" actId="478"/>
          <ac:spMkLst>
            <pc:docMk/>
            <pc:sldMk cId="1201610987" sldId="1240"/>
            <ac:spMk id="7" creationId="{D373A021-4B29-4B71-BF42-B9BB83FF8A6E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9" creationId="{A3972E9C-3A67-4C09-A0FF-E2BFD0009B8F}"/>
          </ac:spMkLst>
        </pc:spChg>
        <pc:spChg chg="add del mod">
          <ac:chgData name="park sehun" userId="a5dd5dda71ea150a" providerId="LiveId" clId="{9F25C710-58B1-4B75-8E68-D56F0712AEA8}" dt="2020-10-23T06:49:56.333" v="848" actId="478"/>
          <ac:spMkLst>
            <pc:docMk/>
            <pc:sldMk cId="1201610987" sldId="1240"/>
            <ac:spMk id="12" creationId="{FBA080B9-F57D-4912-8F66-A3BDC0C44E93}"/>
          </ac:spMkLst>
        </pc:spChg>
        <pc:spChg chg="add del mod">
          <ac:chgData name="park sehun" userId="a5dd5dda71ea150a" providerId="LiveId" clId="{9F25C710-58B1-4B75-8E68-D56F0712AEA8}" dt="2020-10-23T06:49:56.333" v="848" actId="478"/>
          <ac:spMkLst>
            <pc:docMk/>
            <pc:sldMk cId="1201610987" sldId="1240"/>
            <ac:spMk id="13" creationId="{FA4A6DD8-49E6-4F9E-8B95-CA3B63A901B7}"/>
          </ac:spMkLst>
        </pc:spChg>
        <pc:spChg chg="add del mod">
          <ac:chgData name="park sehun" userId="a5dd5dda71ea150a" providerId="LiveId" clId="{9F25C710-58B1-4B75-8E68-D56F0712AEA8}" dt="2020-10-23T06:49:56.333" v="848" actId="478"/>
          <ac:spMkLst>
            <pc:docMk/>
            <pc:sldMk cId="1201610987" sldId="1240"/>
            <ac:spMk id="14" creationId="{CD14B2FB-9D11-4D59-96DB-C605C38087CB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15" creationId="{A7BA1741-3302-415B-B5A9-A9D49A38AF0A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16" creationId="{EF32D1F8-0F29-4BF7-96BC-E53D096435C7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17" creationId="{D4F56D5D-2F6D-4B41-BCB3-AE56B6B72DFD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18" creationId="{4F2AE94D-F19A-4F4C-812F-9973CEA6845C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19" creationId="{86FE70D5-AE39-4287-B7AF-985957CF83DE}"/>
          </ac:spMkLst>
        </pc:spChg>
        <pc:spChg chg="add del mod">
          <ac:chgData name="park sehun" userId="a5dd5dda71ea150a" providerId="LiveId" clId="{9F25C710-58B1-4B75-8E68-D56F0712AEA8}" dt="2020-10-23T06:49:56.333" v="848" actId="478"/>
          <ac:spMkLst>
            <pc:docMk/>
            <pc:sldMk cId="1201610987" sldId="1240"/>
            <ac:spMk id="21" creationId="{74631F37-E31C-4DE8-90E4-6479D1151D55}"/>
          </ac:spMkLst>
        </pc:spChg>
        <pc:spChg chg="add del mod">
          <ac:chgData name="park sehun" userId="a5dd5dda71ea150a" providerId="LiveId" clId="{9F25C710-58B1-4B75-8E68-D56F0712AEA8}" dt="2020-10-23T06:49:56.333" v="848" actId="478"/>
          <ac:spMkLst>
            <pc:docMk/>
            <pc:sldMk cId="1201610987" sldId="1240"/>
            <ac:spMk id="22" creationId="{8ECEB84E-65E9-497D-A8B8-77E9763BE081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23" creationId="{5F8F0402-DDFB-4B7D-A56E-9B8419CD896D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24" creationId="{AA36B205-AE47-4652-8548-8FCCEC98BCD9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25" creationId="{8DE0166C-CB54-4B00-B17D-9BE27DF10948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26" creationId="{6EEEF596-F838-45D5-8363-B3C77B63BD55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27" creationId="{995AE94B-E065-4DE6-92F2-DF511E923DB4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28" creationId="{457820AD-9B71-4DFA-93B7-D57A0E25A60C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29" creationId="{66BE00D0-AE04-43EF-B02E-0BA9D8520F83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30" creationId="{B7F932A7-8EC1-4C15-8D0D-B6830A3600D7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31" creationId="{B3E542E2-CEF7-4F11-AD8A-62F5ECCFAE4B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34" creationId="{3A982CB6-4E50-4C25-9607-3EFCC043CCCE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36" creationId="{3EEB2E03-937E-4359-BC72-AAF73F68966B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37" creationId="{1D4AA000-9BEF-48DF-AF13-D5CC958D49CE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38" creationId="{762EB375-2FB2-41B8-8B3B-5581F642D5C5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39" creationId="{FA449DBB-C933-4683-9B43-EF1C1C1E1CFB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40" creationId="{C65A35DC-2C3F-4D22-9DEB-6AC4FC917E42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41" creationId="{2BFFC8E3-278B-4AFD-A45D-B6952DD96AE6}"/>
          </ac:spMkLst>
        </pc:spChg>
        <pc:spChg chg="add del mod">
          <ac:chgData name="park sehun" userId="a5dd5dda71ea150a" providerId="LiveId" clId="{9F25C710-58B1-4B75-8E68-D56F0712AEA8}" dt="2020-10-23T06:49:52.462" v="847" actId="478"/>
          <ac:spMkLst>
            <pc:docMk/>
            <pc:sldMk cId="1201610987" sldId="1240"/>
            <ac:spMk id="42" creationId="{8CB32902-15ED-44F0-B16C-3A75CF5E4E54}"/>
          </ac:spMkLst>
        </pc:spChg>
        <pc:spChg chg="add mod">
          <ac:chgData name="park sehun" userId="a5dd5dda71ea150a" providerId="LiveId" clId="{9F25C710-58B1-4B75-8E68-D56F0712AEA8}" dt="2020-10-23T06:56:10.263" v="1134" actId="6549"/>
          <ac:spMkLst>
            <pc:docMk/>
            <pc:sldMk cId="1201610987" sldId="1240"/>
            <ac:spMk id="44" creationId="{43301A81-CA94-46F1-B2C1-0E70F5D89374}"/>
          </ac:spMkLst>
        </pc:spChg>
        <pc:graphicFrameChg chg="add del mod">
          <ac:chgData name="park sehun" userId="a5dd5dda71ea150a" providerId="LiveId" clId="{9F25C710-58B1-4B75-8E68-D56F0712AEA8}" dt="2020-10-23T06:49:56.333" v="848" actId="478"/>
          <ac:graphicFrameMkLst>
            <pc:docMk/>
            <pc:sldMk cId="1201610987" sldId="1240"/>
            <ac:graphicFrameMk id="8" creationId="{02D928A2-9602-4954-A027-8294F204C7F3}"/>
          </ac:graphicFrameMkLst>
        </pc:graphicFrameChg>
        <pc:graphicFrameChg chg="add del mod">
          <ac:chgData name="park sehun" userId="a5dd5dda71ea150a" providerId="LiveId" clId="{9F25C710-58B1-4B75-8E68-D56F0712AEA8}" dt="2020-10-23T06:49:52.462" v="847" actId="478"/>
          <ac:graphicFrameMkLst>
            <pc:docMk/>
            <pc:sldMk cId="1201610987" sldId="1240"/>
            <ac:graphicFrameMk id="10" creationId="{95CBF038-86E0-44E6-87DE-D963F9505544}"/>
          </ac:graphicFrameMkLst>
        </pc:graphicFrameChg>
        <pc:graphicFrameChg chg="add del mod">
          <ac:chgData name="park sehun" userId="a5dd5dda71ea150a" providerId="LiveId" clId="{9F25C710-58B1-4B75-8E68-D56F0712AEA8}" dt="2020-10-23T06:49:59.231" v="849" actId="478"/>
          <ac:graphicFrameMkLst>
            <pc:docMk/>
            <pc:sldMk cId="1201610987" sldId="1240"/>
            <ac:graphicFrameMk id="20" creationId="{21F5C593-188A-4CE0-84C0-E1F94145C30C}"/>
          </ac:graphicFrameMkLst>
        </pc:graphicFrameChg>
        <pc:graphicFrameChg chg="add del mod">
          <ac:chgData name="park sehun" userId="a5dd5dda71ea150a" providerId="LiveId" clId="{9F25C710-58B1-4B75-8E68-D56F0712AEA8}" dt="2020-10-23T06:49:52.462" v="847" actId="478"/>
          <ac:graphicFrameMkLst>
            <pc:docMk/>
            <pc:sldMk cId="1201610987" sldId="1240"/>
            <ac:graphicFrameMk id="32" creationId="{FF55DC6A-3465-4CD0-B245-32DAAC08DC0B}"/>
          </ac:graphicFrameMkLst>
        </pc:graphicFrameChg>
        <pc:graphicFrameChg chg="add del mod">
          <ac:chgData name="park sehun" userId="a5dd5dda71ea150a" providerId="LiveId" clId="{9F25C710-58B1-4B75-8E68-D56F0712AEA8}" dt="2020-10-23T06:49:52.462" v="847" actId="478"/>
          <ac:graphicFrameMkLst>
            <pc:docMk/>
            <pc:sldMk cId="1201610987" sldId="1240"/>
            <ac:graphicFrameMk id="35" creationId="{1D51658A-4D92-42DF-BE54-9101D8A7E2BA}"/>
          </ac:graphicFrameMkLst>
        </pc:graphicFrameChg>
        <pc:picChg chg="del">
          <ac:chgData name="park sehun" userId="a5dd5dda71ea150a" providerId="LiveId" clId="{9F25C710-58B1-4B75-8E68-D56F0712AEA8}" dt="2020-10-23T06:47:22.237" v="844" actId="478"/>
          <ac:picMkLst>
            <pc:docMk/>
            <pc:sldMk cId="1201610987" sldId="1240"/>
            <ac:picMk id="5" creationId="{5F46F8DE-DCED-410E-87BC-D2C8AFDCA7FB}"/>
          </ac:picMkLst>
        </pc:picChg>
        <pc:cxnChg chg="add del mod">
          <ac:chgData name="park sehun" userId="a5dd5dda71ea150a" providerId="LiveId" clId="{9F25C710-58B1-4B75-8E68-D56F0712AEA8}" dt="2020-10-23T06:49:56.333" v="848" actId="478"/>
          <ac:cxnSpMkLst>
            <pc:docMk/>
            <pc:sldMk cId="1201610987" sldId="1240"/>
            <ac:cxnSpMk id="6" creationId="{5C7990C0-F4A7-46EC-BEEE-4E43742B0F34}"/>
          </ac:cxnSpMkLst>
        </pc:cxnChg>
        <pc:cxnChg chg="add del mod">
          <ac:chgData name="park sehun" userId="a5dd5dda71ea150a" providerId="LiveId" clId="{9F25C710-58B1-4B75-8E68-D56F0712AEA8}" dt="2020-10-23T06:49:52.462" v="847" actId="478"/>
          <ac:cxnSpMkLst>
            <pc:docMk/>
            <pc:sldMk cId="1201610987" sldId="1240"/>
            <ac:cxnSpMk id="11" creationId="{E79EF85D-CFDC-4267-8573-76487B24279E}"/>
          </ac:cxnSpMkLst>
        </pc:cxnChg>
        <pc:cxnChg chg="add del mod">
          <ac:chgData name="park sehun" userId="a5dd5dda71ea150a" providerId="LiveId" clId="{9F25C710-58B1-4B75-8E68-D56F0712AEA8}" dt="2020-10-23T06:49:52.462" v="847" actId="478"/>
          <ac:cxnSpMkLst>
            <pc:docMk/>
            <pc:sldMk cId="1201610987" sldId="1240"/>
            <ac:cxnSpMk id="33" creationId="{42645D44-3CCB-47D5-9FDF-467FC0629E6E}"/>
          </ac:cxnSpMkLst>
        </pc:cxnChg>
        <pc:cxnChg chg="add del mod">
          <ac:chgData name="park sehun" userId="a5dd5dda71ea150a" providerId="LiveId" clId="{9F25C710-58B1-4B75-8E68-D56F0712AEA8}" dt="2020-10-23T06:49:52.462" v="847" actId="478"/>
          <ac:cxnSpMkLst>
            <pc:docMk/>
            <pc:sldMk cId="1201610987" sldId="1240"/>
            <ac:cxnSpMk id="43" creationId="{EECA4398-98E5-4468-ACD4-0C506B7164B9}"/>
          </ac:cxnSpMkLst>
        </pc:cxnChg>
      </pc:sldChg>
      <pc:sldChg chg="addSp delSp modSp add mod modAnim">
        <pc:chgData name="park sehun" userId="a5dd5dda71ea150a" providerId="LiveId" clId="{9F25C710-58B1-4B75-8E68-D56F0712AEA8}" dt="2020-10-27T05:01:50.025" v="1445"/>
        <pc:sldMkLst>
          <pc:docMk/>
          <pc:sldMk cId="3834506080" sldId="1241"/>
        </pc:sldMkLst>
        <pc:spChg chg="add del mod">
          <ac:chgData name="park sehun" userId="a5dd5dda71ea150a" providerId="LiveId" clId="{9F25C710-58B1-4B75-8E68-D56F0712AEA8}" dt="2020-10-27T04:54:20.008" v="1147" actId="478"/>
          <ac:spMkLst>
            <pc:docMk/>
            <pc:sldMk cId="3834506080" sldId="1241"/>
            <ac:spMk id="2" creationId="{F5CD6C03-3A9F-4B87-A960-A718AC2C600A}"/>
          </ac:spMkLst>
        </pc:spChg>
        <pc:spChg chg="mod">
          <ac:chgData name="park sehun" userId="a5dd5dda71ea150a" providerId="LiveId" clId="{9F25C710-58B1-4B75-8E68-D56F0712AEA8}" dt="2020-10-27T04:57:17.687" v="1179" actId="20577"/>
          <ac:spMkLst>
            <pc:docMk/>
            <pc:sldMk cId="3834506080" sldId="1241"/>
            <ac:spMk id="4" creationId="{A5C55E08-8CF0-460A-B680-A24BBA89F101}"/>
          </ac:spMkLst>
        </pc:spChg>
        <pc:spChg chg="add del mod">
          <ac:chgData name="park sehun" userId="a5dd5dda71ea150a" providerId="LiveId" clId="{9F25C710-58B1-4B75-8E68-D56F0712AEA8}" dt="2020-10-27T04:54:26.748" v="1149" actId="478"/>
          <ac:spMkLst>
            <pc:docMk/>
            <pc:sldMk cId="3834506080" sldId="1241"/>
            <ac:spMk id="6" creationId="{3052D6DF-1C1C-4FE4-95F0-D279D23457DF}"/>
          </ac:spMkLst>
        </pc:spChg>
        <pc:spChg chg="add del mod">
          <ac:chgData name="park sehun" userId="a5dd5dda71ea150a" providerId="LiveId" clId="{9F25C710-58B1-4B75-8E68-D56F0712AEA8}" dt="2020-10-27T04:54:26.748" v="1149" actId="478"/>
          <ac:spMkLst>
            <pc:docMk/>
            <pc:sldMk cId="3834506080" sldId="1241"/>
            <ac:spMk id="7" creationId="{DD4AFF9A-24D6-4EE0-B53B-44E2AC7BAFFB}"/>
          </ac:spMkLst>
        </pc:spChg>
        <pc:spChg chg="add del mod">
          <ac:chgData name="park sehun" userId="a5dd5dda71ea150a" providerId="LiveId" clId="{9F25C710-58B1-4B75-8E68-D56F0712AEA8}" dt="2020-10-27T04:54:26.748" v="1149" actId="478"/>
          <ac:spMkLst>
            <pc:docMk/>
            <pc:sldMk cId="3834506080" sldId="1241"/>
            <ac:spMk id="8" creationId="{E44B3E69-FA96-428D-96CA-B7043BCC09E8}"/>
          </ac:spMkLst>
        </pc:spChg>
        <pc:spChg chg="add del mod">
          <ac:chgData name="park sehun" userId="a5dd5dda71ea150a" providerId="LiveId" clId="{9F25C710-58B1-4B75-8E68-D56F0712AEA8}" dt="2020-10-27T04:54:26.748" v="1149" actId="478"/>
          <ac:spMkLst>
            <pc:docMk/>
            <pc:sldMk cId="3834506080" sldId="1241"/>
            <ac:spMk id="9" creationId="{FC708486-8B83-46A0-A76B-26D594DAEF06}"/>
          </ac:spMkLst>
        </pc:spChg>
        <pc:spChg chg="add del mod">
          <ac:chgData name="park sehun" userId="a5dd5dda71ea150a" providerId="LiveId" clId="{9F25C710-58B1-4B75-8E68-D56F0712AEA8}" dt="2020-10-27T04:54:26.748" v="1149" actId="478"/>
          <ac:spMkLst>
            <pc:docMk/>
            <pc:sldMk cId="3834506080" sldId="1241"/>
            <ac:spMk id="10" creationId="{60F9776C-07D2-48A3-B087-72B3BEA5CB80}"/>
          </ac:spMkLst>
        </pc:spChg>
        <pc:spChg chg="add del mod">
          <ac:chgData name="park sehun" userId="a5dd5dda71ea150a" providerId="LiveId" clId="{9F25C710-58B1-4B75-8E68-D56F0712AEA8}" dt="2020-10-27T04:54:26.748" v="1149" actId="478"/>
          <ac:spMkLst>
            <pc:docMk/>
            <pc:sldMk cId="3834506080" sldId="1241"/>
            <ac:spMk id="11" creationId="{2ACA2DFA-B600-4574-9FA7-07ADC85622FD}"/>
          </ac:spMkLst>
        </pc:spChg>
        <pc:spChg chg="add del mod">
          <ac:chgData name="park sehun" userId="a5dd5dda71ea150a" providerId="LiveId" clId="{9F25C710-58B1-4B75-8E68-D56F0712AEA8}" dt="2020-10-27T04:54:26.748" v="1149" actId="478"/>
          <ac:spMkLst>
            <pc:docMk/>
            <pc:sldMk cId="3834506080" sldId="1241"/>
            <ac:spMk id="12" creationId="{DDD6E31C-A8D6-46D8-813C-656457E3809E}"/>
          </ac:spMkLst>
        </pc:spChg>
        <pc:spChg chg="add del mod">
          <ac:chgData name="park sehun" userId="a5dd5dda71ea150a" providerId="LiveId" clId="{9F25C710-58B1-4B75-8E68-D56F0712AEA8}" dt="2020-10-27T04:54:26.748" v="1149" actId="478"/>
          <ac:spMkLst>
            <pc:docMk/>
            <pc:sldMk cId="3834506080" sldId="1241"/>
            <ac:spMk id="13" creationId="{031E8AFC-9E22-4D2A-A2B5-C9B7BD0E7888}"/>
          </ac:spMkLst>
        </pc:spChg>
        <pc:spChg chg="add mod">
          <ac:chgData name="park sehun" userId="a5dd5dda71ea150a" providerId="LiveId" clId="{9F25C710-58B1-4B75-8E68-D56F0712AEA8}" dt="2020-10-27T04:57:07.997" v="1163" actId="1037"/>
          <ac:spMkLst>
            <pc:docMk/>
            <pc:sldMk cId="3834506080" sldId="1241"/>
            <ac:spMk id="15" creationId="{C92BC312-2772-4115-9EF6-50CAB9CFEDF7}"/>
          </ac:spMkLst>
        </pc:spChg>
        <pc:spChg chg="add mod">
          <ac:chgData name="park sehun" userId="a5dd5dda71ea150a" providerId="LiveId" clId="{9F25C710-58B1-4B75-8E68-D56F0712AEA8}" dt="2020-10-27T04:57:58.031" v="1325" actId="1037"/>
          <ac:spMkLst>
            <pc:docMk/>
            <pc:sldMk cId="3834506080" sldId="1241"/>
            <ac:spMk id="17" creationId="{CFFD25AF-5580-4652-B699-DBAD4FE0ACE5}"/>
          </ac:spMkLst>
        </pc:spChg>
        <pc:spChg chg="add mod">
          <ac:chgData name="park sehun" userId="a5dd5dda71ea150a" providerId="LiveId" clId="{9F25C710-58B1-4B75-8E68-D56F0712AEA8}" dt="2020-10-27T05:01:32.293" v="1441" actId="14100"/>
          <ac:spMkLst>
            <pc:docMk/>
            <pc:sldMk cId="3834506080" sldId="1241"/>
            <ac:spMk id="20" creationId="{1432938F-56E7-467E-9A74-82CD5077F479}"/>
          </ac:spMkLst>
        </pc:spChg>
        <pc:spChg chg="del">
          <ac:chgData name="park sehun" userId="a5dd5dda71ea150a" providerId="LiveId" clId="{9F25C710-58B1-4B75-8E68-D56F0712AEA8}" dt="2020-10-27T04:54:17.376" v="1146" actId="478"/>
          <ac:spMkLst>
            <pc:docMk/>
            <pc:sldMk cId="3834506080" sldId="1241"/>
            <ac:spMk id="44" creationId="{43301A81-CA94-46F1-B2C1-0E70F5D89374}"/>
          </ac:spMkLst>
        </pc:spChg>
        <pc:graphicFrameChg chg="add del mod">
          <ac:chgData name="park sehun" userId="a5dd5dda71ea150a" providerId="LiveId" clId="{9F25C710-58B1-4B75-8E68-D56F0712AEA8}" dt="2020-10-27T04:54:26.748" v="1149" actId="478"/>
          <ac:graphicFrameMkLst>
            <pc:docMk/>
            <pc:sldMk cId="3834506080" sldId="1241"/>
            <ac:graphicFrameMk id="3" creationId="{E3FABB8C-D27F-4D88-BC26-F188435E935B}"/>
          </ac:graphicFrameMkLst>
        </pc:graphicFrameChg>
        <pc:picChg chg="add mod">
          <ac:chgData name="park sehun" userId="a5dd5dda71ea150a" providerId="LiveId" clId="{9F25C710-58B1-4B75-8E68-D56F0712AEA8}" dt="2020-10-27T04:56:09.868" v="1154" actId="14100"/>
          <ac:picMkLst>
            <pc:docMk/>
            <pc:sldMk cId="3834506080" sldId="1241"/>
            <ac:picMk id="14" creationId="{CD304AEA-8E68-481C-AA5F-C1FB8B2D68F7}"/>
          </ac:picMkLst>
        </pc:picChg>
      </pc:sldChg>
      <pc:sldChg chg="addSp delSp modSp add mod">
        <pc:chgData name="park sehun" userId="a5dd5dda71ea150a" providerId="LiveId" clId="{9F25C710-58B1-4B75-8E68-D56F0712AEA8}" dt="2020-10-27T07:28:32.054" v="1673" actId="1036"/>
        <pc:sldMkLst>
          <pc:docMk/>
          <pc:sldMk cId="1788590150" sldId="1242"/>
        </pc:sldMkLst>
        <pc:spChg chg="add mod">
          <ac:chgData name="park sehun" userId="a5dd5dda71ea150a" providerId="LiveId" clId="{9F25C710-58B1-4B75-8E68-D56F0712AEA8}" dt="2020-10-27T07:27:07.143" v="1456" actId="1036"/>
          <ac:spMkLst>
            <pc:docMk/>
            <pc:sldMk cId="1788590150" sldId="1242"/>
            <ac:spMk id="4" creationId="{151F7CCA-971F-453E-AC18-CD1BA6EE9956}"/>
          </ac:spMkLst>
        </pc:spChg>
        <pc:spChg chg="add mod">
          <ac:chgData name="park sehun" userId="a5dd5dda71ea150a" providerId="LiveId" clId="{9F25C710-58B1-4B75-8E68-D56F0712AEA8}" dt="2020-10-27T07:27:17.414" v="1507" actId="1038"/>
          <ac:spMkLst>
            <pc:docMk/>
            <pc:sldMk cId="1788590150" sldId="1242"/>
            <ac:spMk id="5" creationId="{1FEF6E22-66BD-4EAA-A7EA-177B40530C02}"/>
          </ac:spMkLst>
        </pc:spChg>
        <pc:spChg chg="mod">
          <ac:chgData name="park sehun" userId="a5dd5dda71ea150a" providerId="LiveId" clId="{9F25C710-58B1-4B75-8E68-D56F0712AEA8}" dt="2020-10-27T07:25:08.576" v="1449"/>
          <ac:spMkLst>
            <pc:docMk/>
            <pc:sldMk cId="1788590150" sldId="1242"/>
            <ac:spMk id="54" creationId="{C29D6112-022A-4BE0-B087-9B0A74023A45}"/>
          </ac:spMkLst>
        </pc:spChg>
        <pc:graphicFrameChg chg="del">
          <ac:chgData name="park sehun" userId="a5dd5dda71ea150a" providerId="LiveId" clId="{9F25C710-58B1-4B75-8E68-D56F0712AEA8}" dt="2020-10-27T07:25:12.356" v="1450" actId="478"/>
          <ac:graphicFrameMkLst>
            <pc:docMk/>
            <pc:sldMk cId="1788590150" sldId="1242"/>
            <ac:graphicFrameMk id="7" creationId="{D34451B8-2DDD-45AF-BE65-BE3C2912C158}"/>
          </ac:graphicFrameMkLst>
        </pc:graphicFrameChg>
        <pc:picChg chg="add mod">
          <ac:chgData name="park sehun" userId="a5dd5dda71ea150a" providerId="LiveId" clId="{9F25C710-58B1-4B75-8E68-D56F0712AEA8}" dt="2020-10-27T07:26:30.572" v="1452" actId="1076"/>
          <ac:picMkLst>
            <pc:docMk/>
            <pc:sldMk cId="1788590150" sldId="1242"/>
            <ac:picMk id="3" creationId="{683425B1-2217-4761-8F0A-035A57F3670C}"/>
          </ac:picMkLst>
        </pc:picChg>
        <pc:picChg chg="add mod">
          <ac:chgData name="park sehun" userId="a5dd5dda71ea150a" providerId="LiveId" clId="{9F25C710-58B1-4B75-8E68-D56F0712AEA8}" dt="2020-10-27T07:28:32.054" v="1673" actId="1036"/>
          <ac:picMkLst>
            <pc:docMk/>
            <pc:sldMk cId="1788590150" sldId="1242"/>
            <ac:picMk id="10" creationId="{7FB18BDE-BCCC-4719-B755-0FA02316CC5D}"/>
          </ac:picMkLst>
        </pc:picChg>
        <pc:picChg chg="add mod">
          <ac:chgData name="park sehun" userId="a5dd5dda71ea150a" providerId="LiveId" clId="{9F25C710-58B1-4B75-8E68-D56F0712AEA8}" dt="2020-10-27T07:28:32.054" v="1673" actId="1036"/>
          <ac:picMkLst>
            <pc:docMk/>
            <pc:sldMk cId="1788590150" sldId="1242"/>
            <ac:picMk id="11" creationId="{02BE0210-AAD1-493C-B7CF-E2B39848E523}"/>
          </ac:picMkLst>
        </pc:picChg>
        <pc:picChg chg="add mod">
          <ac:chgData name="park sehun" userId="a5dd5dda71ea150a" providerId="LiveId" clId="{9F25C710-58B1-4B75-8E68-D56F0712AEA8}" dt="2020-10-27T07:28:32.054" v="1673" actId="1036"/>
          <ac:picMkLst>
            <pc:docMk/>
            <pc:sldMk cId="1788590150" sldId="1242"/>
            <ac:picMk id="14" creationId="{6741D007-8BCF-475B-A2EF-33F6F579D6E7}"/>
          </ac:picMkLst>
        </pc:picChg>
      </pc:sldChg>
      <pc:sldChg chg="addSp delSp modSp add mod">
        <pc:chgData name="park sehun" userId="a5dd5dda71ea150a" providerId="LiveId" clId="{9F25C710-58B1-4B75-8E68-D56F0712AEA8}" dt="2020-10-27T07:37:25.726" v="2073" actId="1035"/>
        <pc:sldMkLst>
          <pc:docMk/>
          <pc:sldMk cId="2961698993" sldId="1243"/>
        </pc:sldMkLst>
        <pc:spChg chg="mod">
          <ac:chgData name="park sehun" userId="a5dd5dda71ea150a" providerId="LiveId" clId="{9F25C710-58B1-4B75-8E68-D56F0712AEA8}" dt="2020-10-27T07:37:25.726" v="2073" actId="1035"/>
          <ac:spMkLst>
            <pc:docMk/>
            <pc:sldMk cId="2961698993" sldId="1243"/>
            <ac:spMk id="4" creationId="{151F7CCA-971F-453E-AC18-CD1BA6EE9956}"/>
          </ac:spMkLst>
        </pc:spChg>
        <pc:spChg chg="mod">
          <ac:chgData name="park sehun" userId="a5dd5dda71ea150a" providerId="LiveId" clId="{9F25C710-58B1-4B75-8E68-D56F0712AEA8}" dt="2020-10-27T07:37:25.726" v="2073" actId="1035"/>
          <ac:spMkLst>
            <pc:docMk/>
            <pc:sldMk cId="2961698993" sldId="1243"/>
            <ac:spMk id="5" creationId="{1FEF6E22-66BD-4EAA-A7EA-177B40530C02}"/>
          </ac:spMkLst>
        </pc:spChg>
        <pc:spChg chg="mod">
          <ac:chgData name="park sehun" userId="a5dd5dda71ea150a" providerId="LiveId" clId="{9F25C710-58B1-4B75-8E68-D56F0712AEA8}" dt="2020-10-27T07:34:23.847" v="1897"/>
          <ac:spMkLst>
            <pc:docMk/>
            <pc:sldMk cId="2961698993" sldId="1243"/>
            <ac:spMk id="54" creationId="{C29D6112-022A-4BE0-B087-9B0A74023A45}"/>
          </ac:spMkLst>
        </pc:spChg>
        <pc:picChg chg="del">
          <ac:chgData name="park sehun" userId="a5dd5dda71ea150a" providerId="LiveId" clId="{9F25C710-58B1-4B75-8E68-D56F0712AEA8}" dt="2020-10-27T07:35:15.549" v="1898" actId="478"/>
          <ac:picMkLst>
            <pc:docMk/>
            <pc:sldMk cId="2961698993" sldId="1243"/>
            <ac:picMk id="3" creationId="{683425B1-2217-4761-8F0A-035A57F3670C}"/>
          </ac:picMkLst>
        </pc:picChg>
        <pc:picChg chg="add mod ord">
          <ac:chgData name="park sehun" userId="a5dd5dda71ea150a" providerId="LiveId" clId="{9F25C710-58B1-4B75-8E68-D56F0712AEA8}" dt="2020-10-27T07:37:25.726" v="2073" actId="1035"/>
          <ac:picMkLst>
            <pc:docMk/>
            <pc:sldMk cId="2961698993" sldId="1243"/>
            <ac:picMk id="6" creationId="{2DDC2A56-01EC-4E63-8415-B506413D4FB6}"/>
          </ac:picMkLst>
        </pc:picChg>
        <pc:picChg chg="add mod">
          <ac:chgData name="park sehun" userId="a5dd5dda71ea150a" providerId="LiveId" clId="{9F25C710-58B1-4B75-8E68-D56F0712AEA8}" dt="2020-10-27T07:37:06.005" v="2038" actId="1036"/>
          <ac:picMkLst>
            <pc:docMk/>
            <pc:sldMk cId="2961698993" sldId="1243"/>
            <ac:picMk id="8" creationId="{1EF806BD-B379-40F9-8A12-0B83E05DC444}"/>
          </ac:picMkLst>
        </pc:picChg>
        <pc:picChg chg="del">
          <ac:chgData name="park sehun" userId="a5dd5dda71ea150a" providerId="LiveId" clId="{9F25C710-58B1-4B75-8E68-D56F0712AEA8}" dt="2020-10-27T07:35:17.550" v="1899" actId="478"/>
          <ac:picMkLst>
            <pc:docMk/>
            <pc:sldMk cId="2961698993" sldId="1243"/>
            <ac:picMk id="10" creationId="{7FB18BDE-BCCC-4719-B755-0FA02316CC5D}"/>
          </ac:picMkLst>
        </pc:picChg>
        <pc:picChg chg="mod">
          <ac:chgData name="park sehun" userId="a5dd5dda71ea150a" providerId="LiveId" clId="{9F25C710-58B1-4B75-8E68-D56F0712AEA8}" dt="2020-10-27T07:36:24.653" v="2001" actId="1037"/>
          <ac:picMkLst>
            <pc:docMk/>
            <pc:sldMk cId="2961698993" sldId="1243"/>
            <ac:picMk id="11" creationId="{02BE0210-AAD1-493C-B7CF-E2B39848E523}"/>
          </ac:picMkLst>
        </pc:picChg>
        <pc:picChg chg="add mod">
          <ac:chgData name="park sehun" userId="a5dd5dda71ea150a" providerId="LiveId" clId="{9F25C710-58B1-4B75-8E68-D56F0712AEA8}" dt="2020-10-27T07:37:18.950" v="2068" actId="1035"/>
          <ac:picMkLst>
            <pc:docMk/>
            <pc:sldMk cId="2961698993" sldId="1243"/>
            <ac:picMk id="12" creationId="{FCBAFC7D-EF70-47A9-9B20-40C5E1D6766D}"/>
          </ac:picMkLst>
        </pc:picChg>
        <pc:picChg chg="del">
          <ac:chgData name="park sehun" userId="a5dd5dda71ea150a" providerId="LiveId" clId="{9F25C710-58B1-4B75-8E68-D56F0712AEA8}" dt="2020-10-27T07:35:18.238" v="1900" actId="478"/>
          <ac:picMkLst>
            <pc:docMk/>
            <pc:sldMk cId="2961698993" sldId="1243"/>
            <ac:picMk id="14" creationId="{6741D007-8BCF-475B-A2EF-33F6F579D6E7}"/>
          </ac:picMkLst>
        </pc:picChg>
      </pc:sldChg>
      <pc:sldChg chg="addSp delSp modSp add mod ord">
        <pc:chgData name="park sehun" userId="a5dd5dda71ea150a" providerId="LiveId" clId="{9F25C710-58B1-4B75-8E68-D56F0712AEA8}" dt="2020-10-27T07:34:07.679" v="1896"/>
        <pc:sldMkLst>
          <pc:docMk/>
          <pc:sldMk cId="2608702746" sldId="1244"/>
        </pc:sldMkLst>
        <pc:spChg chg="del">
          <ac:chgData name="park sehun" userId="a5dd5dda71ea150a" providerId="LiveId" clId="{9F25C710-58B1-4B75-8E68-D56F0712AEA8}" dt="2020-10-27T07:32:19.357" v="1745" actId="478"/>
          <ac:spMkLst>
            <pc:docMk/>
            <pc:sldMk cId="2608702746" sldId="1244"/>
            <ac:spMk id="4" creationId="{151F7CCA-971F-453E-AC18-CD1BA6EE9956}"/>
          </ac:spMkLst>
        </pc:spChg>
        <pc:spChg chg="mod">
          <ac:chgData name="park sehun" userId="a5dd5dda71ea150a" providerId="LiveId" clId="{9F25C710-58B1-4B75-8E68-D56F0712AEA8}" dt="2020-10-27T07:33:58.630" v="1894" actId="1036"/>
          <ac:spMkLst>
            <pc:docMk/>
            <pc:sldMk cId="2608702746" sldId="1244"/>
            <ac:spMk id="5" creationId="{1FEF6E22-66BD-4EAA-A7EA-177B40530C02}"/>
          </ac:spMkLst>
        </pc:spChg>
        <pc:spChg chg="mod">
          <ac:chgData name="park sehun" userId="a5dd5dda71ea150a" providerId="LiveId" clId="{9F25C710-58B1-4B75-8E68-D56F0712AEA8}" dt="2020-10-27T07:29:25.043" v="1678"/>
          <ac:spMkLst>
            <pc:docMk/>
            <pc:sldMk cId="2608702746" sldId="1244"/>
            <ac:spMk id="54" creationId="{C29D6112-022A-4BE0-B087-9B0A74023A45}"/>
          </ac:spMkLst>
        </pc:spChg>
        <pc:picChg chg="del">
          <ac:chgData name="park sehun" userId="a5dd5dda71ea150a" providerId="LiveId" clId="{9F25C710-58B1-4B75-8E68-D56F0712AEA8}" dt="2020-10-27T07:31:00.110" v="1679" actId="478"/>
          <ac:picMkLst>
            <pc:docMk/>
            <pc:sldMk cId="2608702746" sldId="1244"/>
            <ac:picMk id="3" creationId="{683425B1-2217-4761-8F0A-035A57F3670C}"/>
          </ac:picMkLst>
        </pc:picChg>
        <pc:picChg chg="add mod ord">
          <ac:chgData name="park sehun" userId="a5dd5dda71ea150a" providerId="LiveId" clId="{9F25C710-58B1-4B75-8E68-D56F0712AEA8}" dt="2020-10-27T07:33:58.630" v="1894" actId="1036"/>
          <ac:picMkLst>
            <pc:docMk/>
            <pc:sldMk cId="2608702746" sldId="1244"/>
            <ac:picMk id="6" creationId="{26762935-6B4D-43D7-A888-97E7C10D9B0F}"/>
          </ac:picMkLst>
        </pc:picChg>
        <pc:picChg chg="add mod">
          <ac:chgData name="park sehun" userId="a5dd5dda71ea150a" providerId="LiveId" clId="{9F25C710-58B1-4B75-8E68-D56F0712AEA8}" dt="2020-10-27T07:33:58.630" v="1894" actId="1036"/>
          <ac:picMkLst>
            <pc:docMk/>
            <pc:sldMk cId="2608702746" sldId="1244"/>
            <ac:picMk id="8" creationId="{CDFB2E41-0040-44C1-A2F5-3D6A11E68793}"/>
          </ac:picMkLst>
        </pc:picChg>
        <pc:picChg chg="del">
          <ac:chgData name="park sehun" userId="a5dd5dda71ea150a" providerId="LiveId" clId="{9F25C710-58B1-4B75-8E68-D56F0712AEA8}" dt="2020-10-27T07:31:02.294" v="1680" actId="478"/>
          <ac:picMkLst>
            <pc:docMk/>
            <pc:sldMk cId="2608702746" sldId="1244"/>
            <ac:picMk id="10" creationId="{7FB18BDE-BCCC-4719-B755-0FA02316CC5D}"/>
          </ac:picMkLst>
        </pc:picChg>
        <pc:picChg chg="mod">
          <ac:chgData name="park sehun" userId="a5dd5dda71ea150a" providerId="LiveId" clId="{9F25C710-58B1-4B75-8E68-D56F0712AEA8}" dt="2020-10-27T07:33:58.630" v="1894" actId="1036"/>
          <ac:picMkLst>
            <pc:docMk/>
            <pc:sldMk cId="2608702746" sldId="1244"/>
            <ac:picMk id="11" creationId="{02BE0210-AAD1-493C-B7CF-E2B39848E523}"/>
          </ac:picMkLst>
        </pc:picChg>
        <pc:picChg chg="add mod">
          <ac:chgData name="park sehun" userId="a5dd5dda71ea150a" providerId="LiveId" clId="{9F25C710-58B1-4B75-8E68-D56F0712AEA8}" dt="2020-10-27T07:33:58.630" v="1894" actId="1036"/>
          <ac:picMkLst>
            <pc:docMk/>
            <pc:sldMk cId="2608702746" sldId="1244"/>
            <ac:picMk id="12" creationId="{F011060A-FA22-4FF2-A1D9-362B78322097}"/>
          </ac:picMkLst>
        </pc:picChg>
        <pc:picChg chg="del">
          <ac:chgData name="park sehun" userId="a5dd5dda71ea150a" providerId="LiveId" clId="{9F25C710-58B1-4B75-8E68-D56F0712AEA8}" dt="2020-10-27T07:31:03.959" v="1681" actId="478"/>
          <ac:picMkLst>
            <pc:docMk/>
            <pc:sldMk cId="2608702746" sldId="1244"/>
            <ac:picMk id="14" creationId="{6741D007-8BCF-475B-A2EF-33F6F579D6E7}"/>
          </ac:picMkLst>
        </pc:picChg>
        <pc:picChg chg="add mod">
          <ac:chgData name="park sehun" userId="a5dd5dda71ea150a" providerId="LiveId" clId="{9F25C710-58B1-4B75-8E68-D56F0712AEA8}" dt="2020-10-27T07:33:58.630" v="1894" actId="1036"/>
          <ac:picMkLst>
            <pc:docMk/>
            <pc:sldMk cId="2608702746" sldId="1244"/>
            <ac:picMk id="15" creationId="{A441028A-317E-468B-AE85-D79C54E5C37C}"/>
          </ac:picMkLst>
        </pc:picChg>
      </pc:sldChg>
      <pc:sldChg chg="add del">
        <pc:chgData name="park sehun" userId="a5dd5dda71ea150a" providerId="LiveId" clId="{9F25C710-58B1-4B75-8E68-D56F0712AEA8}" dt="2020-10-27T07:29:10.671" v="1676"/>
        <pc:sldMkLst>
          <pc:docMk/>
          <pc:sldMk cId="3980174151" sldId="1244"/>
        </pc:sldMkLst>
      </pc:sldChg>
      <pc:sldMasterChg chg="modSldLayout">
        <pc:chgData name="park sehun" userId="a5dd5dda71ea150a" providerId="LiveId" clId="{9F25C710-58B1-4B75-8E68-D56F0712AEA8}" dt="2020-10-27T07:38:14.995" v="2075" actId="20577"/>
        <pc:sldMasterMkLst>
          <pc:docMk/>
          <pc:sldMasterMk cId="0" sldId="2147484752"/>
        </pc:sldMasterMkLst>
        <pc:sldLayoutChg chg="modSp mod">
          <pc:chgData name="park sehun" userId="a5dd5dda71ea150a" providerId="LiveId" clId="{9F25C710-58B1-4B75-8E68-D56F0712AEA8}" dt="2020-10-27T07:38:14.995" v="2075" actId="20577"/>
          <pc:sldLayoutMkLst>
            <pc:docMk/>
            <pc:sldMasterMk cId="0" sldId="2147484752"/>
            <pc:sldLayoutMk cId="1633808973" sldId="2147484755"/>
          </pc:sldLayoutMkLst>
          <pc:spChg chg="mod">
            <ac:chgData name="park sehun" userId="a5dd5dda71ea150a" providerId="LiveId" clId="{9F25C710-58B1-4B75-8E68-D56F0712AEA8}" dt="2020-10-23T07:03:00.189" v="1142" actId="20577"/>
            <ac:spMkLst>
              <pc:docMk/>
              <pc:sldMasterMk cId="0" sldId="2147484752"/>
              <pc:sldLayoutMk cId="1633808973" sldId="2147484755"/>
              <ac:spMk id="9" creationId="{00000000-0000-0000-0000-000000000000}"/>
            </ac:spMkLst>
          </pc:spChg>
          <pc:spChg chg="mod">
            <ac:chgData name="park sehun" userId="a5dd5dda71ea150a" providerId="LiveId" clId="{9F25C710-58B1-4B75-8E68-D56F0712AEA8}" dt="2020-10-27T07:38:14.995" v="2075" actId="20577"/>
            <ac:spMkLst>
              <pc:docMk/>
              <pc:sldMasterMk cId="0" sldId="2147484752"/>
              <pc:sldLayoutMk cId="1633808973" sldId="2147484755"/>
              <ac:spMk id="12" creationId="{34BAE1B7-DCD2-4BBC-BBC7-276E03FCA526}"/>
            </ac:spMkLst>
          </pc:spChg>
        </pc:sldLayoutChg>
      </pc:sldMasterChg>
    </pc:docChg>
  </pc:docChgLst>
  <pc:docChgLst>
    <pc:chgData name="park sehun" userId="a5dd5dda71ea150a" providerId="LiveId" clId="{25BC0AEB-EFB2-4EB6-8C4B-E9914E84609C}"/>
    <pc:docChg chg="undo custSel addSld delSld modSld sldOrd modMainMaster">
      <pc:chgData name="park sehun" userId="a5dd5dda71ea150a" providerId="LiveId" clId="{25BC0AEB-EFB2-4EB6-8C4B-E9914E84609C}" dt="2021-03-19T06:34:24.728" v="2375" actId="20577"/>
      <pc:docMkLst>
        <pc:docMk/>
      </pc:docMkLst>
      <pc:sldChg chg="modSp mod">
        <pc:chgData name="park sehun" userId="a5dd5dda71ea150a" providerId="LiveId" clId="{25BC0AEB-EFB2-4EB6-8C4B-E9914E84609C}" dt="2021-03-19T06:33:03.412" v="2368" actId="20577"/>
        <pc:sldMkLst>
          <pc:docMk/>
          <pc:sldMk cId="0" sldId="487"/>
        </pc:sldMkLst>
        <pc:spChg chg="mod">
          <ac:chgData name="park sehun" userId="a5dd5dda71ea150a" providerId="LiveId" clId="{25BC0AEB-EFB2-4EB6-8C4B-E9914E84609C}" dt="2021-03-18T07:04:45.140" v="0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25BC0AEB-EFB2-4EB6-8C4B-E9914E84609C}" dt="2021-03-19T06:33:03.412" v="2368" actId="20577"/>
          <ac:spMkLst>
            <pc:docMk/>
            <pc:sldMk cId="0" sldId="487"/>
            <ac:spMk id="8" creationId="{00000000-0000-0000-0000-000000000000}"/>
          </ac:spMkLst>
        </pc:spChg>
      </pc:sldChg>
      <pc:sldChg chg="addSp delSp modSp del mod modAnim modNotesTx">
        <pc:chgData name="park sehun" userId="a5dd5dda71ea150a" providerId="LiveId" clId="{25BC0AEB-EFB2-4EB6-8C4B-E9914E84609C}" dt="2021-03-19T06:16:12.885" v="1923" actId="2696"/>
        <pc:sldMkLst>
          <pc:docMk/>
          <pc:sldMk cId="3896390568" sldId="1186"/>
        </pc:sldMkLst>
        <pc:spChg chg="del mod">
          <ac:chgData name="park sehun" userId="a5dd5dda71ea150a" providerId="LiveId" clId="{25BC0AEB-EFB2-4EB6-8C4B-E9914E84609C}" dt="2021-03-19T06:06:31.036" v="1524" actId="478"/>
          <ac:spMkLst>
            <pc:docMk/>
            <pc:sldMk cId="3896390568" sldId="1186"/>
            <ac:spMk id="8" creationId="{6D730597-4454-4782-AD00-2BBDB55A3DA0}"/>
          </ac:spMkLst>
        </pc:spChg>
        <pc:spChg chg="add mod">
          <ac:chgData name="park sehun" userId="a5dd5dda71ea150a" providerId="LiveId" clId="{25BC0AEB-EFB2-4EB6-8C4B-E9914E84609C}" dt="2021-03-19T06:13:53.209" v="1678" actId="1035"/>
          <ac:spMkLst>
            <pc:docMk/>
            <pc:sldMk cId="3896390568" sldId="1186"/>
            <ac:spMk id="9" creationId="{2129E4EF-37B7-4434-97ED-16EC715AE6A5}"/>
          </ac:spMkLst>
        </pc:spChg>
        <pc:spChg chg="add mod">
          <ac:chgData name="park sehun" userId="a5dd5dda71ea150a" providerId="LiveId" clId="{25BC0AEB-EFB2-4EB6-8C4B-E9914E84609C}" dt="2021-03-19T06:14:20.748" v="1745" actId="1037"/>
          <ac:spMkLst>
            <pc:docMk/>
            <pc:sldMk cId="3896390568" sldId="1186"/>
            <ac:spMk id="10" creationId="{5F280626-FEFF-4D10-8A73-DBB609BC86C8}"/>
          </ac:spMkLst>
        </pc:spChg>
        <pc:spChg chg="add mod">
          <ac:chgData name="park sehun" userId="a5dd5dda71ea150a" providerId="LiveId" clId="{25BC0AEB-EFB2-4EB6-8C4B-E9914E84609C}" dt="2021-03-19T06:14:46.084" v="1833" actId="14100"/>
          <ac:spMkLst>
            <pc:docMk/>
            <pc:sldMk cId="3896390568" sldId="1186"/>
            <ac:spMk id="11" creationId="{D720B01C-EBA8-4A4A-B13C-AB3BB636D9F2}"/>
          </ac:spMkLst>
        </pc:spChg>
        <pc:spChg chg="add mod">
          <ac:chgData name="park sehun" userId="a5dd5dda71ea150a" providerId="LiveId" clId="{25BC0AEB-EFB2-4EB6-8C4B-E9914E84609C}" dt="2021-03-19T06:15:18.911" v="1917" actId="1038"/>
          <ac:spMkLst>
            <pc:docMk/>
            <pc:sldMk cId="3896390568" sldId="1186"/>
            <ac:spMk id="12" creationId="{6C377A32-0F30-4C01-B36E-52B99FBD250D}"/>
          </ac:spMkLst>
        </pc:spChg>
        <pc:spChg chg="mod">
          <ac:chgData name="park sehun" userId="a5dd5dda71ea150a" providerId="LiveId" clId="{25BC0AEB-EFB2-4EB6-8C4B-E9914E84609C}" dt="2021-03-19T06:12:41.253" v="1637" actId="20577"/>
          <ac:spMkLst>
            <pc:docMk/>
            <pc:sldMk cId="3896390568" sldId="1186"/>
            <ac:spMk id="62466" creationId="{00000000-0000-0000-0000-000000000000}"/>
          </ac:spMkLst>
        </pc:spChg>
        <pc:picChg chg="add del mod">
          <ac:chgData name="park sehun" userId="a5dd5dda71ea150a" providerId="LiveId" clId="{25BC0AEB-EFB2-4EB6-8C4B-E9914E84609C}" dt="2021-03-19T06:11:02.094" v="1552" actId="478"/>
          <ac:picMkLst>
            <pc:docMk/>
            <pc:sldMk cId="3896390568" sldId="1186"/>
            <ac:picMk id="3" creationId="{C03F0D1B-93C7-47A7-ABD6-E5A536805E1A}"/>
          </ac:picMkLst>
        </pc:picChg>
        <pc:picChg chg="add mod">
          <ac:chgData name="park sehun" userId="a5dd5dda71ea150a" providerId="LiveId" clId="{25BC0AEB-EFB2-4EB6-8C4B-E9914E84609C}" dt="2021-03-19T06:11:19.153" v="1589" actId="1036"/>
          <ac:picMkLst>
            <pc:docMk/>
            <pc:sldMk cId="3896390568" sldId="1186"/>
            <ac:picMk id="5" creationId="{378A89DC-505E-465D-A66B-EA1938B2DEE7}"/>
          </ac:picMkLst>
        </pc:picChg>
      </pc:sldChg>
      <pc:sldChg chg="add">
        <pc:chgData name="park sehun" userId="a5dd5dda71ea150a" providerId="LiveId" clId="{25BC0AEB-EFB2-4EB6-8C4B-E9914E84609C}" dt="2021-03-19T06:16:15.812" v="1924"/>
        <pc:sldMkLst>
          <pc:docMk/>
          <pc:sldMk cId="4077743615" sldId="1186"/>
        </pc:sldMkLst>
      </pc:sldChg>
      <pc:sldChg chg="del">
        <pc:chgData name="park sehun" userId="a5dd5dda71ea150a" providerId="LiveId" clId="{25BC0AEB-EFB2-4EB6-8C4B-E9914E84609C}" dt="2021-03-18T08:41:26.623" v="816" actId="47"/>
        <pc:sldMkLst>
          <pc:docMk/>
          <pc:sldMk cId="3747755315" sldId="1189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3021888049" sldId="1190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2975318008" sldId="1191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1323689732" sldId="1192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391616393" sldId="1193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1054369656" sldId="1194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412657225" sldId="1195"/>
        </pc:sldMkLst>
      </pc:sldChg>
      <pc:sldChg chg="add del">
        <pc:chgData name="park sehun" userId="a5dd5dda71ea150a" providerId="LiveId" clId="{25BC0AEB-EFB2-4EB6-8C4B-E9914E84609C}" dt="2021-03-19T04:40:57.307" v="1109"/>
        <pc:sldMkLst>
          <pc:docMk/>
          <pc:sldMk cId="713469367" sldId="1196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2381035707" sldId="1197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1491390475" sldId="1198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1221787842" sldId="1199"/>
        </pc:sldMkLst>
      </pc:sldChg>
      <pc:sldChg chg="addSp delSp modSp add del mod ord">
        <pc:chgData name="park sehun" userId="a5dd5dda71ea150a" providerId="LiveId" clId="{25BC0AEB-EFB2-4EB6-8C4B-E9914E84609C}" dt="2021-03-19T05:57:38.102" v="1407"/>
        <pc:sldMkLst>
          <pc:docMk/>
          <pc:sldMk cId="315089077" sldId="1201"/>
        </pc:sldMkLst>
        <pc:spChg chg="mod">
          <ac:chgData name="park sehun" userId="a5dd5dda71ea150a" providerId="LiveId" clId="{25BC0AEB-EFB2-4EB6-8C4B-E9914E84609C}" dt="2021-03-19T05:57:17.222" v="1404" actId="1036"/>
          <ac:spMkLst>
            <pc:docMk/>
            <pc:sldMk cId="315089077" sldId="1201"/>
            <ac:spMk id="5" creationId="{EBC41E8D-9316-4414-8E95-8A64AC547393}"/>
          </ac:spMkLst>
        </pc:spChg>
        <pc:spChg chg="mod">
          <ac:chgData name="park sehun" userId="a5dd5dda71ea150a" providerId="LiveId" clId="{25BC0AEB-EFB2-4EB6-8C4B-E9914E84609C}" dt="2021-03-19T05:57:17.222" v="1404" actId="1036"/>
          <ac:spMkLst>
            <pc:docMk/>
            <pc:sldMk cId="315089077" sldId="1201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9T05:57:17.222" v="1404" actId="1036"/>
          <ac:spMkLst>
            <pc:docMk/>
            <pc:sldMk cId="315089077" sldId="1201"/>
            <ac:spMk id="9" creationId="{24FF593B-CEEB-43AE-8254-AA3F4CB23907}"/>
          </ac:spMkLst>
        </pc:spChg>
        <pc:spChg chg="add del mod">
          <ac:chgData name="park sehun" userId="a5dd5dda71ea150a" providerId="LiveId" clId="{25BC0AEB-EFB2-4EB6-8C4B-E9914E84609C}" dt="2021-03-19T05:57:16.238" v="1402"/>
          <ac:spMkLst>
            <pc:docMk/>
            <pc:sldMk cId="315089077" sldId="1201"/>
            <ac:spMk id="11" creationId="{F3FBCECF-7479-4D1B-8933-C09242B4BFCA}"/>
          </ac:spMkLst>
        </pc:spChg>
        <pc:spChg chg="mod">
          <ac:chgData name="park sehun" userId="a5dd5dda71ea150a" providerId="LiveId" clId="{25BC0AEB-EFB2-4EB6-8C4B-E9914E84609C}" dt="2021-03-19T05:57:17.222" v="1404" actId="1036"/>
          <ac:spMkLst>
            <pc:docMk/>
            <pc:sldMk cId="315089077" sldId="1201"/>
            <ac:spMk id="12" creationId="{C539242A-127A-486D-B31A-0412C281EA14}"/>
          </ac:spMkLst>
        </pc:spChg>
        <pc:spChg chg="mod">
          <ac:chgData name="park sehun" userId="a5dd5dda71ea150a" providerId="LiveId" clId="{25BC0AEB-EFB2-4EB6-8C4B-E9914E84609C}" dt="2021-03-19T05:57:28.267" v="1405"/>
          <ac:spMkLst>
            <pc:docMk/>
            <pc:sldMk cId="315089077" sldId="1201"/>
            <ac:spMk id="62466" creationId="{00000000-0000-0000-0000-000000000000}"/>
          </ac:spMkLst>
        </pc:spChg>
        <pc:graphicFrameChg chg="mod">
          <ac:chgData name="park sehun" userId="a5dd5dda71ea150a" providerId="LiveId" clId="{25BC0AEB-EFB2-4EB6-8C4B-E9914E84609C}" dt="2021-03-19T05:57:17.222" v="1404" actId="1036"/>
          <ac:graphicFrameMkLst>
            <pc:docMk/>
            <pc:sldMk cId="315089077" sldId="1201"/>
            <ac:graphicFrameMk id="3" creationId="{DE4FBD1D-D7A1-4F89-B721-C4D4F9E8C673}"/>
          </ac:graphicFrameMkLst>
        </pc:graphicFrameChg>
        <pc:graphicFrameChg chg="mod">
          <ac:chgData name="park sehun" userId="a5dd5dda71ea150a" providerId="LiveId" clId="{25BC0AEB-EFB2-4EB6-8C4B-E9914E84609C}" dt="2021-03-19T05:57:17.222" v="1404" actId="1036"/>
          <ac:graphicFrameMkLst>
            <pc:docMk/>
            <pc:sldMk cId="315089077" sldId="1201"/>
            <ac:graphicFrameMk id="10" creationId="{7F0B62E1-0EDB-48C3-AB08-8272C96B5B25}"/>
          </ac:graphicFrameMkLst>
        </pc:graphicFrameChg>
        <pc:picChg chg="mod">
          <ac:chgData name="park sehun" userId="a5dd5dda71ea150a" providerId="LiveId" clId="{25BC0AEB-EFB2-4EB6-8C4B-E9914E84609C}" dt="2021-03-19T05:57:17.222" v="1404" actId="1036"/>
          <ac:picMkLst>
            <pc:docMk/>
            <pc:sldMk cId="315089077" sldId="1201"/>
            <ac:picMk id="6" creationId="{3195BC87-4BD5-4292-AB38-C402057A07ED}"/>
          </ac:picMkLst>
        </pc:picChg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127671" sldId="1202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2618011089" sldId="1203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2767159143" sldId="1204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1643268432" sldId="1205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691344126" sldId="1206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2366354406" sldId="1208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948062073" sldId="1209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984077794" sldId="1210"/>
        </pc:sldMkLst>
      </pc:sldChg>
      <pc:sldChg chg="del">
        <pc:chgData name="park sehun" userId="a5dd5dda71ea150a" providerId="LiveId" clId="{25BC0AEB-EFB2-4EB6-8C4B-E9914E84609C}" dt="2021-03-18T08:41:19.472" v="815" actId="47"/>
        <pc:sldMkLst>
          <pc:docMk/>
          <pc:sldMk cId="2867645829" sldId="1211"/>
        </pc:sldMkLst>
      </pc:sldChg>
      <pc:sldChg chg="addSp delSp modSp add mod modNotesTx">
        <pc:chgData name="park sehun" userId="a5dd5dda71ea150a" providerId="LiveId" clId="{25BC0AEB-EFB2-4EB6-8C4B-E9914E84609C}" dt="2021-03-18T08:12:24.934" v="625" actId="1037"/>
        <pc:sldMkLst>
          <pc:docMk/>
          <pc:sldMk cId="1690669556" sldId="1212"/>
        </pc:sldMkLst>
        <pc:spChg chg="add del mod">
          <ac:chgData name="park sehun" userId="a5dd5dda71ea150a" providerId="LiveId" clId="{25BC0AEB-EFB2-4EB6-8C4B-E9914E84609C}" dt="2021-03-18T07:08:07.525" v="83" actId="478"/>
          <ac:spMkLst>
            <pc:docMk/>
            <pc:sldMk cId="1690669556" sldId="1212"/>
            <ac:spMk id="4" creationId="{068BE418-4C31-4F96-969C-D548AB1A4196}"/>
          </ac:spMkLst>
        </pc:spChg>
        <pc:spChg chg="add mod">
          <ac:chgData name="park sehun" userId="a5dd5dda71ea150a" providerId="LiveId" clId="{25BC0AEB-EFB2-4EB6-8C4B-E9914E84609C}" dt="2021-03-18T08:12:24.934" v="625" actId="1037"/>
          <ac:spMkLst>
            <pc:docMk/>
            <pc:sldMk cId="1690669556" sldId="1212"/>
            <ac:spMk id="5" creationId="{682D5A58-7F91-4183-993B-F323F116A1ED}"/>
          </ac:spMkLst>
        </pc:spChg>
        <pc:spChg chg="add del mod">
          <ac:chgData name="park sehun" userId="a5dd5dda71ea150a" providerId="LiveId" clId="{25BC0AEB-EFB2-4EB6-8C4B-E9914E84609C}" dt="2021-03-18T07:23:39.644" v="117" actId="478"/>
          <ac:spMkLst>
            <pc:docMk/>
            <pc:sldMk cId="1690669556" sldId="1212"/>
            <ac:spMk id="7" creationId="{994D8C6C-8123-448F-B1AB-CEE4F3FA1371}"/>
          </ac:spMkLst>
        </pc:spChg>
        <pc:spChg chg="mod">
          <ac:chgData name="park sehun" userId="a5dd5dda71ea150a" providerId="LiveId" clId="{25BC0AEB-EFB2-4EB6-8C4B-E9914E84609C}" dt="2021-03-18T07:25:13.282" v="208" actId="14100"/>
          <ac:spMkLst>
            <pc:docMk/>
            <pc:sldMk cId="1690669556" sldId="1212"/>
            <ac:spMk id="8" creationId="{6D730597-4454-4782-AD00-2BBDB55A3DA0}"/>
          </ac:spMkLst>
        </pc:spChg>
        <pc:spChg chg="add mod">
          <ac:chgData name="park sehun" userId="a5dd5dda71ea150a" providerId="LiveId" clId="{25BC0AEB-EFB2-4EB6-8C4B-E9914E84609C}" dt="2021-03-18T08:12:24.934" v="625" actId="1037"/>
          <ac:spMkLst>
            <pc:docMk/>
            <pc:sldMk cId="1690669556" sldId="1212"/>
            <ac:spMk id="9" creationId="{61B45AA6-C8D9-4B85-B730-C4A6A72D4A44}"/>
          </ac:spMkLst>
        </pc:spChg>
        <pc:spChg chg="mod">
          <ac:chgData name="park sehun" userId="a5dd5dda71ea150a" providerId="LiveId" clId="{25BC0AEB-EFB2-4EB6-8C4B-E9914E84609C}" dt="2021-03-18T07:06:32.627" v="19" actId="20577"/>
          <ac:spMkLst>
            <pc:docMk/>
            <pc:sldMk cId="1690669556" sldId="1212"/>
            <ac:spMk id="62466" creationId="{00000000-0000-0000-0000-000000000000}"/>
          </ac:spMkLst>
        </pc:spChg>
        <pc:graphicFrameChg chg="add mod">
          <ac:chgData name="park sehun" userId="a5dd5dda71ea150a" providerId="LiveId" clId="{25BC0AEB-EFB2-4EB6-8C4B-E9914E84609C}" dt="2021-03-18T07:27:56.258" v="256" actId="1037"/>
          <ac:graphicFrameMkLst>
            <pc:docMk/>
            <pc:sldMk cId="1690669556" sldId="1212"/>
            <ac:graphicFrameMk id="10" creationId="{53BDE07B-A773-4044-9594-65E784BD7C7C}"/>
          </ac:graphicFrameMkLst>
        </pc:graphicFrameChg>
        <pc:picChg chg="add mod">
          <ac:chgData name="park sehun" userId="a5dd5dda71ea150a" providerId="LiveId" clId="{25BC0AEB-EFB2-4EB6-8C4B-E9914E84609C}" dt="2021-03-18T08:12:24.934" v="625" actId="1037"/>
          <ac:picMkLst>
            <pc:docMk/>
            <pc:sldMk cId="1690669556" sldId="1212"/>
            <ac:picMk id="6" creationId="{025295C1-D091-4060-8FFE-407EE4DC5724}"/>
          </ac:picMkLst>
        </pc:picChg>
      </pc:sldChg>
      <pc:sldChg chg="addSp delSp modSp add mod modNotesTx">
        <pc:chgData name="park sehun" userId="a5dd5dda71ea150a" providerId="LiveId" clId="{25BC0AEB-EFB2-4EB6-8C4B-E9914E84609C}" dt="2021-03-18T08:12:45.814" v="630" actId="1038"/>
        <pc:sldMkLst>
          <pc:docMk/>
          <pc:sldMk cId="3214569187" sldId="1213"/>
        </pc:sldMkLst>
        <pc:spChg chg="mod">
          <ac:chgData name="park sehun" userId="a5dd5dda71ea150a" providerId="LiveId" clId="{25BC0AEB-EFB2-4EB6-8C4B-E9914E84609C}" dt="2021-03-18T08:12:45.814" v="630" actId="1038"/>
          <ac:spMkLst>
            <pc:docMk/>
            <pc:sldMk cId="3214569187" sldId="1213"/>
            <ac:spMk id="5" creationId="{682D5A58-7F91-4183-993B-F323F116A1ED}"/>
          </ac:spMkLst>
        </pc:spChg>
        <pc:spChg chg="mod">
          <ac:chgData name="park sehun" userId="a5dd5dda71ea150a" providerId="LiveId" clId="{25BC0AEB-EFB2-4EB6-8C4B-E9914E84609C}" dt="2021-03-18T07:31:39.417" v="344" actId="20577"/>
          <ac:spMkLst>
            <pc:docMk/>
            <pc:sldMk cId="3214569187" sldId="1213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8T08:12:45.814" v="630" actId="1038"/>
          <ac:spMkLst>
            <pc:docMk/>
            <pc:sldMk cId="3214569187" sldId="1213"/>
            <ac:spMk id="9" creationId="{61B45AA6-C8D9-4B85-B730-C4A6A72D4A44}"/>
          </ac:spMkLst>
        </pc:spChg>
        <pc:spChg chg="mod">
          <ac:chgData name="park sehun" userId="a5dd5dda71ea150a" providerId="LiveId" clId="{25BC0AEB-EFB2-4EB6-8C4B-E9914E84609C}" dt="2021-03-18T07:30:33.771" v="300" actId="20577"/>
          <ac:spMkLst>
            <pc:docMk/>
            <pc:sldMk cId="3214569187" sldId="1213"/>
            <ac:spMk id="62466" creationId="{00000000-0000-0000-0000-000000000000}"/>
          </ac:spMkLst>
        </pc:spChg>
        <pc:graphicFrameChg chg="del">
          <ac:chgData name="park sehun" userId="a5dd5dda71ea150a" providerId="LiveId" clId="{25BC0AEB-EFB2-4EB6-8C4B-E9914E84609C}" dt="2021-03-18T07:32:48.751" v="357" actId="478"/>
          <ac:graphicFrameMkLst>
            <pc:docMk/>
            <pc:sldMk cId="3214569187" sldId="1213"/>
            <ac:graphicFrameMk id="10" creationId="{53BDE07B-A773-4044-9594-65E784BD7C7C}"/>
          </ac:graphicFrameMkLst>
        </pc:graphicFrameChg>
        <pc:graphicFrameChg chg="add mod">
          <ac:chgData name="park sehun" userId="a5dd5dda71ea150a" providerId="LiveId" clId="{25BC0AEB-EFB2-4EB6-8C4B-E9914E84609C}" dt="2021-03-18T07:40:30.480" v="512" actId="1038"/>
          <ac:graphicFrameMkLst>
            <pc:docMk/>
            <pc:sldMk cId="3214569187" sldId="1213"/>
            <ac:graphicFrameMk id="11" creationId="{37B88F3F-7F6A-4A44-8169-D871E41E83C3}"/>
          </ac:graphicFrameMkLst>
        </pc:graphicFrameChg>
        <pc:picChg chg="mod">
          <ac:chgData name="park sehun" userId="a5dd5dda71ea150a" providerId="LiveId" clId="{25BC0AEB-EFB2-4EB6-8C4B-E9914E84609C}" dt="2021-03-18T08:12:45.814" v="630" actId="1038"/>
          <ac:picMkLst>
            <pc:docMk/>
            <pc:sldMk cId="3214569187" sldId="1213"/>
            <ac:picMk id="6" creationId="{025295C1-D091-4060-8FFE-407EE4DC5724}"/>
          </ac:picMkLst>
        </pc:picChg>
      </pc:sldChg>
      <pc:sldChg chg="addSp delSp modSp add mod modNotesTx">
        <pc:chgData name="park sehun" userId="a5dd5dda71ea150a" providerId="LiveId" clId="{25BC0AEB-EFB2-4EB6-8C4B-E9914E84609C}" dt="2021-03-18T22:17:04.540" v="835"/>
        <pc:sldMkLst>
          <pc:docMk/>
          <pc:sldMk cId="1736075472" sldId="1214"/>
        </pc:sldMkLst>
        <pc:spChg chg="mod">
          <ac:chgData name="park sehun" userId="a5dd5dda71ea150a" providerId="LiveId" clId="{25BC0AEB-EFB2-4EB6-8C4B-E9914E84609C}" dt="2021-03-18T08:05:38.604" v="568" actId="207"/>
          <ac:spMkLst>
            <pc:docMk/>
            <pc:sldMk cId="1736075472" sldId="1214"/>
            <ac:spMk id="5" creationId="{682D5A58-7F91-4183-993B-F323F116A1ED}"/>
          </ac:spMkLst>
        </pc:spChg>
        <pc:spChg chg="del">
          <ac:chgData name="park sehun" userId="a5dd5dda71ea150a" providerId="LiveId" clId="{25BC0AEB-EFB2-4EB6-8C4B-E9914E84609C}" dt="2021-03-18T07:41:17.204" v="518" actId="478"/>
          <ac:spMkLst>
            <pc:docMk/>
            <pc:sldMk cId="1736075472" sldId="1214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8T08:02:27.726" v="557" actId="1038"/>
          <ac:spMkLst>
            <pc:docMk/>
            <pc:sldMk cId="1736075472" sldId="1214"/>
            <ac:spMk id="9" creationId="{61B45AA6-C8D9-4B85-B730-C4A6A72D4A44}"/>
          </ac:spMkLst>
        </pc:spChg>
        <pc:spChg chg="add mod">
          <ac:chgData name="park sehun" userId="a5dd5dda71ea150a" providerId="LiveId" clId="{25BC0AEB-EFB2-4EB6-8C4B-E9914E84609C}" dt="2021-03-18T08:05:34.187" v="567" actId="167"/>
          <ac:spMkLst>
            <pc:docMk/>
            <pc:sldMk cId="1736075472" sldId="1214"/>
            <ac:spMk id="10" creationId="{D1BE8DFD-5B8B-43AB-BEAB-C23F62B31E2E}"/>
          </ac:spMkLst>
        </pc:spChg>
        <pc:spChg chg="mod">
          <ac:chgData name="park sehun" userId="a5dd5dda71ea150a" providerId="LiveId" clId="{25BC0AEB-EFB2-4EB6-8C4B-E9914E84609C}" dt="2021-03-18T07:41:11.350" v="517"/>
          <ac:spMkLst>
            <pc:docMk/>
            <pc:sldMk cId="1736075472" sldId="1214"/>
            <ac:spMk id="62466" creationId="{00000000-0000-0000-0000-000000000000}"/>
          </ac:spMkLst>
        </pc:spChg>
        <pc:graphicFrameChg chg="del">
          <ac:chgData name="park sehun" userId="a5dd5dda71ea150a" providerId="LiveId" clId="{25BC0AEB-EFB2-4EB6-8C4B-E9914E84609C}" dt="2021-03-18T07:45:57.974" v="519" actId="478"/>
          <ac:graphicFrameMkLst>
            <pc:docMk/>
            <pc:sldMk cId="1736075472" sldId="1214"/>
            <ac:graphicFrameMk id="11" creationId="{37B88F3F-7F6A-4A44-8169-D871E41E83C3}"/>
          </ac:graphicFrameMkLst>
        </pc:graphicFrameChg>
        <pc:graphicFrameChg chg="add mod">
          <ac:chgData name="park sehun" userId="a5dd5dda71ea150a" providerId="LiveId" clId="{25BC0AEB-EFB2-4EB6-8C4B-E9914E84609C}" dt="2021-03-18T08:22:27.120" v="685" actId="1036"/>
          <ac:graphicFrameMkLst>
            <pc:docMk/>
            <pc:sldMk cId="1736075472" sldId="1214"/>
            <ac:graphicFrameMk id="12" creationId="{37B88F3F-7F6A-4A44-8169-D871E41E83C3}"/>
          </ac:graphicFrameMkLst>
        </pc:graphicFrameChg>
        <pc:picChg chg="mod">
          <ac:chgData name="park sehun" userId="a5dd5dda71ea150a" providerId="LiveId" clId="{25BC0AEB-EFB2-4EB6-8C4B-E9914E84609C}" dt="2021-03-18T08:02:38.642" v="560" actId="1037"/>
          <ac:picMkLst>
            <pc:docMk/>
            <pc:sldMk cId="1736075472" sldId="1214"/>
            <ac:picMk id="6" creationId="{025295C1-D091-4060-8FFE-407EE4DC5724}"/>
          </ac:picMkLst>
        </pc:picChg>
      </pc:sldChg>
      <pc:sldChg chg="addSp modSp add mod modNotesTx">
        <pc:chgData name="park sehun" userId="a5dd5dda71ea150a" providerId="LiveId" clId="{25BC0AEB-EFB2-4EB6-8C4B-E9914E84609C}" dt="2021-03-19T06:26:12.083" v="2117"/>
        <pc:sldMkLst>
          <pc:docMk/>
          <pc:sldMk cId="2158938984" sldId="1215"/>
        </pc:sldMkLst>
        <pc:spChg chg="mod">
          <ac:chgData name="park sehun" userId="a5dd5dda71ea150a" providerId="LiveId" clId="{25BC0AEB-EFB2-4EB6-8C4B-E9914E84609C}" dt="2021-03-18T08:29:48.812" v="688" actId="207"/>
          <ac:spMkLst>
            <pc:docMk/>
            <pc:sldMk cId="2158938984" sldId="1215"/>
            <ac:spMk id="5" creationId="{682D5A58-7F91-4183-993B-F323F116A1ED}"/>
          </ac:spMkLst>
        </pc:spChg>
        <pc:spChg chg="mod">
          <ac:chgData name="park sehun" userId="a5dd5dda71ea150a" providerId="LiveId" clId="{25BC0AEB-EFB2-4EB6-8C4B-E9914E84609C}" dt="2021-03-18T08:30:28.839" v="706" actId="1037"/>
          <ac:spMkLst>
            <pc:docMk/>
            <pc:sldMk cId="2158938984" sldId="1215"/>
            <ac:spMk id="9" creationId="{61B45AA6-C8D9-4B85-B730-C4A6A72D4A44}"/>
          </ac:spMkLst>
        </pc:spChg>
        <pc:spChg chg="mod">
          <ac:chgData name="park sehun" userId="a5dd5dda71ea150a" providerId="LiveId" clId="{25BC0AEB-EFB2-4EB6-8C4B-E9914E84609C}" dt="2021-03-18T08:40:32.131" v="814" actId="20577"/>
          <ac:spMkLst>
            <pc:docMk/>
            <pc:sldMk cId="2158938984" sldId="1215"/>
            <ac:spMk id="10" creationId="{D1BE8DFD-5B8B-43AB-BEAB-C23F62B31E2E}"/>
          </ac:spMkLst>
        </pc:spChg>
        <pc:spChg chg="mod">
          <ac:chgData name="park sehun" userId="a5dd5dda71ea150a" providerId="LiveId" clId="{25BC0AEB-EFB2-4EB6-8C4B-E9914E84609C}" dt="2021-03-18T08:03:18.545" v="562"/>
          <ac:spMkLst>
            <pc:docMk/>
            <pc:sldMk cId="2158938984" sldId="1215"/>
            <ac:spMk id="62466" creationId="{00000000-0000-0000-0000-000000000000}"/>
          </ac:spMkLst>
        </pc:spChg>
        <pc:graphicFrameChg chg="add mod">
          <ac:chgData name="park sehun" userId="a5dd5dda71ea150a" providerId="LiveId" clId="{25BC0AEB-EFB2-4EB6-8C4B-E9914E84609C}" dt="2021-03-19T06:26:12.083" v="2117"/>
          <ac:graphicFrameMkLst>
            <pc:docMk/>
            <pc:sldMk cId="2158938984" sldId="1215"/>
            <ac:graphicFrameMk id="7" creationId="{37B88F3F-7F6A-4A44-8169-D871E41E83C3}"/>
          </ac:graphicFrameMkLst>
        </pc:graphicFrameChg>
        <pc:picChg chg="mod">
          <ac:chgData name="park sehun" userId="a5dd5dda71ea150a" providerId="LiveId" clId="{25BC0AEB-EFB2-4EB6-8C4B-E9914E84609C}" dt="2021-03-18T08:30:25.254" v="703" actId="1037"/>
          <ac:picMkLst>
            <pc:docMk/>
            <pc:sldMk cId="2158938984" sldId="1215"/>
            <ac:picMk id="6" creationId="{025295C1-D091-4060-8FFE-407EE4DC5724}"/>
          </ac:picMkLst>
        </pc:picChg>
      </pc:sldChg>
      <pc:sldChg chg="modSp add mod modNotesTx">
        <pc:chgData name="park sehun" userId="a5dd5dda71ea150a" providerId="LiveId" clId="{25BC0AEB-EFB2-4EB6-8C4B-E9914E84609C}" dt="2021-03-19T03:13:45.940" v="898" actId="20577"/>
        <pc:sldMkLst>
          <pc:docMk/>
          <pc:sldMk cId="3605152365" sldId="1216"/>
        </pc:sldMkLst>
        <pc:spChg chg="mod">
          <ac:chgData name="park sehun" userId="a5dd5dda71ea150a" providerId="LiveId" clId="{25BC0AEB-EFB2-4EB6-8C4B-E9914E84609C}" dt="2021-03-19T03:13:45.940" v="898" actId="20577"/>
          <ac:spMkLst>
            <pc:docMk/>
            <pc:sldMk cId="3605152365" sldId="1216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8T08:15:01.464" v="632"/>
          <ac:spMkLst>
            <pc:docMk/>
            <pc:sldMk cId="3605152365" sldId="1216"/>
            <ac:spMk id="62466" creationId="{00000000-0000-0000-0000-000000000000}"/>
          </ac:spMkLst>
        </pc:spChg>
      </pc:sldChg>
      <pc:sldChg chg="modSp add mod">
        <pc:chgData name="park sehun" userId="a5dd5dda71ea150a" providerId="LiveId" clId="{25BC0AEB-EFB2-4EB6-8C4B-E9914E84609C}" dt="2021-03-19T04:42:15.039" v="1111" actId="20577"/>
        <pc:sldMkLst>
          <pc:docMk/>
          <pc:sldMk cId="3501096877" sldId="1217"/>
        </pc:sldMkLst>
        <pc:spChg chg="mod">
          <ac:chgData name="park sehun" userId="a5dd5dda71ea150a" providerId="LiveId" clId="{25BC0AEB-EFB2-4EB6-8C4B-E9914E84609C}" dt="2021-03-19T04:42:15.039" v="1111" actId="20577"/>
          <ac:spMkLst>
            <pc:docMk/>
            <pc:sldMk cId="3501096877" sldId="1217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8T08:42:10.574" v="819"/>
          <ac:spMkLst>
            <pc:docMk/>
            <pc:sldMk cId="3501096877" sldId="1217"/>
            <ac:spMk id="62466" creationId="{00000000-0000-0000-0000-000000000000}"/>
          </ac:spMkLst>
        </pc:spChg>
      </pc:sldChg>
      <pc:sldChg chg="modSp add mod">
        <pc:chgData name="park sehun" userId="a5dd5dda71ea150a" providerId="LiveId" clId="{25BC0AEB-EFB2-4EB6-8C4B-E9914E84609C}" dt="2021-03-19T01:55:13.786" v="862" actId="5793"/>
        <pc:sldMkLst>
          <pc:docMk/>
          <pc:sldMk cId="1591012117" sldId="1218"/>
        </pc:sldMkLst>
        <pc:spChg chg="mod">
          <ac:chgData name="park sehun" userId="a5dd5dda71ea150a" providerId="LiveId" clId="{25BC0AEB-EFB2-4EB6-8C4B-E9914E84609C}" dt="2021-03-19T01:55:13.786" v="862" actId="5793"/>
          <ac:spMkLst>
            <pc:docMk/>
            <pc:sldMk cId="1591012117" sldId="1218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8T08:42:30.205" v="822"/>
          <ac:spMkLst>
            <pc:docMk/>
            <pc:sldMk cId="1591012117" sldId="1218"/>
            <ac:spMk id="62466" creationId="{00000000-0000-0000-0000-000000000000}"/>
          </ac:spMkLst>
        </pc:spChg>
      </pc:sldChg>
      <pc:sldChg chg="addSp delSp modSp add mod modNotesTx">
        <pc:chgData name="park sehun" userId="a5dd5dda71ea150a" providerId="LiveId" clId="{25BC0AEB-EFB2-4EB6-8C4B-E9914E84609C}" dt="2021-03-19T03:55:57.666" v="1084" actId="1037"/>
        <pc:sldMkLst>
          <pc:docMk/>
          <pc:sldMk cId="3414118273" sldId="1219"/>
        </pc:sldMkLst>
        <pc:spChg chg="mod">
          <ac:chgData name="park sehun" userId="a5dd5dda71ea150a" providerId="LiveId" clId="{25BC0AEB-EFB2-4EB6-8C4B-E9914E84609C}" dt="2021-03-19T03:54:43.957" v="1036" actId="1036"/>
          <ac:spMkLst>
            <pc:docMk/>
            <pc:sldMk cId="3414118273" sldId="1219"/>
            <ac:spMk id="5" creationId="{682D5A58-7F91-4183-993B-F323F116A1ED}"/>
          </ac:spMkLst>
        </pc:spChg>
        <pc:spChg chg="mod">
          <ac:chgData name="park sehun" userId="a5dd5dda71ea150a" providerId="LiveId" clId="{25BC0AEB-EFB2-4EB6-8C4B-E9914E84609C}" dt="2021-03-19T03:54:37.978" v="1032"/>
          <ac:spMkLst>
            <pc:docMk/>
            <pc:sldMk cId="3414118273" sldId="1219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9T03:54:43.957" v="1036" actId="1036"/>
          <ac:spMkLst>
            <pc:docMk/>
            <pc:sldMk cId="3414118273" sldId="1219"/>
            <ac:spMk id="9" creationId="{61B45AA6-C8D9-4B85-B730-C4A6A72D4A44}"/>
          </ac:spMkLst>
        </pc:spChg>
        <pc:spChg chg="mod">
          <ac:chgData name="park sehun" userId="a5dd5dda71ea150a" providerId="LiveId" clId="{25BC0AEB-EFB2-4EB6-8C4B-E9914E84609C}" dt="2021-03-19T03:13:41.226" v="896" actId="20577"/>
          <ac:spMkLst>
            <pc:docMk/>
            <pc:sldMk cId="3414118273" sldId="1219"/>
            <ac:spMk id="62466" creationId="{00000000-0000-0000-0000-000000000000}"/>
          </ac:spMkLst>
        </pc:spChg>
        <pc:graphicFrameChg chg="del">
          <ac:chgData name="park sehun" userId="a5dd5dda71ea150a" providerId="LiveId" clId="{25BC0AEB-EFB2-4EB6-8C4B-E9914E84609C}" dt="2021-03-19T03:54:54.026" v="1037" actId="478"/>
          <ac:graphicFrameMkLst>
            <pc:docMk/>
            <pc:sldMk cId="3414118273" sldId="1219"/>
            <ac:graphicFrameMk id="10" creationId="{53BDE07B-A773-4044-9594-65E784BD7C7C}"/>
          </ac:graphicFrameMkLst>
        </pc:graphicFrameChg>
        <pc:graphicFrameChg chg="add mod">
          <ac:chgData name="park sehun" userId="a5dd5dda71ea150a" providerId="LiveId" clId="{25BC0AEB-EFB2-4EB6-8C4B-E9914E84609C}" dt="2021-03-19T03:55:57.666" v="1084" actId="1037"/>
          <ac:graphicFrameMkLst>
            <pc:docMk/>
            <pc:sldMk cId="3414118273" sldId="1219"/>
            <ac:graphicFrameMk id="11" creationId="{37B88F3F-7F6A-4A44-8169-D871E41E83C3}"/>
          </ac:graphicFrameMkLst>
        </pc:graphicFrameChg>
        <pc:picChg chg="mod">
          <ac:chgData name="park sehun" userId="a5dd5dda71ea150a" providerId="LiveId" clId="{25BC0AEB-EFB2-4EB6-8C4B-E9914E84609C}" dt="2021-03-19T03:54:43.957" v="1036" actId="1036"/>
          <ac:picMkLst>
            <pc:docMk/>
            <pc:sldMk cId="3414118273" sldId="1219"/>
            <ac:picMk id="6" creationId="{025295C1-D091-4060-8FFE-407EE4DC5724}"/>
          </ac:picMkLst>
        </pc:picChg>
      </pc:sldChg>
      <pc:sldChg chg="addSp delSp modSp add mod modNotesTx">
        <pc:chgData name="park sehun" userId="a5dd5dda71ea150a" providerId="LiveId" clId="{25BC0AEB-EFB2-4EB6-8C4B-E9914E84609C}" dt="2021-03-19T04:39:47.641" v="1108" actId="207"/>
        <pc:sldMkLst>
          <pc:docMk/>
          <pc:sldMk cId="751053739" sldId="1220"/>
        </pc:sldMkLst>
        <pc:spChg chg="mod">
          <ac:chgData name="park sehun" userId="a5dd5dda71ea150a" providerId="LiveId" clId="{25BC0AEB-EFB2-4EB6-8C4B-E9914E84609C}" dt="2021-03-19T04:39:47.641" v="1108" actId="207"/>
          <ac:spMkLst>
            <pc:docMk/>
            <pc:sldMk cId="751053739" sldId="1220"/>
            <ac:spMk id="5" creationId="{682D5A58-7F91-4183-993B-F323F116A1ED}"/>
          </ac:spMkLst>
        </pc:spChg>
        <pc:spChg chg="mod">
          <ac:chgData name="park sehun" userId="a5dd5dda71ea150a" providerId="LiveId" clId="{25BC0AEB-EFB2-4EB6-8C4B-E9914E84609C}" dt="2021-03-19T04:01:59.999" v="1093"/>
          <ac:spMkLst>
            <pc:docMk/>
            <pc:sldMk cId="751053739" sldId="1220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9T04:38:54.894" v="1102" actId="14100"/>
          <ac:spMkLst>
            <pc:docMk/>
            <pc:sldMk cId="751053739" sldId="1220"/>
            <ac:spMk id="9" creationId="{61B45AA6-C8D9-4B85-B730-C4A6A72D4A44}"/>
          </ac:spMkLst>
        </pc:spChg>
        <pc:spChg chg="mod">
          <ac:chgData name="park sehun" userId="a5dd5dda71ea150a" providerId="LiveId" clId="{25BC0AEB-EFB2-4EB6-8C4B-E9914E84609C}" dt="2021-03-19T03:56:18.544" v="1087" actId="20577"/>
          <ac:spMkLst>
            <pc:docMk/>
            <pc:sldMk cId="751053739" sldId="1220"/>
            <ac:spMk id="62466" creationId="{00000000-0000-0000-0000-000000000000}"/>
          </ac:spMkLst>
        </pc:spChg>
        <pc:graphicFrameChg chg="add mod">
          <ac:chgData name="park sehun" userId="a5dd5dda71ea150a" providerId="LiveId" clId="{25BC0AEB-EFB2-4EB6-8C4B-E9914E84609C}" dt="2021-03-19T04:39:36.125" v="1105" actId="1076"/>
          <ac:graphicFrameMkLst>
            <pc:docMk/>
            <pc:sldMk cId="751053739" sldId="1220"/>
            <ac:graphicFrameMk id="10" creationId="{37B88F3F-7F6A-4A44-8169-D871E41E83C3}"/>
          </ac:graphicFrameMkLst>
        </pc:graphicFrameChg>
        <pc:graphicFrameChg chg="del">
          <ac:chgData name="park sehun" userId="a5dd5dda71ea150a" providerId="LiveId" clId="{25BC0AEB-EFB2-4EB6-8C4B-E9914E84609C}" dt="2021-03-19T04:39:26.723" v="1103" actId="478"/>
          <ac:graphicFrameMkLst>
            <pc:docMk/>
            <pc:sldMk cId="751053739" sldId="1220"/>
            <ac:graphicFrameMk id="11" creationId="{37B88F3F-7F6A-4A44-8169-D871E41E83C3}"/>
          </ac:graphicFrameMkLst>
        </pc:graphicFrameChg>
        <pc:picChg chg="mod">
          <ac:chgData name="park sehun" userId="a5dd5dda71ea150a" providerId="LiveId" clId="{25BC0AEB-EFB2-4EB6-8C4B-E9914E84609C}" dt="2021-03-19T04:02:18.748" v="1097" actId="1035"/>
          <ac:picMkLst>
            <pc:docMk/>
            <pc:sldMk cId="751053739" sldId="1220"/>
            <ac:picMk id="6" creationId="{025295C1-D091-4060-8FFE-407EE4DC5724}"/>
          </ac:picMkLst>
        </pc:picChg>
      </pc:sldChg>
      <pc:sldChg chg="addSp delSp modSp add mod modNotesTx">
        <pc:chgData name="park sehun" userId="a5dd5dda71ea150a" providerId="LiveId" clId="{25BC0AEB-EFB2-4EB6-8C4B-E9914E84609C}" dt="2021-03-19T05:37:00.765" v="1307" actId="1038"/>
        <pc:sldMkLst>
          <pc:docMk/>
          <pc:sldMk cId="3496874815" sldId="1221"/>
        </pc:sldMkLst>
        <pc:spChg chg="mod">
          <ac:chgData name="park sehun" userId="a5dd5dda71ea150a" providerId="LiveId" clId="{25BC0AEB-EFB2-4EB6-8C4B-E9914E84609C}" dt="2021-03-19T05:34:13.897" v="1237" actId="1036"/>
          <ac:spMkLst>
            <pc:docMk/>
            <pc:sldMk cId="3496874815" sldId="1221"/>
            <ac:spMk id="5" creationId="{682D5A58-7F91-4183-993B-F323F116A1ED}"/>
          </ac:spMkLst>
        </pc:spChg>
        <pc:spChg chg="mod">
          <ac:chgData name="park sehun" userId="a5dd5dda71ea150a" providerId="LiveId" clId="{25BC0AEB-EFB2-4EB6-8C4B-E9914E84609C}" dt="2021-03-19T05:34:32.550" v="1241"/>
          <ac:spMkLst>
            <pc:docMk/>
            <pc:sldMk cId="3496874815" sldId="1221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9T05:34:13.897" v="1237" actId="1036"/>
          <ac:spMkLst>
            <pc:docMk/>
            <pc:sldMk cId="3496874815" sldId="1221"/>
            <ac:spMk id="9" creationId="{61B45AA6-C8D9-4B85-B730-C4A6A72D4A44}"/>
          </ac:spMkLst>
        </pc:spChg>
        <pc:spChg chg="mod">
          <ac:chgData name="park sehun" userId="a5dd5dda71ea150a" providerId="LiveId" clId="{25BC0AEB-EFB2-4EB6-8C4B-E9914E84609C}" dt="2021-03-19T04:42:23.094" v="1112"/>
          <ac:spMkLst>
            <pc:docMk/>
            <pc:sldMk cId="3496874815" sldId="1221"/>
            <ac:spMk id="62466" creationId="{00000000-0000-0000-0000-000000000000}"/>
          </ac:spMkLst>
        </pc:spChg>
        <pc:graphicFrameChg chg="del mod">
          <ac:chgData name="park sehun" userId="a5dd5dda71ea150a" providerId="LiveId" clId="{25BC0AEB-EFB2-4EB6-8C4B-E9914E84609C}" dt="2021-03-19T05:34:52.076" v="1248" actId="478"/>
          <ac:graphicFrameMkLst>
            <pc:docMk/>
            <pc:sldMk cId="3496874815" sldId="1221"/>
            <ac:graphicFrameMk id="10" creationId="{37B88F3F-7F6A-4A44-8169-D871E41E83C3}"/>
          </ac:graphicFrameMkLst>
        </pc:graphicFrameChg>
        <pc:graphicFrameChg chg="add mod">
          <ac:chgData name="park sehun" userId="a5dd5dda71ea150a" providerId="LiveId" clId="{25BC0AEB-EFB2-4EB6-8C4B-E9914E84609C}" dt="2021-03-19T05:37:00.765" v="1307" actId="1038"/>
          <ac:graphicFrameMkLst>
            <pc:docMk/>
            <pc:sldMk cId="3496874815" sldId="1221"/>
            <ac:graphicFrameMk id="11" creationId="{37B88F3F-7F6A-4A44-8169-D871E41E83C3}"/>
          </ac:graphicFrameMkLst>
        </pc:graphicFrameChg>
        <pc:picChg chg="mod">
          <ac:chgData name="park sehun" userId="a5dd5dda71ea150a" providerId="LiveId" clId="{25BC0AEB-EFB2-4EB6-8C4B-E9914E84609C}" dt="2021-03-19T05:34:13.897" v="1237" actId="1036"/>
          <ac:picMkLst>
            <pc:docMk/>
            <pc:sldMk cId="3496874815" sldId="1221"/>
            <ac:picMk id="6" creationId="{025295C1-D091-4060-8FFE-407EE4DC5724}"/>
          </ac:picMkLst>
        </pc:picChg>
      </pc:sldChg>
      <pc:sldChg chg="addSp delSp modSp add mod modNotesTx">
        <pc:chgData name="park sehun" userId="a5dd5dda71ea150a" providerId="LiveId" clId="{25BC0AEB-EFB2-4EB6-8C4B-E9914E84609C}" dt="2021-03-19T05:46:15.848" v="1334" actId="1076"/>
        <pc:sldMkLst>
          <pc:docMk/>
          <pc:sldMk cId="2204395168" sldId="1222"/>
        </pc:sldMkLst>
        <pc:spChg chg="mod">
          <ac:chgData name="park sehun" userId="a5dd5dda71ea150a" providerId="LiveId" clId="{25BC0AEB-EFB2-4EB6-8C4B-E9914E84609C}" dt="2021-03-19T05:45:19.643" v="1331" actId="20577"/>
          <ac:spMkLst>
            <pc:docMk/>
            <pc:sldMk cId="2204395168" sldId="1222"/>
            <ac:spMk id="5" creationId="{682D5A58-7F91-4183-993B-F323F116A1ED}"/>
          </ac:spMkLst>
        </pc:spChg>
        <pc:spChg chg="mod">
          <ac:chgData name="park sehun" userId="a5dd5dda71ea150a" providerId="LiveId" clId="{25BC0AEB-EFB2-4EB6-8C4B-E9914E84609C}" dt="2021-03-19T05:39:05.404" v="1312" actId="6549"/>
          <ac:spMkLst>
            <pc:docMk/>
            <pc:sldMk cId="2204395168" sldId="1222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9T05:45:15.358" v="1327" actId="20577"/>
          <ac:spMkLst>
            <pc:docMk/>
            <pc:sldMk cId="2204395168" sldId="1222"/>
            <ac:spMk id="9" creationId="{61B45AA6-C8D9-4B85-B730-C4A6A72D4A44}"/>
          </ac:spMkLst>
        </pc:spChg>
        <pc:graphicFrameChg chg="add mod">
          <ac:chgData name="park sehun" userId="a5dd5dda71ea150a" providerId="LiveId" clId="{25BC0AEB-EFB2-4EB6-8C4B-E9914E84609C}" dt="2021-03-19T05:46:15.848" v="1334" actId="1076"/>
          <ac:graphicFrameMkLst>
            <pc:docMk/>
            <pc:sldMk cId="2204395168" sldId="1222"/>
            <ac:graphicFrameMk id="10" creationId="{37B88F3F-7F6A-4A44-8169-D871E41E83C3}"/>
          </ac:graphicFrameMkLst>
        </pc:graphicFrameChg>
        <pc:graphicFrameChg chg="del">
          <ac:chgData name="park sehun" userId="a5dd5dda71ea150a" providerId="LiveId" clId="{25BC0AEB-EFB2-4EB6-8C4B-E9914E84609C}" dt="2021-03-19T05:46:09.584" v="1332" actId="478"/>
          <ac:graphicFrameMkLst>
            <pc:docMk/>
            <pc:sldMk cId="2204395168" sldId="1222"/>
            <ac:graphicFrameMk id="11" creationId="{37B88F3F-7F6A-4A44-8169-D871E41E83C3}"/>
          </ac:graphicFrameMkLst>
        </pc:graphicFrameChg>
        <pc:picChg chg="mod">
          <ac:chgData name="park sehun" userId="a5dd5dda71ea150a" providerId="LiveId" clId="{25BC0AEB-EFB2-4EB6-8C4B-E9914E84609C}" dt="2021-03-19T05:39:15.047" v="1319" actId="1035"/>
          <ac:picMkLst>
            <pc:docMk/>
            <pc:sldMk cId="2204395168" sldId="1222"/>
            <ac:picMk id="6" creationId="{025295C1-D091-4060-8FFE-407EE4DC5724}"/>
          </ac:picMkLst>
        </pc:picChg>
      </pc:sldChg>
      <pc:sldChg chg="modSp add mod modNotesTx">
        <pc:chgData name="park sehun" userId="a5dd5dda71ea150a" providerId="LiveId" clId="{25BC0AEB-EFB2-4EB6-8C4B-E9914E84609C}" dt="2021-03-19T06:34:24.728" v="2375" actId="20577"/>
        <pc:sldMkLst>
          <pc:docMk/>
          <pc:sldMk cId="1583347658" sldId="1223"/>
        </pc:sldMkLst>
        <pc:spChg chg="mod">
          <ac:chgData name="park sehun" userId="a5dd5dda71ea150a" providerId="LiveId" clId="{25BC0AEB-EFB2-4EB6-8C4B-E9914E84609C}" dt="2021-03-19T06:34:24.728" v="2375" actId="20577"/>
          <ac:spMkLst>
            <pc:docMk/>
            <pc:sldMk cId="1583347658" sldId="1223"/>
            <ac:spMk id="5" creationId="{682D5A58-7F91-4183-993B-F323F116A1ED}"/>
          </ac:spMkLst>
        </pc:spChg>
        <pc:spChg chg="mod">
          <ac:chgData name="park sehun" userId="a5dd5dda71ea150a" providerId="LiveId" clId="{25BC0AEB-EFB2-4EB6-8C4B-E9914E84609C}" dt="2021-03-19T05:54:14.310" v="1375" actId="1036"/>
          <ac:spMkLst>
            <pc:docMk/>
            <pc:sldMk cId="1583347658" sldId="1223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9T05:54:14.310" v="1375" actId="1036"/>
          <ac:spMkLst>
            <pc:docMk/>
            <pc:sldMk cId="1583347658" sldId="1223"/>
            <ac:spMk id="9" creationId="{61B45AA6-C8D9-4B85-B730-C4A6A72D4A44}"/>
          </ac:spMkLst>
        </pc:spChg>
        <pc:spChg chg="mod">
          <ac:chgData name="park sehun" userId="a5dd5dda71ea150a" providerId="LiveId" clId="{25BC0AEB-EFB2-4EB6-8C4B-E9914E84609C}" dt="2021-03-19T05:47:41.930" v="1336"/>
          <ac:spMkLst>
            <pc:docMk/>
            <pc:sldMk cId="1583347658" sldId="1223"/>
            <ac:spMk id="62466" creationId="{00000000-0000-0000-0000-000000000000}"/>
          </ac:spMkLst>
        </pc:spChg>
        <pc:picChg chg="mod">
          <ac:chgData name="park sehun" userId="a5dd5dda71ea150a" providerId="LiveId" clId="{25BC0AEB-EFB2-4EB6-8C4B-E9914E84609C}" dt="2021-03-19T05:54:14.310" v="1375" actId="1036"/>
          <ac:picMkLst>
            <pc:docMk/>
            <pc:sldMk cId="1583347658" sldId="1223"/>
            <ac:picMk id="6" creationId="{025295C1-D091-4060-8FFE-407EE4DC5724}"/>
          </ac:picMkLst>
        </pc:picChg>
      </pc:sldChg>
      <pc:sldChg chg="delSp modSp add del mod">
        <pc:chgData name="park sehun" userId="a5dd5dda71ea150a" providerId="LiveId" clId="{25BC0AEB-EFB2-4EB6-8C4B-E9914E84609C}" dt="2021-03-19T05:57:42.660" v="1408" actId="47"/>
        <pc:sldMkLst>
          <pc:docMk/>
          <pc:sldMk cId="871345971" sldId="1224"/>
        </pc:sldMkLst>
        <pc:spChg chg="del">
          <ac:chgData name="park sehun" userId="a5dd5dda71ea150a" providerId="LiveId" clId="{25BC0AEB-EFB2-4EB6-8C4B-E9914E84609C}" dt="2021-03-19T05:56:08.042" v="1380" actId="478"/>
          <ac:spMkLst>
            <pc:docMk/>
            <pc:sldMk cId="871345971" sldId="1224"/>
            <ac:spMk id="5" creationId="{682D5A58-7F91-4183-993B-F323F116A1ED}"/>
          </ac:spMkLst>
        </pc:spChg>
        <pc:spChg chg="del">
          <ac:chgData name="park sehun" userId="a5dd5dda71ea150a" providerId="LiveId" clId="{25BC0AEB-EFB2-4EB6-8C4B-E9914E84609C}" dt="2021-03-19T05:56:08.042" v="1380" actId="478"/>
          <ac:spMkLst>
            <pc:docMk/>
            <pc:sldMk cId="871345971" sldId="1224"/>
            <ac:spMk id="8" creationId="{6D730597-4454-4782-AD00-2BBDB55A3DA0}"/>
          </ac:spMkLst>
        </pc:spChg>
        <pc:spChg chg="del">
          <ac:chgData name="park sehun" userId="a5dd5dda71ea150a" providerId="LiveId" clId="{25BC0AEB-EFB2-4EB6-8C4B-E9914E84609C}" dt="2021-03-19T05:56:08.042" v="1380" actId="478"/>
          <ac:spMkLst>
            <pc:docMk/>
            <pc:sldMk cId="871345971" sldId="1224"/>
            <ac:spMk id="9" creationId="{61B45AA6-C8D9-4B85-B730-C4A6A72D4A44}"/>
          </ac:spMkLst>
        </pc:spChg>
        <pc:spChg chg="mod">
          <ac:chgData name="park sehun" userId="a5dd5dda71ea150a" providerId="LiveId" clId="{25BC0AEB-EFB2-4EB6-8C4B-E9914E84609C}" dt="2021-03-19T05:55:06.063" v="1377"/>
          <ac:spMkLst>
            <pc:docMk/>
            <pc:sldMk cId="871345971" sldId="1224"/>
            <ac:spMk id="62466" creationId="{00000000-0000-0000-0000-000000000000}"/>
          </ac:spMkLst>
        </pc:spChg>
        <pc:graphicFrameChg chg="del">
          <ac:chgData name="park sehun" userId="a5dd5dda71ea150a" providerId="LiveId" clId="{25BC0AEB-EFB2-4EB6-8C4B-E9914E84609C}" dt="2021-03-19T05:56:08.042" v="1380" actId="478"/>
          <ac:graphicFrameMkLst>
            <pc:docMk/>
            <pc:sldMk cId="871345971" sldId="1224"/>
            <ac:graphicFrameMk id="11" creationId="{37B88F3F-7F6A-4A44-8169-D871E41E83C3}"/>
          </ac:graphicFrameMkLst>
        </pc:graphicFrameChg>
        <pc:picChg chg="del">
          <ac:chgData name="park sehun" userId="a5dd5dda71ea150a" providerId="LiveId" clId="{25BC0AEB-EFB2-4EB6-8C4B-E9914E84609C}" dt="2021-03-19T05:56:08.042" v="1380" actId="478"/>
          <ac:picMkLst>
            <pc:docMk/>
            <pc:sldMk cId="871345971" sldId="1224"/>
            <ac:picMk id="6" creationId="{025295C1-D091-4060-8FFE-407EE4DC5724}"/>
          </ac:picMkLst>
        </pc:picChg>
      </pc:sldChg>
      <pc:sldChg chg="addSp delSp modSp add mod modAnim">
        <pc:chgData name="park sehun" userId="a5dd5dda71ea150a" providerId="LiveId" clId="{25BC0AEB-EFB2-4EB6-8C4B-E9914E84609C}" dt="2021-03-19T06:01:36.215" v="1519" actId="1035"/>
        <pc:sldMkLst>
          <pc:docMk/>
          <pc:sldMk cId="3312212607" sldId="1225"/>
        </pc:sldMkLst>
        <pc:spChg chg="del">
          <ac:chgData name="park sehun" userId="a5dd5dda71ea150a" providerId="LiveId" clId="{25BC0AEB-EFB2-4EB6-8C4B-E9914E84609C}" dt="2021-03-19T05:58:07.351" v="1409" actId="478"/>
          <ac:spMkLst>
            <pc:docMk/>
            <pc:sldMk cId="3312212607" sldId="1225"/>
            <ac:spMk id="5" creationId="{682D5A58-7F91-4183-993B-F323F116A1ED}"/>
          </ac:spMkLst>
        </pc:spChg>
        <pc:spChg chg="del">
          <ac:chgData name="park sehun" userId="a5dd5dda71ea150a" providerId="LiveId" clId="{25BC0AEB-EFB2-4EB6-8C4B-E9914E84609C}" dt="2021-03-19T05:58:07.351" v="1409" actId="478"/>
          <ac:spMkLst>
            <pc:docMk/>
            <pc:sldMk cId="3312212607" sldId="1225"/>
            <ac:spMk id="9" creationId="{61B45AA6-C8D9-4B85-B730-C4A6A72D4A44}"/>
          </ac:spMkLst>
        </pc:spChg>
        <pc:spChg chg="add mod">
          <ac:chgData name="park sehun" userId="a5dd5dda71ea150a" providerId="LiveId" clId="{25BC0AEB-EFB2-4EB6-8C4B-E9914E84609C}" dt="2021-03-19T06:01:22.893" v="1511" actId="1076"/>
          <ac:spMkLst>
            <pc:docMk/>
            <pc:sldMk cId="3312212607" sldId="1225"/>
            <ac:spMk id="10" creationId="{174E426D-8762-49E5-88FD-0DE96A2995B4}"/>
          </ac:spMkLst>
        </pc:spChg>
        <pc:spChg chg="add mod">
          <ac:chgData name="park sehun" userId="a5dd5dda71ea150a" providerId="LiveId" clId="{25BC0AEB-EFB2-4EB6-8C4B-E9914E84609C}" dt="2021-03-19T06:00:41.755" v="1486" actId="14100"/>
          <ac:spMkLst>
            <pc:docMk/>
            <pc:sldMk cId="3312212607" sldId="1225"/>
            <ac:spMk id="12" creationId="{F45CCBE3-6204-4E55-9CFC-614BEE0C9763}"/>
          </ac:spMkLst>
        </pc:spChg>
        <pc:spChg chg="add mod">
          <ac:chgData name="park sehun" userId="a5dd5dda71ea150a" providerId="LiveId" clId="{25BC0AEB-EFB2-4EB6-8C4B-E9914E84609C}" dt="2021-03-19T06:01:36.215" v="1519" actId="1035"/>
          <ac:spMkLst>
            <pc:docMk/>
            <pc:sldMk cId="3312212607" sldId="1225"/>
            <ac:spMk id="14" creationId="{9C0B4053-583E-42E8-BFF3-5F1773ACB80F}"/>
          </ac:spMkLst>
        </pc:spChg>
        <pc:spChg chg="mod">
          <ac:chgData name="park sehun" userId="a5dd5dda71ea150a" providerId="LiveId" clId="{25BC0AEB-EFB2-4EB6-8C4B-E9914E84609C}" dt="2021-03-19T05:55:17.959" v="1379"/>
          <ac:spMkLst>
            <pc:docMk/>
            <pc:sldMk cId="3312212607" sldId="1225"/>
            <ac:spMk id="62466" creationId="{00000000-0000-0000-0000-000000000000}"/>
          </ac:spMkLst>
        </pc:spChg>
        <pc:graphicFrameChg chg="del">
          <ac:chgData name="park sehun" userId="a5dd5dda71ea150a" providerId="LiveId" clId="{25BC0AEB-EFB2-4EB6-8C4B-E9914E84609C}" dt="2021-03-19T05:58:18.452" v="1410" actId="478"/>
          <ac:graphicFrameMkLst>
            <pc:docMk/>
            <pc:sldMk cId="3312212607" sldId="1225"/>
            <ac:graphicFrameMk id="11" creationId="{37B88F3F-7F6A-4A44-8169-D871E41E83C3}"/>
          </ac:graphicFrameMkLst>
        </pc:graphicFrameChg>
        <pc:picChg chg="del">
          <ac:chgData name="park sehun" userId="a5dd5dda71ea150a" providerId="LiveId" clId="{25BC0AEB-EFB2-4EB6-8C4B-E9914E84609C}" dt="2021-03-19T05:58:07.351" v="1409" actId="478"/>
          <ac:picMkLst>
            <pc:docMk/>
            <pc:sldMk cId="3312212607" sldId="1225"/>
            <ac:picMk id="6" creationId="{025295C1-D091-4060-8FFE-407EE4DC5724}"/>
          </ac:picMkLst>
        </pc:picChg>
        <pc:picChg chg="add mod">
          <ac:chgData name="park sehun" userId="a5dd5dda71ea150a" providerId="LiveId" clId="{25BC0AEB-EFB2-4EB6-8C4B-E9914E84609C}" dt="2021-03-19T06:01:01.164" v="1489" actId="1076"/>
          <ac:picMkLst>
            <pc:docMk/>
            <pc:sldMk cId="3312212607" sldId="1225"/>
            <ac:picMk id="13" creationId="{0E699F72-CA56-4782-AD86-6B9CCE8A9148}"/>
          </ac:picMkLst>
        </pc:picChg>
      </pc:sldChg>
      <pc:sldChg chg="add del">
        <pc:chgData name="park sehun" userId="a5dd5dda71ea150a" providerId="LiveId" clId="{25BC0AEB-EFB2-4EB6-8C4B-E9914E84609C}" dt="2021-03-19T06:06:01.523" v="1521"/>
        <pc:sldMkLst>
          <pc:docMk/>
          <pc:sldMk cId="2925440719" sldId="1226"/>
        </pc:sldMkLst>
      </pc:sldChg>
      <pc:sldChg chg="modSp add mod">
        <pc:chgData name="park sehun" userId="a5dd5dda71ea150a" providerId="LiveId" clId="{25BC0AEB-EFB2-4EB6-8C4B-E9914E84609C}" dt="2021-03-19T06:19:46.434" v="1991" actId="20577"/>
        <pc:sldMkLst>
          <pc:docMk/>
          <pc:sldMk cId="4221543637" sldId="1226"/>
        </pc:sldMkLst>
        <pc:spChg chg="mod">
          <ac:chgData name="park sehun" userId="a5dd5dda71ea150a" providerId="LiveId" clId="{25BC0AEB-EFB2-4EB6-8C4B-E9914E84609C}" dt="2021-03-19T06:19:46.434" v="1991" actId="20577"/>
          <ac:spMkLst>
            <pc:docMk/>
            <pc:sldMk cId="4221543637" sldId="1226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9T06:16:36.659" v="1928"/>
          <ac:spMkLst>
            <pc:docMk/>
            <pc:sldMk cId="4221543637" sldId="1226"/>
            <ac:spMk id="62466" creationId="{00000000-0000-0000-0000-000000000000}"/>
          </ac:spMkLst>
        </pc:spChg>
      </pc:sldChg>
      <pc:sldChg chg="add">
        <pc:chgData name="park sehun" userId="a5dd5dda71ea150a" providerId="LiveId" clId="{25BC0AEB-EFB2-4EB6-8C4B-E9914E84609C}" dt="2021-03-19T06:16:26.449" v="1927"/>
        <pc:sldMkLst>
          <pc:docMk/>
          <pc:sldMk cId="4130657138" sldId="1227"/>
        </pc:sldMkLst>
      </pc:sldChg>
      <pc:sldChg chg="add del">
        <pc:chgData name="park sehun" userId="a5dd5dda71ea150a" providerId="LiveId" clId="{25BC0AEB-EFB2-4EB6-8C4B-E9914E84609C}" dt="2021-03-19T06:16:23.804" v="1926"/>
        <pc:sldMkLst>
          <pc:docMk/>
          <pc:sldMk cId="4232550503" sldId="1227"/>
        </pc:sldMkLst>
      </pc:sldChg>
      <pc:sldChg chg="addSp delSp modSp add mod">
        <pc:chgData name="park sehun" userId="a5dd5dda71ea150a" providerId="LiveId" clId="{25BC0AEB-EFB2-4EB6-8C4B-E9914E84609C}" dt="2021-03-19T06:32:50.194" v="2366" actId="1037"/>
        <pc:sldMkLst>
          <pc:docMk/>
          <pc:sldMk cId="2690519484" sldId="1228"/>
        </pc:sldMkLst>
        <pc:spChg chg="del">
          <ac:chgData name="park sehun" userId="a5dd5dda71ea150a" providerId="LiveId" clId="{25BC0AEB-EFB2-4EB6-8C4B-E9914E84609C}" dt="2021-03-19T06:20:44.033" v="1999" actId="478"/>
          <ac:spMkLst>
            <pc:docMk/>
            <pc:sldMk cId="2690519484" sldId="1228"/>
            <ac:spMk id="8" creationId="{6D730597-4454-4782-AD00-2BBDB55A3DA0}"/>
          </ac:spMkLst>
        </pc:spChg>
        <pc:spChg chg="mod">
          <ac:chgData name="park sehun" userId="a5dd5dda71ea150a" providerId="LiveId" clId="{25BC0AEB-EFB2-4EB6-8C4B-E9914E84609C}" dt="2021-03-19T06:20:38.171" v="1998" actId="20577"/>
          <ac:spMkLst>
            <pc:docMk/>
            <pc:sldMk cId="2690519484" sldId="1228"/>
            <ac:spMk id="62466" creationId="{00000000-0000-0000-0000-000000000000}"/>
          </ac:spMkLst>
        </pc:spChg>
        <pc:graphicFrameChg chg="add mod">
          <ac:chgData name="park sehun" userId="a5dd5dda71ea150a" providerId="LiveId" clId="{25BC0AEB-EFB2-4EB6-8C4B-E9914E84609C}" dt="2021-03-19T06:29:52.496" v="2175"/>
          <ac:graphicFrameMkLst>
            <pc:docMk/>
            <pc:sldMk cId="2690519484" sldId="1228"/>
            <ac:graphicFrameMk id="4" creationId="{DED9BD90-677B-406C-968C-E537030040D6}"/>
          </ac:graphicFrameMkLst>
        </pc:graphicFrameChg>
        <pc:graphicFrameChg chg="add mod">
          <ac:chgData name="park sehun" userId="a5dd5dda71ea150a" providerId="LiveId" clId="{25BC0AEB-EFB2-4EB6-8C4B-E9914E84609C}" dt="2021-03-19T06:30:01.355" v="2183" actId="1037"/>
          <ac:graphicFrameMkLst>
            <pc:docMk/>
            <pc:sldMk cId="2690519484" sldId="1228"/>
            <ac:graphicFrameMk id="5" creationId="{B3FD2662-71F3-4B0E-AA42-76BBC878D9D8}"/>
          </ac:graphicFrameMkLst>
        </pc:graphicFrameChg>
        <pc:graphicFrameChg chg="add mod">
          <ac:chgData name="park sehun" userId="a5dd5dda71ea150a" providerId="LiveId" clId="{25BC0AEB-EFB2-4EB6-8C4B-E9914E84609C}" dt="2021-03-19T06:30:40.614" v="2193" actId="1037"/>
          <ac:graphicFrameMkLst>
            <pc:docMk/>
            <pc:sldMk cId="2690519484" sldId="1228"/>
            <ac:graphicFrameMk id="6" creationId="{DD1316A8-8A07-4BDA-AE6B-F0D4070B6F01}"/>
          </ac:graphicFrameMkLst>
        </pc:graphicFrameChg>
        <pc:graphicFrameChg chg="add mod">
          <ac:chgData name="park sehun" userId="a5dd5dda71ea150a" providerId="LiveId" clId="{25BC0AEB-EFB2-4EB6-8C4B-E9914E84609C}" dt="2021-03-19T06:31:49.623" v="2217" actId="1036"/>
          <ac:graphicFrameMkLst>
            <pc:docMk/>
            <pc:sldMk cId="2690519484" sldId="1228"/>
            <ac:graphicFrameMk id="7" creationId="{415A9591-8A7F-47B5-952C-956ED6C021F3}"/>
          </ac:graphicFrameMkLst>
        </pc:graphicFrameChg>
        <pc:graphicFrameChg chg="add mod">
          <ac:chgData name="park sehun" userId="a5dd5dda71ea150a" providerId="LiveId" clId="{25BC0AEB-EFB2-4EB6-8C4B-E9914E84609C}" dt="2021-03-19T06:32:07.283" v="2228" actId="1037"/>
          <ac:graphicFrameMkLst>
            <pc:docMk/>
            <pc:sldMk cId="2690519484" sldId="1228"/>
            <ac:graphicFrameMk id="9" creationId="{379D5B6D-E483-4956-B24D-783B77341D86}"/>
          </ac:graphicFrameMkLst>
        </pc:graphicFrameChg>
        <pc:graphicFrameChg chg="add mod">
          <ac:chgData name="park sehun" userId="a5dd5dda71ea150a" providerId="LiveId" clId="{25BC0AEB-EFB2-4EB6-8C4B-E9914E84609C}" dt="2021-03-19T06:31:00.181" v="2201" actId="1037"/>
          <ac:graphicFrameMkLst>
            <pc:docMk/>
            <pc:sldMk cId="2690519484" sldId="1228"/>
            <ac:graphicFrameMk id="10" creationId="{09DCF21F-FCFA-47C0-A8EC-D1F269133F63}"/>
          </ac:graphicFrameMkLst>
        </pc:graphicFrameChg>
        <pc:graphicFrameChg chg="add mod">
          <ac:chgData name="park sehun" userId="a5dd5dda71ea150a" providerId="LiveId" clId="{25BC0AEB-EFB2-4EB6-8C4B-E9914E84609C}" dt="2021-03-19T06:32:34.829" v="2268" actId="1036"/>
          <ac:graphicFrameMkLst>
            <pc:docMk/>
            <pc:sldMk cId="2690519484" sldId="1228"/>
            <ac:graphicFrameMk id="11" creationId="{7C28C9ED-FC59-4901-98AD-1542AC16FAE8}"/>
          </ac:graphicFrameMkLst>
        </pc:graphicFrameChg>
        <pc:graphicFrameChg chg="add mod">
          <ac:chgData name="park sehun" userId="a5dd5dda71ea150a" providerId="LiveId" clId="{25BC0AEB-EFB2-4EB6-8C4B-E9914E84609C}" dt="2021-03-19T06:32:50.194" v="2366" actId="1037"/>
          <ac:graphicFrameMkLst>
            <pc:docMk/>
            <pc:sldMk cId="2690519484" sldId="1228"/>
            <ac:graphicFrameMk id="12" creationId="{5CE260C5-E889-46A7-8D09-61201EC1FB37}"/>
          </ac:graphicFrameMkLst>
        </pc:graphicFrameChg>
      </pc:sldChg>
      <pc:sldMasterChg chg="modSldLayout">
        <pc:chgData name="park sehun" userId="a5dd5dda71ea150a" providerId="LiveId" clId="{25BC0AEB-EFB2-4EB6-8C4B-E9914E84609C}" dt="2021-03-19T06:34:16.690" v="2374" actId="20577"/>
        <pc:sldMasterMkLst>
          <pc:docMk/>
          <pc:sldMasterMk cId="0" sldId="2147484752"/>
        </pc:sldMasterMkLst>
        <pc:sldLayoutChg chg="modSp mod">
          <pc:chgData name="park sehun" userId="a5dd5dda71ea150a" providerId="LiveId" clId="{25BC0AEB-EFB2-4EB6-8C4B-E9914E84609C}" dt="2021-03-19T06:34:16.690" v="2374" actId="20577"/>
          <pc:sldLayoutMkLst>
            <pc:docMk/>
            <pc:sldMasterMk cId="0" sldId="2147484752"/>
            <pc:sldLayoutMk cId="1633808973" sldId="2147484755"/>
          </pc:sldLayoutMkLst>
          <pc:spChg chg="mod">
            <ac:chgData name="park sehun" userId="a5dd5dda71ea150a" providerId="LiveId" clId="{25BC0AEB-EFB2-4EB6-8C4B-E9914E84609C}" dt="2021-03-19T06:34:16.690" v="2374" actId="20577"/>
            <ac:spMkLst>
              <pc:docMk/>
              <pc:sldMasterMk cId="0" sldId="2147484752"/>
              <pc:sldLayoutMk cId="1633808973" sldId="2147484755"/>
              <ac:spMk id="12" creationId="{34BAE1B7-DCD2-4BBC-BBC7-276E03FCA526}"/>
            </ac:spMkLst>
          </pc:spChg>
        </pc:sldLayoutChg>
      </pc:sldMasterChg>
    </pc:docChg>
  </pc:docChgLst>
  <pc:docChgLst>
    <pc:chgData name="park sehun" userId="a5dd5dda71ea150a" providerId="LiveId" clId="{4E629A9E-169B-43D2-8FC1-06CC5420439C}"/>
    <pc:docChg chg="undo custSel addSld modSld">
      <pc:chgData name="park sehun" userId="a5dd5dda71ea150a" providerId="LiveId" clId="{4E629A9E-169B-43D2-8FC1-06CC5420439C}" dt="2021-09-07T07:13:16.425" v="297" actId="20577"/>
      <pc:docMkLst>
        <pc:docMk/>
      </pc:docMkLst>
      <pc:sldChg chg="addSp delSp modSp add mod delAnim modAnim">
        <pc:chgData name="park sehun" userId="a5dd5dda71ea150a" providerId="LiveId" clId="{4E629A9E-169B-43D2-8FC1-06CC5420439C}" dt="2021-09-07T07:03:43.463" v="296"/>
        <pc:sldMkLst>
          <pc:docMk/>
          <pc:sldMk cId="3332182380" sldId="1229"/>
        </pc:sldMkLst>
        <pc:spChg chg="del">
          <ac:chgData name="park sehun" userId="a5dd5dda71ea150a" providerId="LiveId" clId="{4E629A9E-169B-43D2-8FC1-06CC5420439C}" dt="2021-09-07T05:27:55.021" v="2" actId="478"/>
          <ac:spMkLst>
            <pc:docMk/>
            <pc:sldMk cId="3332182380" sldId="1229"/>
            <ac:spMk id="9" creationId="{2129E4EF-37B7-4434-97ED-16EC715AE6A5}"/>
          </ac:spMkLst>
        </pc:spChg>
        <pc:spChg chg="del">
          <ac:chgData name="park sehun" userId="a5dd5dda71ea150a" providerId="LiveId" clId="{4E629A9E-169B-43D2-8FC1-06CC5420439C}" dt="2021-09-07T05:27:55.021" v="2" actId="478"/>
          <ac:spMkLst>
            <pc:docMk/>
            <pc:sldMk cId="3332182380" sldId="1229"/>
            <ac:spMk id="10" creationId="{5F280626-FEFF-4D10-8A73-DBB609BC86C8}"/>
          </ac:spMkLst>
        </pc:spChg>
        <pc:spChg chg="del">
          <ac:chgData name="park sehun" userId="a5dd5dda71ea150a" providerId="LiveId" clId="{4E629A9E-169B-43D2-8FC1-06CC5420439C}" dt="2021-09-07T05:27:55.021" v="2" actId="478"/>
          <ac:spMkLst>
            <pc:docMk/>
            <pc:sldMk cId="3332182380" sldId="1229"/>
            <ac:spMk id="11" creationId="{D720B01C-EBA8-4A4A-B13C-AB3BB636D9F2}"/>
          </ac:spMkLst>
        </pc:spChg>
        <pc:spChg chg="del">
          <ac:chgData name="park sehun" userId="a5dd5dda71ea150a" providerId="LiveId" clId="{4E629A9E-169B-43D2-8FC1-06CC5420439C}" dt="2021-09-07T05:27:55.021" v="2" actId="478"/>
          <ac:spMkLst>
            <pc:docMk/>
            <pc:sldMk cId="3332182380" sldId="1229"/>
            <ac:spMk id="12" creationId="{6C377A32-0F30-4C01-B36E-52B99FBD250D}"/>
          </ac:spMkLst>
        </pc:spChg>
        <pc:spChg chg="add del mod">
          <ac:chgData name="park sehun" userId="a5dd5dda71ea150a" providerId="LiveId" clId="{4E629A9E-169B-43D2-8FC1-06CC5420439C}" dt="2021-09-07T05:34:41.172" v="150" actId="478"/>
          <ac:spMkLst>
            <pc:docMk/>
            <pc:sldMk cId="3332182380" sldId="1229"/>
            <ac:spMk id="16" creationId="{B8F947D4-B4FA-465F-92B2-958F53E0480D}"/>
          </ac:spMkLst>
        </pc:spChg>
        <pc:spChg chg="add del mod">
          <ac:chgData name="park sehun" userId="a5dd5dda71ea150a" providerId="LiveId" clId="{4E629A9E-169B-43D2-8FC1-06CC5420439C}" dt="2021-09-07T05:34:44.305" v="151" actId="478"/>
          <ac:spMkLst>
            <pc:docMk/>
            <pc:sldMk cId="3332182380" sldId="1229"/>
            <ac:spMk id="17" creationId="{B425B30D-3122-4FD0-B1C3-3465BE7B70F2}"/>
          </ac:spMkLst>
        </pc:spChg>
        <pc:spChg chg="add mod">
          <ac:chgData name="park sehun" userId="a5dd5dda71ea150a" providerId="LiveId" clId="{4E629A9E-169B-43D2-8FC1-06CC5420439C}" dt="2021-09-07T05:35:27.752" v="200" actId="14100"/>
          <ac:spMkLst>
            <pc:docMk/>
            <pc:sldMk cId="3332182380" sldId="1229"/>
            <ac:spMk id="18" creationId="{2F81468C-5478-42E6-A9FB-7B46214A23BE}"/>
          </ac:spMkLst>
        </pc:spChg>
        <pc:spChg chg="mod">
          <ac:chgData name="park sehun" userId="a5dd5dda71ea150a" providerId="LiveId" clId="{4E629A9E-169B-43D2-8FC1-06CC5420439C}" dt="2021-09-07T05:35:10.742" v="196" actId="20577"/>
          <ac:spMkLst>
            <pc:docMk/>
            <pc:sldMk cId="3332182380" sldId="1229"/>
            <ac:spMk id="62466" creationId="{00000000-0000-0000-0000-000000000000}"/>
          </ac:spMkLst>
        </pc:spChg>
        <pc:picChg chg="add del mod">
          <ac:chgData name="park sehun" userId="a5dd5dda71ea150a" providerId="LiveId" clId="{4E629A9E-169B-43D2-8FC1-06CC5420439C}" dt="2021-09-07T05:28:21.397" v="7" actId="478"/>
          <ac:picMkLst>
            <pc:docMk/>
            <pc:sldMk cId="3332182380" sldId="1229"/>
            <ac:picMk id="3" creationId="{BE7A0C43-1534-4037-84FD-F23AC736D526}"/>
          </ac:picMkLst>
        </pc:picChg>
        <pc:picChg chg="del">
          <ac:chgData name="park sehun" userId="a5dd5dda71ea150a" providerId="LiveId" clId="{4E629A9E-169B-43D2-8FC1-06CC5420439C}" dt="2021-09-07T05:27:51.146" v="1" actId="478"/>
          <ac:picMkLst>
            <pc:docMk/>
            <pc:sldMk cId="3332182380" sldId="1229"/>
            <ac:picMk id="5" creationId="{378A89DC-505E-465D-A66B-EA1938B2DEE7}"/>
          </ac:picMkLst>
        </pc:picChg>
        <pc:picChg chg="add del mod">
          <ac:chgData name="park sehun" userId="a5dd5dda71ea150a" providerId="LiveId" clId="{4E629A9E-169B-43D2-8FC1-06CC5420439C}" dt="2021-09-07T05:29:15.563" v="10" actId="478"/>
          <ac:picMkLst>
            <pc:docMk/>
            <pc:sldMk cId="3332182380" sldId="1229"/>
            <ac:picMk id="6" creationId="{2884F4B5-8A83-45B7-A33F-039AB59FF5D1}"/>
          </ac:picMkLst>
        </pc:picChg>
        <pc:picChg chg="add mod">
          <ac:chgData name="park sehun" userId="a5dd5dda71ea150a" providerId="LiveId" clId="{4E629A9E-169B-43D2-8FC1-06CC5420439C}" dt="2021-09-07T05:34:58.210" v="186" actId="1036"/>
          <ac:picMkLst>
            <pc:docMk/>
            <pc:sldMk cId="3332182380" sldId="1229"/>
            <ac:picMk id="8" creationId="{9A5292AF-46FA-4836-B2AE-B00E3134A17C}"/>
          </ac:picMkLst>
        </pc:picChg>
        <pc:picChg chg="add mod">
          <ac:chgData name="park sehun" userId="a5dd5dda71ea150a" providerId="LiveId" clId="{4E629A9E-169B-43D2-8FC1-06CC5420439C}" dt="2021-09-07T05:34:58.210" v="186" actId="1036"/>
          <ac:picMkLst>
            <pc:docMk/>
            <pc:sldMk cId="3332182380" sldId="1229"/>
            <ac:picMk id="14" creationId="{75B68571-8912-497C-960B-965EFAA56BCE}"/>
          </ac:picMkLst>
        </pc:picChg>
      </pc:sldChg>
      <pc:sldChg chg="addSp delSp modSp add mod delAnim modAnim modNotesTx">
        <pc:chgData name="park sehun" userId="a5dd5dda71ea150a" providerId="LiveId" clId="{4E629A9E-169B-43D2-8FC1-06CC5420439C}" dt="2021-09-07T06:54:30.796" v="275" actId="6549"/>
        <pc:sldMkLst>
          <pc:docMk/>
          <pc:sldMk cId="3977587213" sldId="1230"/>
        </pc:sldMkLst>
        <pc:spChg chg="add del mod">
          <ac:chgData name="park sehun" userId="a5dd5dda71ea150a" providerId="LiveId" clId="{4E629A9E-169B-43D2-8FC1-06CC5420439C}" dt="2021-09-07T05:37:01.161" v="207"/>
          <ac:spMkLst>
            <pc:docMk/>
            <pc:sldMk cId="3977587213" sldId="1230"/>
            <ac:spMk id="3" creationId="{01229625-9D4D-41BC-9010-FFD0E43AB5B1}"/>
          </ac:spMkLst>
        </pc:spChg>
        <pc:spChg chg="add del mod">
          <ac:chgData name="park sehun" userId="a5dd5dda71ea150a" providerId="LiveId" clId="{4E629A9E-169B-43D2-8FC1-06CC5420439C}" dt="2021-09-07T05:38:12.080" v="220"/>
          <ac:spMkLst>
            <pc:docMk/>
            <pc:sldMk cId="3977587213" sldId="1230"/>
            <ac:spMk id="5" creationId="{E8257B75-4121-4A6C-8F85-F910152CE3B4}"/>
          </ac:spMkLst>
        </pc:spChg>
        <pc:spChg chg="add del mod">
          <ac:chgData name="park sehun" userId="a5dd5dda71ea150a" providerId="LiveId" clId="{4E629A9E-169B-43D2-8FC1-06CC5420439C}" dt="2021-09-07T05:39:12.600" v="233"/>
          <ac:spMkLst>
            <pc:docMk/>
            <pc:sldMk cId="3977587213" sldId="1230"/>
            <ac:spMk id="7" creationId="{0692F858-7EEB-41A6-8756-AE7666122921}"/>
          </ac:spMkLst>
        </pc:spChg>
        <pc:spChg chg="add del mod">
          <ac:chgData name="park sehun" userId="a5dd5dda71ea150a" providerId="LiveId" clId="{4E629A9E-169B-43D2-8FC1-06CC5420439C}" dt="2021-09-07T05:39:41.979" v="239" actId="20577"/>
          <ac:spMkLst>
            <pc:docMk/>
            <pc:sldMk cId="3977587213" sldId="1230"/>
            <ac:spMk id="10" creationId="{174E426D-8762-49E5-88FD-0DE96A2995B4}"/>
          </ac:spMkLst>
        </pc:spChg>
        <pc:spChg chg="del">
          <ac:chgData name="park sehun" userId="a5dd5dda71ea150a" providerId="LiveId" clId="{4E629A9E-169B-43D2-8FC1-06CC5420439C}" dt="2021-09-07T05:36:14.468" v="203" actId="478"/>
          <ac:spMkLst>
            <pc:docMk/>
            <pc:sldMk cId="3977587213" sldId="1230"/>
            <ac:spMk id="12" creationId="{F45CCBE3-6204-4E55-9CFC-614BEE0C9763}"/>
          </ac:spMkLst>
        </pc:spChg>
        <pc:spChg chg="del">
          <ac:chgData name="park sehun" userId="a5dd5dda71ea150a" providerId="LiveId" clId="{4E629A9E-169B-43D2-8FC1-06CC5420439C}" dt="2021-09-07T05:36:18.697" v="204" actId="478"/>
          <ac:spMkLst>
            <pc:docMk/>
            <pc:sldMk cId="3977587213" sldId="1230"/>
            <ac:spMk id="14" creationId="{9C0B4053-583E-42E8-BFF3-5F1773ACB80F}"/>
          </ac:spMkLst>
        </pc:spChg>
        <pc:spChg chg="mod">
          <ac:chgData name="park sehun" userId="a5dd5dda71ea150a" providerId="LiveId" clId="{4E629A9E-169B-43D2-8FC1-06CC5420439C}" dt="2021-09-07T05:36:09.508" v="202"/>
          <ac:spMkLst>
            <pc:docMk/>
            <pc:sldMk cId="3977587213" sldId="1230"/>
            <ac:spMk id="62466" creationId="{00000000-0000-0000-0000-000000000000}"/>
          </ac:spMkLst>
        </pc:spChg>
        <pc:graphicFrameChg chg="add del mod">
          <ac:chgData name="park sehun" userId="a5dd5dda71ea150a" providerId="LiveId" clId="{4E629A9E-169B-43D2-8FC1-06CC5420439C}" dt="2021-09-07T05:37:01.161" v="207"/>
          <ac:graphicFrameMkLst>
            <pc:docMk/>
            <pc:sldMk cId="3977587213" sldId="1230"/>
            <ac:graphicFrameMk id="2" creationId="{7899AB77-B2B6-4D4A-8B43-174A84D5AD38}"/>
          </ac:graphicFrameMkLst>
        </pc:graphicFrameChg>
        <pc:graphicFrameChg chg="add del mod modGraphic">
          <ac:chgData name="park sehun" userId="a5dd5dda71ea150a" providerId="LiveId" clId="{4E629A9E-169B-43D2-8FC1-06CC5420439C}" dt="2021-09-07T05:38:12.080" v="220"/>
          <ac:graphicFrameMkLst>
            <pc:docMk/>
            <pc:sldMk cId="3977587213" sldId="1230"/>
            <ac:graphicFrameMk id="4" creationId="{329735DB-9E79-403D-AA2E-E4C212628F1D}"/>
          </ac:graphicFrameMkLst>
        </pc:graphicFrameChg>
        <pc:graphicFrameChg chg="add del mod">
          <ac:chgData name="park sehun" userId="a5dd5dda71ea150a" providerId="LiveId" clId="{4E629A9E-169B-43D2-8FC1-06CC5420439C}" dt="2021-09-07T05:39:12.600" v="233"/>
          <ac:graphicFrameMkLst>
            <pc:docMk/>
            <pc:sldMk cId="3977587213" sldId="1230"/>
            <ac:graphicFrameMk id="6" creationId="{76702127-B576-4662-B64E-32EFDC2A11B1}"/>
          </ac:graphicFrameMkLst>
        </pc:graphicFrameChg>
        <pc:graphicFrameChg chg="add mod modGraphic">
          <ac:chgData name="park sehun" userId="a5dd5dda71ea150a" providerId="LiveId" clId="{4E629A9E-169B-43D2-8FC1-06CC5420439C}" dt="2021-09-07T05:40:46.032" v="243" actId="1076"/>
          <ac:graphicFrameMkLst>
            <pc:docMk/>
            <pc:sldMk cId="3977587213" sldId="1230"/>
            <ac:graphicFrameMk id="9" creationId="{35BB3F2E-5C07-47A2-B6FF-EBB185880604}"/>
          </ac:graphicFrameMkLst>
        </pc:graphicFrameChg>
        <pc:picChg chg="del">
          <ac:chgData name="park sehun" userId="a5dd5dda71ea150a" providerId="LiveId" clId="{4E629A9E-169B-43D2-8FC1-06CC5420439C}" dt="2021-09-07T05:36:21.971" v="205" actId="478"/>
          <ac:picMkLst>
            <pc:docMk/>
            <pc:sldMk cId="3977587213" sldId="1230"/>
            <ac:picMk id="13" creationId="{0E699F72-CA56-4782-AD86-6B9CCE8A9148}"/>
          </ac:picMkLst>
        </pc:picChg>
      </pc:sldChg>
      <pc:sldChg chg="addSp delSp modSp add mod modNotesTx">
        <pc:chgData name="park sehun" userId="a5dd5dda71ea150a" providerId="LiveId" clId="{4E629A9E-169B-43D2-8FC1-06CC5420439C}" dt="2021-09-07T07:13:16.425" v="297" actId="20577"/>
        <pc:sldMkLst>
          <pc:docMk/>
          <pc:sldMk cId="1560864565" sldId="1231"/>
        </pc:sldMkLst>
        <pc:spChg chg="mod">
          <ac:chgData name="park sehun" userId="a5dd5dda71ea150a" providerId="LiveId" clId="{4E629A9E-169B-43D2-8FC1-06CC5420439C}" dt="2021-09-07T07:13:16.425" v="297" actId="20577"/>
          <ac:spMkLst>
            <pc:docMk/>
            <pc:sldMk cId="1560864565" sldId="1231"/>
            <ac:spMk id="10" creationId="{174E426D-8762-49E5-88FD-0DE96A2995B4}"/>
          </ac:spMkLst>
        </pc:spChg>
        <pc:spChg chg="mod">
          <ac:chgData name="park sehun" userId="a5dd5dda71ea150a" providerId="LiveId" clId="{4E629A9E-169B-43D2-8FC1-06CC5420439C}" dt="2021-09-07T05:43:03.819" v="245"/>
          <ac:spMkLst>
            <pc:docMk/>
            <pc:sldMk cId="1560864565" sldId="1231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4E629A9E-169B-43D2-8FC1-06CC5420439C}" dt="2021-09-07T06:48:12.749" v="258" actId="1076"/>
          <ac:graphicFrameMkLst>
            <pc:docMk/>
            <pc:sldMk cId="1560864565" sldId="1231"/>
            <ac:graphicFrameMk id="2" creationId="{462411EF-8BF7-4865-A7CA-2C03B3A22CB8}"/>
          </ac:graphicFrameMkLst>
        </pc:graphicFrameChg>
        <pc:graphicFrameChg chg="del modGraphic">
          <ac:chgData name="park sehun" userId="a5dd5dda71ea150a" providerId="LiveId" clId="{4E629A9E-169B-43D2-8FC1-06CC5420439C}" dt="2021-09-07T06:47:48.100" v="254" actId="478"/>
          <ac:graphicFrameMkLst>
            <pc:docMk/>
            <pc:sldMk cId="1560864565" sldId="1231"/>
            <ac:graphicFrameMk id="9" creationId="{35BB3F2E-5C07-47A2-B6FF-EBB185880604}"/>
          </ac:graphicFrameMkLst>
        </pc:graphicFrameChg>
      </pc:sldChg>
      <pc:sldChg chg="addSp delSp modSp add mod modNotesTx">
        <pc:chgData name="park sehun" userId="a5dd5dda71ea150a" providerId="LiveId" clId="{4E629A9E-169B-43D2-8FC1-06CC5420439C}" dt="2021-09-07T06:54:23.891" v="273" actId="6549"/>
        <pc:sldMkLst>
          <pc:docMk/>
          <pc:sldMk cId="226215326" sldId="1232"/>
        </pc:sldMkLst>
        <pc:spChg chg="mod">
          <ac:chgData name="park sehun" userId="a5dd5dda71ea150a" providerId="LiveId" clId="{4E629A9E-169B-43D2-8FC1-06CC5420439C}" dt="2021-09-07T06:52:07.684" v="263" actId="14100"/>
          <ac:spMkLst>
            <pc:docMk/>
            <pc:sldMk cId="226215326" sldId="1232"/>
            <ac:spMk id="10" creationId="{174E426D-8762-49E5-88FD-0DE96A2995B4}"/>
          </ac:spMkLst>
        </pc:spChg>
        <pc:spChg chg="mod">
          <ac:chgData name="park sehun" userId="a5dd5dda71ea150a" providerId="LiveId" clId="{4E629A9E-169B-43D2-8FC1-06CC5420439C}" dt="2021-09-07T06:51:28.672" v="260"/>
          <ac:spMkLst>
            <pc:docMk/>
            <pc:sldMk cId="226215326" sldId="1232"/>
            <ac:spMk id="62466" creationId="{00000000-0000-0000-0000-000000000000}"/>
          </ac:spMkLst>
        </pc:spChg>
        <pc:graphicFrameChg chg="del">
          <ac:chgData name="park sehun" userId="a5dd5dda71ea150a" providerId="LiveId" clId="{4E629A9E-169B-43D2-8FC1-06CC5420439C}" dt="2021-09-07T06:52:10.115" v="264" actId="478"/>
          <ac:graphicFrameMkLst>
            <pc:docMk/>
            <pc:sldMk cId="226215326" sldId="1232"/>
            <ac:graphicFrameMk id="2" creationId="{462411EF-8BF7-4865-A7CA-2C03B3A22CB8}"/>
          </ac:graphicFrameMkLst>
        </pc:graphicFrameChg>
        <pc:graphicFrameChg chg="add mod modGraphic">
          <ac:chgData name="park sehun" userId="a5dd5dda71ea150a" providerId="LiveId" clId="{4E629A9E-169B-43D2-8FC1-06CC5420439C}" dt="2021-09-07T06:54:11.124" v="272" actId="14100"/>
          <ac:graphicFrameMkLst>
            <pc:docMk/>
            <pc:sldMk cId="226215326" sldId="1232"/>
            <ac:graphicFrameMk id="5" creationId="{3BE20EA6-95B8-4954-83E1-BD9F1CD14056}"/>
          </ac:graphicFrameMkLst>
        </pc:graphicFrameChg>
        <pc:picChg chg="add mod">
          <ac:chgData name="park sehun" userId="a5dd5dda71ea150a" providerId="LiveId" clId="{4E629A9E-169B-43D2-8FC1-06CC5420439C}" dt="2021-09-07T06:53:21.410" v="269" actId="1076"/>
          <ac:picMkLst>
            <pc:docMk/>
            <pc:sldMk cId="226215326" sldId="1232"/>
            <ac:picMk id="4" creationId="{67D820AB-51FF-4B6D-B53C-4D94A7DF527B}"/>
          </ac:picMkLst>
        </pc:picChg>
      </pc:sldChg>
      <pc:sldChg chg="addSp delSp modSp add mod">
        <pc:chgData name="park sehun" userId="a5dd5dda71ea150a" providerId="LiveId" clId="{4E629A9E-169B-43D2-8FC1-06CC5420439C}" dt="2021-09-07T07:02:57.782" v="293" actId="20577"/>
        <pc:sldMkLst>
          <pc:docMk/>
          <pc:sldMk cId="3172009584" sldId="1233"/>
        </pc:sldMkLst>
        <pc:spChg chg="del">
          <ac:chgData name="park sehun" userId="a5dd5dda71ea150a" providerId="LiveId" clId="{4E629A9E-169B-43D2-8FC1-06CC5420439C}" dt="2021-09-07T07:02:21.868" v="285" actId="478"/>
          <ac:spMkLst>
            <pc:docMk/>
            <pc:sldMk cId="3172009584" sldId="1233"/>
            <ac:spMk id="10" creationId="{174E426D-8762-49E5-88FD-0DE96A2995B4}"/>
          </ac:spMkLst>
        </pc:spChg>
        <pc:spChg chg="mod">
          <ac:chgData name="park sehun" userId="a5dd5dda71ea150a" providerId="LiveId" clId="{4E629A9E-169B-43D2-8FC1-06CC5420439C}" dt="2021-09-07T06:58:42.218" v="283" actId="20577"/>
          <ac:spMkLst>
            <pc:docMk/>
            <pc:sldMk cId="3172009584" sldId="1233"/>
            <ac:spMk id="62466" creationId="{00000000-0000-0000-0000-000000000000}"/>
          </ac:spMkLst>
        </pc:spChg>
        <pc:graphicFrameChg chg="del">
          <ac:chgData name="park sehun" userId="a5dd5dda71ea150a" providerId="LiveId" clId="{4E629A9E-169B-43D2-8FC1-06CC5420439C}" dt="2021-09-07T07:02:17.862" v="284" actId="478"/>
          <ac:graphicFrameMkLst>
            <pc:docMk/>
            <pc:sldMk cId="3172009584" sldId="1233"/>
            <ac:graphicFrameMk id="2" creationId="{462411EF-8BF7-4865-A7CA-2C03B3A22CB8}"/>
          </ac:graphicFrameMkLst>
        </pc:graphicFrameChg>
        <pc:graphicFrameChg chg="add mod modGraphic">
          <ac:chgData name="park sehun" userId="a5dd5dda71ea150a" providerId="LiveId" clId="{4E629A9E-169B-43D2-8FC1-06CC5420439C}" dt="2021-09-07T07:02:57.782" v="293" actId="20577"/>
          <ac:graphicFrameMkLst>
            <pc:docMk/>
            <pc:sldMk cId="3172009584" sldId="1233"/>
            <ac:graphicFrameMk id="3" creationId="{F972ACAB-92FC-40DA-8613-0626387DE447}"/>
          </ac:graphicFrameMkLst>
        </pc:graphicFrameChg>
      </pc:sldChg>
    </pc:docChg>
  </pc:docChgLst>
  <pc:docChgLst>
    <pc:chgData name="박세훈" userId="4366e275-7636-4ff4-83e8-8f60f30c3325" providerId="ADAL" clId="{609C31FC-AB7E-4EDE-99A7-416C956B3F4E}"/>
    <pc:docChg chg="modSld">
      <pc:chgData name="박세훈" userId="4366e275-7636-4ff4-83e8-8f60f30c3325" providerId="ADAL" clId="{609C31FC-AB7E-4EDE-99A7-416C956B3F4E}" dt="2019-08-01T02:28:55.842" v="239" actId="20577"/>
      <pc:docMkLst>
        <pc:docMk/>
      </pc:docMkLst>
      <pc:sldChg chg="modSp">
        <pc:chgData name="박세훈" userId="4366e275-7636-4ff4-83e8-8f60f30c3325" providerId="ADAL" clId="{609C31FC-AB7E-4EDE-99A7-416C956B3F4E}" dt="2019-07-31T06:20:17.583" v="15" actId="20577"/>
        <pc:sldMkLst>
          <pc:docMk/>
          <pc:sldMk cId="3764106884" sldId="1152"/>
        </pc:sldMkLst>
        <pc:graphicFrameChg chg="modGraphic">
          <ac:chgData name="박세훈" userId="4366e275-7636-4ff4-83e8-8f60f30c3325" providerId="ADAL" clId="{609C31FC-AB7E-4EDE-99A7-416C956B3F4E}" dt="2019-07-31T06:20:10.584" v="11" actId="20577"/>
          <ac:graphicFrameMkLst>
            <pc:docMk/>
            <pc:sldMk cId="3764106884" sldId="1152"/>
            <ac:graphicFrameMk id="19" creationId="{C2454F01-45DE-4066-B8BA-EA9E3D7BEE9D}"/>
          </ac:graphicFrameMkLst>
        </pc:graphicFrameChg>
        <pc:graphicFrameChg chg="modGraphic">
          <ac:chgData name="박세훈" userId="4366e275-7636-4ff4-83e8-8f60f30c3325" providerId="ADAL" clId="{609C31FC-AB7E-4EDE-99A7-416C956B3F4E}" dt="2019-07-31T06:20:17.583" v="15" actId="20577"/>
          <ac:graphicFrameMkLst>
            <pc:docMk/>
            <pc:sldMk cId="3764106884" sldId="1152"/>
            <ac:graphicFrameMk id="40" creationId="{11D23256-2AE9-4714-AE81-12DBF2360B9B}"/>
          </ac:graphicFrameMkLst>
        </pc:graphicFrameChg>
      </pc:sldChg>
      <pc:sldChg chg="modSp">
        <pc:chgData name="박세훈" userId="4366e275-7636-4ff4-83e8-8f60f30c3325" providerId="ADAL" clId="{609C31FC-AB7E-4EDE-99A7-416C956B3F4E}" dt="2019-07-31T06:23:43.268" v="51" actId="20577"/>
        <pc:sldMkLst>
          <pc:docMk/>
          <pc:sldMk cId="4285173849" sldId="1154"/>
        </pc:sldMkLst>
        <pc:spChg chg="mod">
          <ac:chgData name="박세훈" userId="4366e275-7636-4ff4-83e8-8f60f30c3325" providerId="ADAL" clId="{609C31FC-AB7E-4EDE-99A7-416C956B3F4E}" dt="2019-07-31T06:23:43.268" v="51" actId="20577"/>
          <ac:spMkLst>
            <pc:docMk/>
            <pc:sldMk cId="4285173849" sldId="1154"/>
            <ac:spMk id="54" creationId="{C29D6112-022A-4BE0-B087-9B0A74023A45}"/>
          </ac:spMkLst>
        </pc:spChg>
      </pc:sldChg>
      <pc:sldChg chg="addSp modSp modAnim">
        <pc:chgData name="박세훈" userId="4366e275-7636-4ff4-83e8-8f60f30c3325" providerId="ADAL" clId="{609C31FC-AB7E-4EDE-99A7-416C956B3F4E}" dt="2019-07-31T06:26:17.054" v="108"/>
        <pc:sldMkLst>
          <pc:docMk/>
          <pc:sldMk cId="1777842941" sldId="1156"/>
        </pc:sldMkLst>
        <pc:spChg chg="add mod">
          <ac:chgData name="박세훈" userId="4366e275-7636-4ff4-83e8-8f60f30c3325" providerId="ADAL" clId="{609C31FC-AB7E-4EDE-99A7-416C956B3F4E}" dt="2019-07-31T06:25:19.311" v="80" actId="1036"/>
          <ac:spMkLst>
            <pc:docMk/>
            <pc:sldMk cId="1777842941" sldId="1156"/>
            <ac:spMk id="17" creationId="{8CCA23C8-C5ED-4785-AA8D-296CEBB9B3E8}"/>
          </ac:spMkLst>
        </pc:spChg>
        <pc:spChg chg="mod">
          <ac:chgData name="박세훈" userId="4366e275-7636-4ff4-83e8-8f60f30c3325" providerId="ADAL" clId="{609C31FC-AB7E-4EDE-99A7-416C956B3F4E}" dt="2019-07-31T06:25:28.504" v="82" actId="14100"/>
          <ac:spMkLst>
            <pc:docMk/>
            <pc:sldMk cId="1777842941" sldId="1156"/>
            <ac:spMk id="18" creationId="{A08DE07F-65AF-4B40-B2E6-90FC79383F38}"/>
          </ac:spMkLst>
        </pc:spChg>
        <pc:spChg chg="add mod">
          <ac:chgData name="박세훈" userId="4366e275-7636-4ff4-83e8-8f60f30c3325" providerId="ADAL" clId="{609C31FC-AB7E-4EDE-99A7-416C956B3F4E}" dt="2019-07-31T06:25:36.832" v="102" actId="1036"/>
          <ac:spMkLst>
            <pc:docMk/>
            <pc:sldMk cId="1777842941" sldId="1156"/>
            <ac:spMk id="21" creationId="{B121259A-A5B8-4563-8DC5-07161BFC1B7C}"/>
          </ac:spMkLst>
        </pc:spChg>
      </pc:sldChg>
      <pc:sldChg chg="addSp modSp modAnim">
        <pc:chgData name="박세훈" userId="4366e275-7636-4ff4-83e8-8f60f30c3325" providerId="ADAL" clId="{609C31FC-AB7E-4EDE-99A7-416C956B3F4E}" dt="2019-07-31T06:29:01.990" v="154"/>
        <pc:sldMkLst>
          <pc:docMk/>
          <pc:sldMk cId="2271035624" sldId="1157"/>
        </pc:sldMkLst>
        <pc:spChg chg="add mod">
          <ac:chgData name="박세훈" userId="4366e275-7636-4ff4-83e8-8f60f30c3325" providerId="ADAL" clId="{609C31FC-AB7E-4EDE-99A7-416C956B3F4E}" dt="2019-07-31T06:28:39.584" v="151" actId="1038"/>
          <ac:spMkLst>
            <pc:docMk/>
            <pc:sldMk cId="2271035624" sldId="1157"/>
            <ac:spMk id="18" creationId="{EA28FB49-DD12-4A8B-8B00-94611820E88F}"/>
          </ac:spMkLst>
        </pc:spChg>
        <pc:spChg chg="mod">
          <ac:chgData name="박세훈" userId="4366e275-7636-4ff4-83e8-8f60f30c3325" providerId="ADAL" clId="{609C31FC-AB7E-4EDE-99A7-416C956B3F4E}" dt="2019-07-31T06:28:18.771" v="117" actId="1036"/>
          <ac:spMkLst>
            <pc:docMk/>
            <pc:sldMk cId="2271035624" sldId="1157"/>
            <ac:spMk id="19" creationId="{B19E5790-A90B-426B-B180-CB93927403AD}"/>
          </ac:spMkLst>
        </pc:spChg>
      </pc:sldChg>
      <pc:sldChg chg="modSp">
        <pc:chgData name="박세훈" userId="4366e275-7636-4ff4-83e8-8f60f30c3325" providerId="ADAL" clId="{609C31FC-AB7E-4EDE-99A7-416C956B3F4E}" dt="2019-07-31T06:29:46.259" v="156" actId="20577"/>
        <pc:sldMkLst>
          <pc:docMk/>
          <pc:sldMk cId="3679666517" sldId="1158"/>
        </pc:sldMkLst>
        <pc:spChg chg="mod">
          <ac:chgData name="박세훈" userId="4366e275-7636-4ff4-83e8-8f60f30c3325" providerId="ADAL" clId="{609C31FC-AB7E-4EDE-99A7-416C956B3F4E}" dt="2019-07-31T06:29:46.259" v="156" actId="20577"/>
          <ac:spMkLst>
            <pc:docMk/>
            <pc:sldMk cId="3679666517" sldId="1158"/>
            <ac:spMk id="44" creationId="{727562B9-8878-4278-9562-A47A4B642F76}"/>
          </ac:spMkLst>
        </pc:spChg>
      </pc:sldChg>
      <pc:sldChg chg="addSp modSp">
        <pc:chgData name="박세훈" userId="4366e275-7636-4ff4-83e8-8f60f30c3325" providerId="ADAL" clId="{609C31FC-AB7E-4EDE-99A7-416C956B3F4E}" dt="2019-08-01T01:50:27.758" v="218" actId="20577"/>
        <pc:sldMkLst>
          <pc:docMk/>
          <pc:sldMk cId="983703584" sldId="1164"/>
        </pc:sldMkLst>
        <pc:spChg chg="mod">
          <ac:chgData name="박세훈" userId="4366e275-7636-4ff4-83e8-8f60f30c3325" providerId="ADAL" clId="{609C31FC-AB7E-4EDE-99A7-416C956B3F4E}" dt="2019-08-01T01:40:30.890" v="176" actId="20577"/>
          <ac:spMkLst>
            <pc:docMk/>
            <pc:sldMk cId="983703584" sldId="1164"/>
            <ac:spMk id="20" creationId="{3ADE5AFA-996E-4B85-A427-672BE783970C}"/>
          </ac:spMkLst>
        </pc:spChg>
        <pc:spChg chg="add mod">
          <ac:chgData name="박세훈" userId="4366e275-7636-4ff4-83e8-8f60f30c3325" providerId="ADAL" clId="{609C31FC-AB7E-4EDE-99A7-416C956B3F4E}" dt="2019-08-01T01:50:27.758" v="218" actId="20577"/>
          <ac:spMkLst>
            <pc:docMk/>
            <pc:sldMk cId="983703584" sldId="1164"/>
            <ac:spMk id="41" creationId="{4CCC8F21-7681-43E7-80B1-8FC8F12F30F5}"/>
          </ac:spMkLst>
        </pc:spChg>
      </pc:sldChg>
      <pc:sldChg chg="modSp">
        <pc:chgData name="박세훈" userId="4366e275-7636-4ff4-83e8-8f60f30c3325" providerId="ADAL" clId="{609C31FC-AB7E-4EDE-99A7-416C956B3F4E}" dt="2019-08-01T02:05:19.524" v="222" actId="20577"/>
        <pc:sldMkLst>
          <pc:docMk/>
          <pc:sldMk cId="3201306767" sldId="1166"/>
        </pc:sldMkLst>
        <pc:spChg chg="mod">
          <ac:chgData name="박세훈" userId="4366e275-7636-4ff4-83e8-8f60f30c3325" providerId="ADAL" clId="{609C31FC-AB7E-4EDE-99A7-416C956B3F4E}" dt="2019-08-01T02:05:19.524" v="222" actId="20577"/>
          <ac:spMkLst>
            <pc:docMk/>
            <pc:sldMk cId="3201306767" sldId="1166"/>
            <ac:spMk id="43" creationId="{468E54AA-C01B-43DD-B3F9-09022E6ED58E}"/>
          </ac:spMkLst>
        </pc:spChg>
      </pc:sldChg>
      <pc:sldChg chg="modSp">
        <pc:chgData name="박세훈" userId="4366e275-7636-4ff4-83e8-8f60f30c3325" providerId="ADAL" clId="{609C31FC-AB7E-4EDE-99A7-416C956B3F4E}" dt="2019-08-01T02:28:55.842" v="239" actId="20577"/>
        <pc:sldMkLst>
          <pc:docMk/>
          <pc:sldMk cId="741583921" sldId="1167"/>
        </pc:sldMkLst>
        <pc:spChg chg="mod">
          <ac:chgData name="박세훈" userId="4366e275-7636-4ff4-83e8-8f60f30c3325" providerId="ADAL" clId="{609C31FC-AB7E-4EDE-99A7-416C956B3F4E}" dt="2019-08-01T02:28:55.842" v="239" actId="20577"/>
          <ac:spMkLst>
            <pc:docMk/>
            <pc:sldMk cId="741583921" sldId="1167"/>
            <ac:spMk id="16" creationId="{6251FF9E-CA67-4418-9E0F-826287B63E8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31338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348B15C-2670-41FB-9D71-D399A372F82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983978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0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05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116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16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431338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EE53C47-703D-469E-97B4-11BA20746AD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936489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01229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3273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5617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fetch_peek_dbval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() :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regu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  <a:sym typeface="Wingdings" panose="05000000000000000000" pitchFamily="2" charset="2"/>
              </a:rPr>
              <a:t>db_value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  <a:sym typeface="Wingdings" panose="05000000000000000000" pitchFamily="2" charset="2"/>
              </a:rPr>
              <a:t>, regular variable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  <a:sym typeface="Wingdings" panose="05000000000000000000" pitchFamily="2" charset="2"/>
              </a:rPr>
              <a:t>에서 데이터 가져오는 함수</a:t>
            </a: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7170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501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6370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1443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48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769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230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7745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4146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383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A5DCD-77BC-4D0E-AB62-2E29CBD74EC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02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08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78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58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395536" y="764704"/>
            <a:ext cx="8352928" cy="45719"/>
          </a:xfrm>
          <a:prstGeom prst="roundRect">
            <a:avLst/>
          </a:prstGeom>
          <a:gradFill flip="none" rotWithShape="1">
            <a:gsLst>
              <a:gs pos="0">
                <a:srgbClr val="C00000"/>
              </a:gs>
              <a:gs pos="50000">
                <a:srgbClr val="F5BBBB"/>
              </a:gs>
              <a:gs pos="100000">
                <a:srgbClr val="F4E2E2"/>
              </a:gs>
            </a:gsLst>
            <a:path path="circle">
              <a:fillToRect r="100000" b="100000"/>
            </a:path>
            <a:tileRect l="-100000" t="-100000"/>
          </a:gradFill>
          <a:ln w="3175" cap="rnd">
            <a:gradFill>
              <a:gsLst>
                <a:gs pos="0">
                  <a:srgbClr val="C00000"/>
                </a:gs>
                <a:gs pos="50000">
                  <a:srgbClr val="F5BBBB"/>
                </a:gs>
                <a:gs pos="100000">
                  <a:srgbClr val="F4E2E2"/>
                </a:gs>
              </a:gsLst>
              <a:lin ang="5400000" scaled="0"/>
            </a:gra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나눔고딕" pitchFamily="50" charset="-127"/>
                <a:ea typeface="나눔고딕" pitchFamily="50" charset="-127"/>
              </a:defRPr>
            </a:lvl1pPr>
            <a:lvl2pPr>
              <a:defRPr sz="1200">
                <a:latin typeface="나눔고딕" pitchFamily="50" charset="-127"/>
                <a:ea typeface="나눔고딕" pitchFamily="50" charset="-127"/>
              </a:defRPr>
            </a:lvl2pPr>
            <a:lvl3pPr>
              <a:defRPr sz="1100">
                <a:latin typeface="나눔고딕" pitchFamily="50" charset="-127"/>
                <a:ea typeface="나눔고딕" pitchFamily="50" charset="-127"/>
              </a:defRPr>
            </a:lvl3pPr>
            <a:lvl4pPr>
              <a:defRPr sz="1100">
                <a:latin typeface="나눔고딕" pitchFamily="50" charset="-127"/>
                <a:ea typeface="나눔고딕" pitchFamily="50" charset="-127"/>
              </a:defRPr>
            </a:lvl4pPr>
            <a:lvl5pPr>
              <a:defRPr sz="1100"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553200" y="6311900"/>
            <a:ext cx="2133600" cy="40957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pPr>
              <a:defRPr/>
            </a:pPr>
            <a:fld id="{EAC14C25-81AC-4AF3-97DC-113E56CD0A9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8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A5DCD-77BC-4D0E-AB62-2E29CBD74EC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8022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CUBRID 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15207" y="6415718"/>
            <a:ext cx="1463040" cy="299453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368588" y="6495746"/>
            <a:ext cx="26452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© 2011 CUBRID Co., Ltd. All rights reserved.</a:t>
            </a:r>
            <a:endParaRPr lang="ko-KR" altLang="en-US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5313846"/>
            <a:ext cx="9144000" cy="1544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그림 7" descr="cubrid-logo-big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406776" y="6202532"/>
            <a:ext cx="1584000" cy="4931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나눔고딕" pitchFamily="50" charset="-127"/>
                <a:ea typeface="나눔고딕" pitchFamily="50" charset="-127"/>
              </a:defRPr>
            </a:lvl1pPr>
            <a:lvl2pPr>
              <a:defRPr sz="1200">
                <a:latin typeface="나눔고딕" pitchFamily="50" charset="-127"/>
                <a:ea typeface="나눔고딕" pitchFamily="50" charset="-127"/>
              </a:defRPr>
            </a:lvl2pPr>
            <a:lvl3pPr>
              <a:defRPr sz="1100">
                <a:latin typeface="나눔고딕" pitchFamily="50" charset="-127"/>
                <a:ea typeface="나눔고딕" pitchFamily="50" charset="-127"/>
              </a:defRPr>
            </a:lvl3pPr>
            <a:lvl4pPr>
              <a:defRPr sz="1100">
                <a:latin typeface="나눔고딕" pitchFamily="50" charset="-127"/>
                <a:ea typeface="나눔고딕" pitchFamily="50" charset="-127"/>
              </a:defRPr>
            </a:lvl4pPr>
            <a:lvl5pPr>
              <a:defRPr sz="1100"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fld id="{5C4604D4-4702-4E3E-9945-7EF825D4584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 descr="cubrid-logo-big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84368" y="6351212"/>
            <a:ext cx="1106408" cy="344436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07504" y="6495746"/>
            <a:ext cx="26452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© 2023 </a:t>
            </a:r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CUBRID Co., Ltd. All rights reserved.</a:t>
            </a:r>
            <a:endParaRPr lang="ko-KR" altLang="en-US" sz="9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395536" y="768978"/>
            <a:ext cx="8280920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34BAE1B7-DCD2-4BBC-BBC7-276E03FCA526}"/>
              </a:ext>
            </a:extLst>
          </p:cNvPr>
          <p:cNvSpPr txBox="1">
            <a:spLocks/>
          </p:cNvSpPr>
          <p:nvPr userDrawn="1"/>
        </p:nvSpPr>
        <p:spPr>
          <a:xfrm>
            <a:off x="3923928" y="6474602"/>
            <a:ext cx="858471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8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80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16" r:id="rId1"/>
    <p:sldLayoutId id="2147484681" r:id="rId2"/>
    <p:sldLayoutId id="2147484682" r:id="rId3"/>
    <p:sldLayoutId id="2147484683" r:id="rId4"/>
    <p:sldLayoutId id="2147484760" r:id="rId5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604D4-4702-4E3E-9945-7EF825D4584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9" r:id="rId1"/>
    <p:sldLayoutId id="2147484753" r:id="rId2"/>
    <p:sldLayoutId id="2147484755" r:id="rId3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23528" y="332657"/>
            <a:ext cx="84729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How is the query executed?</a:t>
            </a:r>
            <a:endParaRPr lang="en-US" altLang="ko-KR" sz="4400" b="1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2175248"/>
            <a:ext cx="5760640" cy="32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Date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: 2023-03-13</a:t>
            </a:r>
            <a:endParaRPr lang="en-US" altLang="ko-KR" sz="12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6BF3612-607F-F86A-F113-473F74B3C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621122"/>
              </p:ext>
            </p:extLst>
          </p:nvPr>
        </p:nvGraphicFramePr>
        <p:xfrm>
          <a:off x="6483553" y="3483590"/>
          <a:ext cx="1933746" cy="1169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7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36058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PLANTYPE_SCAN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808965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solidFill>
                  <a:srgbClr val="333333"/>
                </a:solidFill>
                <a:latin typeface="Arial" panose="020B0604020202020204" pitchFamily="34" charset="0"/>
              </a:rPr>
              <a:t>Query in optimizer</a:t>
            </a:r>
            <a:endParaRPr lang="ko-KR" altLang="en-US" sz="1400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6D730597-4454-4782-AD00-2BBDB55A3DA0}"/>
              </a:ext>
            </a:extLst>
          </p:cNvPr>
          <p:cNvSpPr txBox="1">
            <a:spLocks/>
          </p:cNvSpPr>
          <p:nvPr/>
        </p:nvSpPr>
        <p:spPr bwMode="auto">
          <a:xfrm>
            <a:off x="107504" y="2564904"/>
            <a:ext cx="2952328" cy="144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/>
              <a:t>Select a.col, b.col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from tbl1 a, tbl2 b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where </a:t>
            </a:r>
            <a:r>
              <a:rPr kumimoji="0" lang="en-US" altLang="ko-KR">
                <a:solidFill>
                  <a:srgbClr val="FF0000"/>
                </a:solidFill>
              </a:rPr>
              <a:t>a.col1 = b.col1 (join term)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and </a:t>
            </a:r>
            <a:r>
              <a:rPr kumimoji="0" lang="en-US" altLang="ko-KR">
                <a:solidFill>
                  <a:srgbClr val="0070C0"/>
                </a:solidFill>
              </a:rPr>
              <a:t>a.col2 = 1 (sargs term)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and </a:t>
            </a:r>
            <a:r>
              <a:rPr kumimoji="0" lang="en-US" altLang="ko-KR">
                <a:solidFill>
                  <a:srgbClr val="0070C0"/>
                </a:solidFill>
              </a:rPr>
              <a:t>b.col2 = 1 (sargs term)</a:t>
            </a:r>
            <a:endParaRPr kumimoji="0" lang="en-US" altLang="ko-KR" dirty="0">
              <a:solidFill>
                <a:srgbClr val="0070C0"/>
              </a:solidFill>
            </a:endParaRPr>
          </a:p>
          <a:p>
            <a:pPr fontAlgn="auto">
              <a:spcAft>
                <a:spcPts val="0"/>
              </a:spcAft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pic>
        <p:nvPicPr>
          <p:cNvPr id="3" name="그래픽 2" descr="화살표: 일자형">
            <a:extLst>
              <a:ext uri="{FF2B5EF4-FFF2-40B4-BE49-F238E27FC236}">
                <a16:creationId xmlns:a16="http://schemas.microsoft.com/office/drawing/2014/main" id="{B4022133-55D1-C424-0F7C-30E783E6D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075699" y="3001569"/>
            <a:ext cx="560197" cy="571446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A6FE3C3-DC77-255A-E438-AD09485AD80F}"/>
              </a:ext>
            </a:extLst>
          </p:cNvPr>
          <p:cNvSpPr txBox="1">
            <a:spLocks/>
          </p:cNvSpPr>
          <p:nvPr/>
        </p:nvSpPr>
        <p:spPr bwMode="auto">
          <a:xfrm>
            <a:off x="6454678" y="3859110"/>
            <a:ext cx="1522512" cy="73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 sz="1000"/>
              <a:t>Select b.col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/>
              <a:t>  from tbl2 b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/>
              <a:t>where </a:t>
            </a:r>
            <a:r>
              <a:rPr kumimoji="0" lang="en-US" altLang="ko-KR" sz="1000">
                <a:solidFill>
                  <a:srgbClr val="FF0000"/>
                </a:solidFill>
              </a:rPr>
              <a:t>a.col1 = b.col1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>
                <a:solidFill>
                  <a:srgbClr val="FF0000"/>
                </a:solidFill>
              </a:rPr>
              <a:t>   </a:t>
            </a:r>
            <a:r>
              <a:rPr kumimoji="0" lang="en-US" altLang="ko-KR" sz="1000"/>
              <a:t>and </a:t>
            </a:r>
            <a:r>
              <a:rPr kumimoji="0" lang="en-US" altLang="ko-KR" sz="1000">
                <a:solidFill>
                  <a:srgbClr val="0070C0"/>
                </a:solidFill>
              </a:rPr>
              <a:t>b.col2 = 1</a:t>
            </a:r>
            <a:endParaRPr kumimoji="0" lang="en-US" altLang="ko-KR" sz="1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1BA608B-A891-3669-1E4A-6B8E7AD0F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045298"/>
              </p:ext>
            </p:extLst>
          </p:nvPr>
        </p:nvGraphicFramePr>
        <p:xfrm>
          <a:off x="5274881" y="2404851"/>
          <a:ext cx="1933746" cy="752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7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405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PLANTYPE_JOIN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785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/>
                        <a:t>outer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inner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5D80D12-16FD-322B-2C83-881575F08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719849"/>
              </p:ext>
            </p:extLst>
          </p:nvPr>
        </p:nvGraphicFramePr>
        <p:xfrm>
          <a:off x="3881640" y="3472800"/>
          <a:ext cx="1933746" cy="889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7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26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PLANTYPE_SCAN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15439">
                <a:tc>
                  <a:txBody>
                    <a:bodyPr/>
                    <a:lstStyle/>
                    <a:p>
                      <a:pPr marL="0" indent="0" fontAlgn="auto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/>
                        <a:t>Select a.col</a:t>
                      </a:r>
                    </a:p>
                    <a:p>
                      <a:pPr marL="0" indent="0" fontAlgn="auto"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1000"/>
                        <a:t>  from tbl1 a</a:t>
                      </a:r>
                    </a:p>
                    <a:p>
                      <a:pPr marL="0" indent="0" fontAlgn="auto"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1000"/>
                        <a:t>where </a:t>
                      </a:r>
                      <a:r>
                        <a:rPr kumimoji="0" lang="en-US" altLang="ko-KR" sz="1000">
                          <a:solidFill>
                            <a:srgbClr val="0070C0"/>
                          </a:solidFill>
                        </a:rPr>
                        <a:t>a.col2 = 1</a:t>
                      </a:r>
                      <a:endParaRPr kumimoji="0" lang="en-US" altLang="ko-KR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28ECADC2-648F-EFD5-62FB-1D0BF377234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71959" y="2945331"/>
            <a:ext cx="603988" cy="40070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A5FCFE0E-71CE-D9C2-1F53-429F8497218F}"/>
              </a:ext>
            </a:extLst>
          </p:cNvPr>
          <p:cNvCxnSpPr>
            <a:cxnSpLocks/>
          </p:cNvCxnSpPr>
          <p:nvPr/>
        </p:nvCxnSpPr>
        <p:spPr>
          <a:xfrm rot="16200000" flipV="1">
            <a:off x="6148068" y="2140645"/>
            <a:ext cx="444635" cy="2191009"/>
          </a:xfrm>
          <a:prstGeom prst="bentConnector4">
            <a:avLst>
              <a:gd name="adj1" fmla="val 41097"/>
              <a:gd name="adj2" fmla="val 1104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4">
            <a:extLst>
              <a:ext uri="{FF2B5EF4-FFF2-40B4-BE49-F238E27FC236}">
                <a16:creationId xmlns:a16="http://schemas.microsoft.com/office/drawing/2014/main" id="{21BFBD4C-933F-B1A8-F0D0-1E094D09D6F9}"/>
              </a:ext>
            </a:extLst>
          </p:cNvPr>
          <p:cNvSpPr txBox="1">
            <a:spLocks/>
          </p:cNvSpPr>
          <p:nvPr/>
        </p:nvSpPr>
        <p:spPr bwMode="auto">
          <a:xfrm>
            <a:off x="5430860" y="1895670"/>
            <a:ext cx="1621788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Execution plan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7" name="내용 개체 틀 4">
            <a:extLst>
              <a:ext uri="{FF2B5EF4-FFF2-40B4-BE49-F238E27FC236}">
                <a16:creationId xmlns:a16="http://schemas.microsoft.com/office/drawing/2014/main" id="{5D5259CD-3D80-E509-3883-08DB50AEA414}"/>
              </a:ext>
            </a:extLst>
          </p:cNvPr>
          <p:cNvSpPr txBox="1">
            <a:spLocks/>
          </p:cNvSpPr>
          <p:nvPr/>
        </p:nvSpPr>
        <p:spPr bwMode="auto">
          <a:xfrm>
            <a:off x="1108897" y="1926167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Query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21543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6BF3612-607F-F86A-F113-473F74B3C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400374"/>
              </p:ext>
            </p:extLst>
          </p:nvPr>
        </p:nvGraphicFramePr>
        <p:xfrm>
          <a:off x="2273222" y="3483590"/>
          <a:ext cx="1933746" cy="1169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7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36058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PLANTYPE_SCAN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808965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solidFill>
                  <a:srgbClr val="333333"/>
                </a:solidFill>
                <a:latin typeface="Arial" panose="020B0604020202020204" pitchFamily="34" charset="0"/>
              </a:rPr>
              <a:t>Plan in XASL generator</a:t>
            </a:r>
            <a:endParaRPr lang="ko-KR" altLang="en-US" sz="1400" dirty="0"/>
          </a:p>
        </p:txBody>
      </p:sp>
      <p:pic>
        <p:nvPicPr>
          <p:cNvPr id="3" name="그래픽 2" descr="화살표: 일자형">
            <a:extLst>
              <a:ext uri="{FF2B5EF4-FFF2-40B4-BE49-F238E27FC236}">
                <a16:creationId xmlns:a16="http://schemas.microsoft.com/office/drawing/2014/main" id="{B4022133-55D1-C424-0F7C-30E783E6D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355976" y="2852936"/>
            <a:ext cx="560197" cy="571446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A6FE3C3-DC77-255A-E438-AD09485AD80F}"/>
              </a:ext>
            </a:extLst>
          </p:cNvPr>
          <p:cNvSpPr txBox="1">
            <a:spLocks/>
          </p:cNvSpPr>
          <p:nvPr/>
        </p:nvSpPr>
        <p:spPr bwMode="auto">
          <a:xfrm>
            <a:off x="2253127" y="3849485"/>
            <a:ext cx="1522512" cy="731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 sz="1000"/>
              <a:t>Select b.col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/>
              <a:t>  from tbl2 b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/>
              <a:t>where </a:t>
            </a:r>
            <a:r>
              <a:rPr kumimoji="0" lang="en-US" altLang="ko-KR" sz="1000">
                <a:solidFill>
                  <a:srgbClr val="FF0000"/>
                </a:solidFill>
              </a:rPr>
              <a:t>a.col1 = b.col1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>
                <a:solidFill>
                  <a:srgbClr val="FF0000"/>
                </a:solidFill>
              </a:rPr>
              <a:t>   </a:t>
            </a:r>
            <a:r>
              <a:rPr kumimoji="0" lang="en-US" altLang="ko-KR" sz="1000"/>
              <a:t>and </a:t>
            </a:r>
            <a:r>
              <a:rPr kumimoji="0" lang="en-US" altLang="ko-KR" sz="1000">
                <a:solidFill>
                  <a:srgbClr val="0070C0"/>
                </a:solidFill>
              </a:rPr>
              <a:t>b.col2 = 1</a:t>
            </a:r>
            <a:endParaRPr kumimoji="0" lang="en-US" altLang="ko-KR" sz="1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1BA608B-A891-3669-1E4A-6B8E7AD0F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54933"/>
              </p:ext>
            </p:extLst>
          </p:nvPr>
        </p:nvGraphicFramePr>
        <p:xfrm>
          <a:off x="1428737" y="2404851"/>
          <a:ext cx="1933746" cy="752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7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405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PLANTYPE_JOIN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785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/>
                        <a:t>outer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inner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5D80D12-16FD-322B-2C83-881575F08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129731"/>
              </p:ext>
            </p:extLst>
          </p:nvPr>
        </p:nvGraphicFramePr>
        <p:xfrm>
          <a:off x="35496" y="3472800"/>
          <a:ext cx="1933746" cy="889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74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26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PLANTYPE_SCAN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15439">
                <a:tc>
                  <a:txBody>
                    <a:bodyPr/>
                    <a:lstStyle/>
                    <a:p>
                      <a:pPr marL="0" indent="0" fontAlgn="auto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/>
                        <a:t>Select a.col</a:t>
                      </a:r>
                    </a:p>
                    <a:p>
                      <a:pPr marL="0" indent="0" fontAlgn="auto"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1000"/>
                        <a:t>  from tbl1 a</a:t>
                      </a:r>
                    </a:p>
                    <a:p>
                      <a:pPr marL="0" indent="0" fontAlgn="auto"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1000"/>
                        <a:t>where </a:t>
                      </a:r>
                      <a:r>
                        <a:rPr kumimoji="0" lang="en-US" altLang="ko-KR" sz="1000">
                          <a:solidFill>
                            <a:srgbClr val="0070C0"/>
                          </a:solidFill>
                        </a:rPr>
                        <a:t>a.col2 = 1</a:t>
                      </a:r>
                      <a:endParaRPr kumimoji="0" lang="en-US" altLang="ko-KR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28ECADC2-648F-EFD5-62FB-1D0BF377234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25815" y="2945331"/>
            <a:ext cx="603988" cy="40070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A5FCFE0E-71CE-D9C2-1F53-429F8497218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301924" y="2140645"/>
            <a:ext cx="444635" cy="2191009"/>
          </a:xfrm>
          <a:prstGeom prst="bentConnector4">
            <a:avLst>
              <a:gd name="adj1" fmla="val 41097"/>
              <a:gd name="adj2" fmla="val 1104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내용 개체 틀 4">
            <a:extLst>
              <a:ext uri="{FF2B5EF4-FFF2-40B4-BE49-F238E27FC236}">
                <a16:creationId xmlns:a16="http://schemas.microsoft.com/office/drawing/2014/main" id="{21BFBD4C-933F-B1A8-F0D0-1E094D09D6F9}"/>
              </a:ext>
            </a:extLst>
          </p:cNvPr>
          <p:cNvSpPr txBox="1">
            <a:spLocks/>
          </p:cNvSpPr>
          <p:nvPr/>
        </p:nvSpPr>
        <p:spPr bwMode="auto">
          <a:xfrm>
            <a:off x="1584716" y="1895670"/>
            <a:ext cx="1621788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Execution plan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CEE0B3E-7AA9-A278-6EC1-6856A1572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231132"/>
              </p:ext>
            </p:extLst>
          </p:nvPr>
        </p:nvGraphicFramePr>
        <p:xfrm>
          <a:off x="5182089" y="2401888"/>
          <a:ext cx="1406135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13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/>
                        <a:t>Class : tbl1 a</a:t>
                      </a:r>
                    </a:p>
                    <a:p>
                      <a:pPr latinLnBrk="1"/>
                      <a:r>
                        <a:rPr lang="en-US" altLang="ko-KR" sz="1200" b="1"/>
                        <a:t>Pred : </a:t>
                      </a:r>
                      <a:r>
                        <a:rPr kumimoji="0" lang="en-US" altLang="ko-KR" sz="1200">
                          <a:solidFill>
                            <a:srgbClr val="0070C0"/>
                          </a:solidFill>
                        </a:rPr>
                        <a:t>a.col2 = 1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B55AFF6-FDC5-97C4-D30D-B18149488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99350"/>
              </p:ext>
            </p:extLst>
          </p:nvPr>
        </p:nvGraphicFramePr>
        <p:xfrm>
          <a:off x="7156789" y="3381744"/>
          <a:ext cx="1807699" cy="112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69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102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853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/>
                        <a:t>Class : tbl2 b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/>
                        <a:t>Pred : 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a.col1 = b.col1</a:t>
                      </a:r>
                      <a:r>
                        <a:rPr lang="en-US" altLang="ko-KR" sz="1200" b="1"/>
                        <a:t> </a:t>
                      </a:r>
                    </a:p>
                    <a:p>
                      <a:pPr latinLnBrk="1"/>
                      <a:r>
                        <a:rPr kumimoji="0" lang="en-US" altLang="ko-KR" sz="1200" b="1">
                          <a:solidFill>
                            <a:srgbClr val="0070C0"/>
                          </a:solidFill>
                        </a:rPr>
                        <a:t>         </a:t>
                      </a:r>
                      <a:r>
                        <a:rPr kumimoji="0" lang="en-US" altLang="ko-KR" sz="1200">
                          <a:solidFill>
                            <a:srgbClr val="0070C0"/>
                          </a:solidFill>
                        </a:rPr>
                        <a:t>a.col2 = 1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9C272C6D-7211-75DA-6B2E-D17EFCAE88CA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6588224" y="3095464"/>
            <a:ext cx="568565" cy="84996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652C90F3-AF92-9A13-670F-0B6A649B44FF}"/>
              </a:ext>
            </a:extLst>
          </p:cNvPr>
          <p:cNvSpPr txBox="1">
            <a:spLocks/>
          </p:cNvSpPr>
          <p:nvPr/>
        </p:nvSpPr>
        <p:spPr bwMode="auto">
          <a:xfrm>
            <a:off x="6444208" y="1916832"/>
            <a:ext cx="720080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XASL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24" name="내용 개체 틀 4">
            <a:extLst>
              <a:ext uri="{FF2B5EF4-FFF2-40B4-BE49-F238E27FC236}">
                <a16:creationId xmlns:a16="http://schemas.microsoft.com/office/drawing/2014/main" id="{FEDB06C3-AA45-353A-66D5-F7D794A0116E}"/>
              </a:ext>
            </a:extLst>
          </p:cNvPr>
          <p:cNvSpPr txBox="1">
            <a:spLocks/>
          </p:cNvSpPr>
          <p:nvPr/>
        </p:nvSpPr>
        <p:spPr bwMode="auto">
          <a:xfrm>
            <a:off x="6810194" y="3175228"/>
            <a:ext cx="720080" cy="20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800" b="1"/>
              <a:t>Scan ptr</a:t>
            </a:r>
            <a:endParaRPr kumimoji="0" lang="en-US" altLang="ko-KR" sz="8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7788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solidFill>
                  <a:srgbClr val="333333"/>
                </a:solidFill>
                <a:latin typeface="Arial" panose="020B0604020202020204" pitchFamily="34" charset="0"/>
              </a:rPr>
              <a:t>Column in XASL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85192" y="1590997"/>
            <a:ext cx="2106960" cy="10801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/>
              <a:t>SELECT b.col1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FROM </a:t>
            </a:r>
            <a:r>
              <a:rPr lang="en-US" altLang="ko-KR"/>
              <a:t>table b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/>
              <a:t>WHERE </a:t>
            </a:r>
            <a:r>
              <a:rPr lang="en-US" altLang="ko-KR">
                <a:solidFill>
                  <a:srgbClr val="C00000"/>
                </a:solidFill>
              </a:rPr>
              <a:t>a.col1 = b.col1</a:t>
            </a:r>
          </a:p>
          <a:p>
            <a:pPr marL="0" indent="0">
              <a:buNone/>
            </a:pPr>
            <a:r>
              <a:rPr lang="en-US" altLang="ko-KR">
                <a:solidFill>
                  <a:srgbClr val="FF0000"/>
                </a:solidFill>
              </a:rPr>
              <a:t>      </a:t>
            </a:r>
            <a:r>
              <a:rPr lang="en-US" altLang="ko-KR"/>
              <a:t>and </a:t>
            </a:r>
            <a:r>
              <a:rPr lang="en-US" altLang="ko-KR">
                <a:solidFill>
                  <a:schemeClr val="tx2"/>
                </a:solidFill>
              </a:rPr>
              <a:t>b.col2 = 1</a:t>
            </a:r>
            <a:endParaRPr lang="ko-KR" altLang="en-US" dirty="0">
              <a:solidFill>
                <a:schemeClr val="tx2"/>
              </a:solidFill>
            </a:endParaRPr>
          </a:p>
          <a:p>
            <a:pPr marL="0" indent="0" eaLnBrk="1" hangingPunct="1">
              <a:buNone/>
            </a:pPr>
            <a:endParaRPr lang="en-US" altLang="ko-KR" dirty="0"/>
          </a:p>
          <a:p>
            <a:pPr lvl="2" eaLnBrk="1" hangingPunct="1"/>
            <a:endParaRPr lang="en-US" altLang="ko-KR" dirty="0"/>
          </a:p>
        </p:txBody>
      </p: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30748" y="991504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QUERY</a:t>
            </a:r>
            <a:endParaRPr kumimoji="0" lang="en-US" altLang="ko-KR" sz="1600" b="1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407596" y="980728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97683696-278D-4121-8A19-41B4351FC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831503"/>
              </p:ext>
            </p:extLst>
          </p:nvPr>
        </p:nvGraphicFramePr>
        <p:xfrm>
          <a:off x="5093435" y="1446980"/>
          <a:ext cx="1375655" cy="144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CONSTANT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dbval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</a:t>
                      </a:r>
                      <a:r>
                        <a:rPr lang="en-US" altLang="ko-KR" sz="1000" b="0" dirty="0" err="1"/>
                        <a:t>dbvalptr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</a:t>
                      </a:r>
                      <a:r>
                        <a:rPr lang="en-US" altLang="ko-KR" sz="1000" b="0" dirty="0" err="1"/>
                        <a:t>arithptr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funcp</a:t>
                      </a:r>
                      <a:r>
                        <a:rPr lang="en-US" altLang="ko-KR" sz="1000" b="0" dirty="0"/>
                        <a:t>  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26D7176C-82C6-4913-B4FD-8B23D6547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95597"/>
              </p:ext>
            </p:extLst>
          </p:nvPr>
        </p:nvGraphicFramePr>
        <p:xfrm>
          <a:off x="6796745" y="1480837"/>
          <a:ext cx="1375655" cy="139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/>
                        <a:t>domain.type</a:t>
                      </a:r>
                      <a:r>
                        <a:rPr lang="en-US" altLang="ko-KR" sz="1000" b="0" dirty="0"/>
                        <a:t> = 1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DB_DATA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</a:t>
                      </a:r>
                      <a:r>
                        <a:rPr lang="en-US" altLang="ko-KR" sz="1000" b="0" dirty="0" err="1"/>
                        <a:t>i</a:t>
                      </a:r>
                      <a:r>
                        <a:rPr lang="en-US" altLang="ko-KR" sz="1000" b="0" dirty="0"/>
                        <a:t> (int)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d (double)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char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…..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6D7916D-65EE-4C89-BB24-EB18BB7BD71B}"/>
              </a:ext>
            </a:extLst>
          </p:cNvPr>
          <p:cNvCxnSpPr>
            <a:cxnSpLocks/>
          </p:cNvCxnSpPr>
          <p:nvPr/>
        </p:nvCxnSpPr>
        <p:spPr>
          <a:xfrm flipH="1">
            <a:off x="6250242" y="2483140"/>
            <a:ext cx="54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59729F81-55FF-4FB5-A251-F9BFED963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978614"/>
              </p:ext>
            </p:extLst>
          </p:nvPr>
        </p:nvGraphicFramePr>
        <p:xfrm>
          <a:off x="5085051" y="4647024"/>
          <a:ext cx="1375655" cy="144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ATTR_ID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</a:t>
                      </a:r>
                      <a:r>
                        <a:rPr lang="en-US" altLang="ko-KR" sz="1000" b="0" dirty="0" err="1"/>
                        <a:t>attr_descr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id = 0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type = INT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</a:t>
                      </a:r>
                      <a:r>
                        <a:rPr lang="en-US" altLang="ko-KR" sz="1000" b="0" dirty="0" err="1"/>
                        <a:t>cache_dbval</a:t>
                      </a:r>
                      <a:r>
                        <a:rPr lang="en-US" altLang="ko-KR" sz="1000" b="0" dirty="0"/>
                        <a:t>  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22" name="내용 개체 틀 4">
            <a:extLst>
              <a:ext uri="{FF2B5EF4-FFF2-40B4-BE49-F238E27FC236}">
                <a16:creationId xmlns:a16="http://schemas.microsoft.com/office/drawing/2014/main" id="{C83CC86E-0173-4950-92D4-B8A74DB91D55}"/>
              </a:ext>
            </a:extLst>
          </p:cNvPr>
          <p:cNvSpPr txBox="1">
            <a:spLocks/>
          </p:cNvSpPr>
          <p:nvPr/>
        </p:nvSpPr>
        <p:spPr bwMode="auto">
          <a:xfrm>
            <a:off x="3491880" y="1959420"/>
            <a:ext cx="1241515" cy="63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b.col1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(select list)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DD77A692-D4AB-46E1-AE91-8DA6AABA9E29}"/>
              </a:ext>
            </a:extLst>
          </p:cNvPr>
          <p:cNvSpPr txBox="1">
            <a:spLocks/>
          </p:cNvSpPr>
          <p:nvPr/>
        </p:nvSpPr>
        <p:spPr bwMode="auto">
          <a:xfrm>
            <a:off x="3491880" y="3465476"/>
            <a:ext cx="1233131" cy="63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>
                <a:solidFill>
                  <a:srgbClr val="C00000"/>
                </a:solidFill>
              </a:rPr>
              <a:t>a.col1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(predicate)</a:t>
            </a: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184DF26-4D58-A7F9-E631-1E04131D1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523178"/>
              </p:ext>
            </p:extLst>
          </p:nvPr>
        </p:nvGraphicFramePr>
        <p:xfrm>
          <a:off x="5076056" y="3062848"/>
          <a:ext cx="1375655" cy="144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CONSTANT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dbval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</a:t>
                      </a:r>
                      <a:r>
                        <a:rPr lang="en-US" altLang="ko-KR" sz="1000" b="0" dirty="0" err="1"/>
                        <a:t>dbvalptr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</a:t>
                      </a:r>
                      <a:r>
                        <a:rPr lang="en-US" altLang="ko-KR" sz="1000" b="0" dirty="0" err="1"/>
                        <a:t>arithptr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funcp</a:t>
                      </a:r>
                      <a:r>
                        <a:rPr lang="en-US" altLang="ko-KR" sz="1000" b="0" dirty="0"/>
                        <a:t>  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B5D336A-4B36-7D9F-8E42-C3DD875A3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682545"/>
              </p:ext>
            </p:extLst>
          </p:nvPr>
        </p:nvGraphicFramePr>
        <p:xfrm>
          <a:off x="6779366" y="3096705"/>
          <a:ext cx="1375655" cy="139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/>
                        <a:t>domain.type</a:t>
                      </a:r>
                      <a:r>
                        <a:rPr lang="en-US" altLang="ko-KR" sz="1000" b="0" dirty="0"/>
                        <a:t> = 1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DB_DATA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</a:t>
                      </a:r>
                      <a:r>
                        <a:rPr lang="en-US" altLang="ko-KR" sz="1000" b="0" dirty="0" err="1"/>
                        <a:t>i</a:t>
                      </a:r>
                      <a:r>
                        <a:rPr lang="en-US" altLang="ko-KR" sz="1000" b="0" dirty="0"/>
                        <a:t> (int)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d (double)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char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…..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179DAA6-E116-161C-805A-B52554CD8A47}"/>
              </a:ext>
            </a:extLst>
          </p:cNvPr>
          <p:cNvCxnSpPr>
            <a:cxnSpLocks/>
          </p:cNvCxnSpPr>
          <p:nvPr/>
        </p:nvCxnSpPr>
        <p:spPr>
          <a:xfrm flipH="1">
            <a:off x="6232863" y="4099008"/>
            <a:ext cx="54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6D868A67-45A1-222F-7695-9D11068E83D0}"/>
              </a:ext>
            </a:extLst>
          </p:cNvPr>
          <p:cNvSpPr txBox="1">
            <a:spLocks/>
          </p:cNvSpPr>
          <p:nvPr/>
        </p:nvSpPr>
        <p:spPr bwMode="auto">
          <a:xfrm>
            <a:off x="3491880" y="5085184"/>
            <a:ext cx="152116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b.col1, b.col2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/>
              <a:t>(predicate)</a:t>
            </a: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749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85" name="표 62484">
            <a:extLst>
              <a:ext uri="{FF2B5EF4-FFF2-40B4-BE49-F238E27FC236}">
                <a16:creationId xmlns:a16="http://schemas.microsoft.com/office/drawing/2014/main" id="{ABDADA0A-3031-D47F-1DD8-75E94A013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1524"/>
              </p:ext>
            </p:extLst>
          </p:nvPr>
        </p:nvGraphicFramePr>
        <p:xfrm>
          <a:off x="323528" y="1415743"/>
          <a:ext cx="1519651" cy="1365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79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0908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/>
                        <a:t>TBL1 a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/>
                        <a:t>           val_</a:t>
                      </a:r>
                      <a:r>
                        <a:rPr lang="en-US" altLang="ko-KR" sz="1200" b="1" dirty="0" err="1"/>
                        <a:t>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spec</a:t>
                      </a:r>
                      <a:r>
                        <a:rPr lang="en-US" altLang="ko-KR" sz="1200" b="1" err="1"/>
                        <a:t>_</a:t>
                      </a:r>
                      <a:r>
                        <a:rPr lang="en-US" altLang="ko-KR" sz="1200" b="1"/>
                        <a:t>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F43AA4D-9C87-4605-1FAF-2B3BD709C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24908"/>
              </p:ext>
            </p:extLst>
          </p:nvPr>
        </p:nvGraphicFramePr>
        <p:xfrm>
          <a:off x="5587613" y="2258970"/>
          <a:ext cx="129614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  </a:t>
                      </a:r>
                      <a:r>
                        <a:rPr lang="en-US" altLang="ko-KR" sz="1000" b="1" dirty="0" err="1"/>
                        <a:t>indexptr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</a:t>
                      </a:r>
                      <a:r>
                        <a:rPr lang="en-US" altLang="ko-KR" sz="1000" b="1" dirty="0" err="1"/>
                        <a:t>where_key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</a:t>
                      </a:r>
                      <a:r>
                        <a:rPr lang="en-US" altLang="ko-KR" sz="1000" b="1" dirty="0" err="1"/>
                        <a:t>where_pred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</a:t>
                      </a:r>
                      <a:r>
                        <a:rPr lang="en-US" altLang="ko-KR" sz="1000" b="1" dirty="0" err="1"/>
                        <a:t>where_range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s(scan node)</a:t>
                      </a:r>
                    </a:p>
                    <a:p>
                      <a:pPr latinLnBrk="1"/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solidFill>
                  <a:srgbClr val="333333"/>
                </a:solidFill>
                <a:latin typeface="Arial" panose="020B0604020202020204" pitchFamily="34" charset="0"/>
              </a:rPr>
              <a:t>Column in XASL</a:t>
            </a:r>
            <a:endParaRPr lang="ko-KR" altLang="en-US" sz="14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DE8E97-8FBB-BD1B-D649-F83B52892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343305"/>
              </p:ext>
            </p:extLst>
          </p:nvPr>
        </p:nvGraphicFramePr>
        <p:xfrm>
          <a:off x="3707904" y="1412776"/>
          <a:ext cx="1519651" cy="1365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79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0908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/>
                        <a:t>TBL2 b      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/>
                        <a:t>           val_</a:t>
                      </a:r>
                      <a:r>
                        <a:rPr lang="en-US" altLang="ko-KR" sz="1200" b="1" dirty="0" err="1"/>
                        <a:t>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spec</a:t>
                      </a:r>
                      <a:r>
                        <a:rPr lang="en-US" altLang="ko-KR" sz="1200" b="1" err="1"/>
                        <a:t>_</a:t>
                      </a:r>
                      <a:r>
                        <a:rPr lang="en-US" altLang="ko-KR" sz="1200" b="1"/>
                        <a:t>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947E74E-724E-AEDB-C976-9AC2624E2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221086"/>
              </p:ext>
            </p:extLst>
          </p:nvPr>
        </p:nvGraphicFramePr>
        <p:xfrm>
          <a:off x="5597238" y="1484784"/>
          <a:ext cx="1231639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63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DB_</a:t>
                      </a:r>
                      <a:r>
                        <a:rPr lang="en-US" altLang="ko-KR" sz="1200" dirty="0"/>
                        <a:t>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dirty="0"/>
                        <a:t>COL1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324EE1-3DDC-35E0-2619-66F364E41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417093"/>
              </p:ext>
            </p:extLst>
          </p:nvPr>
        </p:nvGraphicFramePr>
        <p:xfrm>
          <a:off x="7243797" y="1484784"/>
          <a:ext cx="1231639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63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DB_</a:t>
                      </a:r>
                      <a:r>
                        <a:rPr lang="en-US" altLang="ko-KR" sz="1200" dirty="0"/>
                        <a:t>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COL2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E35AE5A-DAA0-E44F-7180-F86F2C682F78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6828877" y="1779191"/>
            <a:ext cx="414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내용 개체 틀 4">
            <a:extLst>
              <a:ext uri="{FF2B5EF4-FFF2-40B4-BE49-F238E27FC236}">
                <a16:creationId xmlns:a16="http://schemas.microsoft.com/office/drawing/2014/main" id="{285D607C-D5D7-F271-C3FB-68D9EDE9DE85}"/>
              </a:ext>
            </a:extLst>
          </p:cNvPr>
          <p:cNvSpPr txBox="1">
            <a:spLocks/>
          </p:cNvSpPr>
          <p:nvPr/>
        </p:nvSpPr>
        <p:spPr bwMode="auto">
          <a:xfrm>
            <a:off x="4947043" y="220486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D8B64988-E980-FBC9-54F0-8BA67EE55791}"/>
              </a:ext>
            </a:extLst>
          </p:cNvPr>
          <p:cNvCxnSpPr>
            <a:cxnSpLocks/>
            <a:stCxn id="28" idx="3"/>
            <a:endCxn id="13" idx="1"/>
          </p:cNvCxnSpPr>
          <p:nvPr/>
        </p:nvCxnSpPr>
        <p:spPr>
          <a:xfrm flipV="1">
            <a:off x="5051751" y="1779191"/>
            <a:ext cx="545487" cy="604544"/>
          </a:xfrm>
          <a:prstGeom prst="bentConnector3">
            <a:avLst>
              <a:gd name="adj1" fmla="val 552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내용 개체 틀 4">
            <a:extLst>
              <a:ext uri="{FF2B5EF4-FFF2-40B4-BE49-F238E27FC236}">
                <a16:creationId xmlns:a16="http://schemas.microsoft.com/office/drawing/2014/main" id="{1BF62204-6E96-8D8F-94EB-C38D996B2088}"/>
              </a:ext>
            </a:extLst>
          </p:cNvPr>
          <p:cNvSpPr txBox="1">
            <a:spLocks/>
          </p:cNvSpPr>
          <p:nvPr/>
        </p:nvSpPr>
        <p:spPr bwMode="auto">
          <a:xfrm>
            <a:off x="4939541" y="235726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106C86CD-54BC-3092-13E7-2B52C9B1B6D2}"/>
              </a:ext>
            </a:extLst>
          </p:cNvPr>
          <p:cNvCxnSpPr>
            <a:cxnSpLocks/>
            <a:stCxn id="30" idx="3"/>
            <a:endCxn id="18" idx="1"/>
          </p:cNvCxnSpPr>
          <p:nvPr/>
        </p:nvCxnSpPr>
        <p:spPr>
          <a:xfrm>
            <a:off x="5051751" y="2519367"/>
            <a:ext cx="535862" cy="37968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내용 개체 틀 4">
            <a:extLst>
              <a:ext uri="{FF2B5EF4-FFF2-40B4-BE49-F238E27FC236}">
                <a16:creationId xmlns:a16="http://schemas.microsoft.com/office/drawing/2014/main" id="{CEDE7002-05BD-0F3C-55A0-A63AA9306732}"/>
              </a:ext>
            </a:extLst>
          </p:cNvPr>
          <p:cNvSpPr txBox="1">
            <a:spLocks/>
          </p:cNvSpPr>
          <p:nvPr/>
        </p:nvSpPr>
        <p:spPr bwMode="auto">
          <a:xfrm>
            <a:off x="4939541" y="2492896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2464" name="내용 개체 틀 4">
            <a:extLst>
              <a:ext uri="{FF2B5EF4-FFF2-40B4-BE49-F238E27FC236}">
                <a16:creationId xmlns:a16="http://schemas.microsoft.com/office/drawing/2014/main" id="{1D7E09B1-849E-E316-329C-BDFAD4634C36}"/>
              </a:ext>
            </a:extLst>
          </p:cNvPr>
          <p:cNvSpPr txBox="1">
            <a:spLocks/>
          </p:cNvSpPr>
          <p:nvPr/>
        </p:nvSpPr>
        <p:spPr bwMode="auto">
          <a:xfrm>
            <a:off x="1547664" y="2370826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2465" name="내용 개체 틀 4">
            <a:extLst>
              <a:ext uri="{FF2B5EF4-FFF2-40B4-BE49-F238E27FC236}">
                <a16:creationId xmlns:a16="http://schemas.microsoft.com/office/drawing/2014/main" id="{D77D6264-9649-9136-6DEA-79CA2A4C7D73}"/>
              </a:ext>
            </a:extLst>
          </p:cNvPr>
          <p:cNvSpPr txBox="1">
            <a:spLocks/>
          </p:cNvSpPr>
          <p:nvPr/>
        </p:nvSpPr>
        <p:spPr bwMode="auto">
          <a:xfrm>
            <a:off x="6729341" y="293414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62468" name="연결선: 꺾임 62467">
            <a:extLst>
              <a:ext uri="{FF2B5EF4-FFF2-40B4-BE49-F238E27FC236}">
                <a16:creationId xmlns:a16="http://schemas.microsoft.com/office/drawing/2014/main" id="{7BD0A04E-9D58-08F5-57A2-09C688EF7A29}"/>
              </a:ext>
            </a:extLst>
          </p:cNvPr>
          <p:cNvCxnSpPr>
            <a:cxnSpLocks/>
            <a:stCxn id="62465" idx="3"/>
            <a:endCxn id="62494" idx="1"/>
          </p:cNvCxnSpPr>
          <p:nvPr/>
        </p:nvCxnSpPr>
        <p:spPr>
          <a:xfrm>
            <a:off x="6841551" y="2960615"/>
            <a:ext cx="421648" cy="62805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486" name="표 62485">
            <a:extLst>
              <a:ext uri="{FF2B5EF4-FFF2-40B4-BE49-F238E27FC236}">
                <a16:creationId xmlns:a16="http://schemas.microsoft.com/office/drawing/2014/main" id="{B02AB0E9-CE4E-5970-3417-E7F28BED9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776754"/>
              </p:ext>
            </p:extLst>
          </p:nvPr>
        </p:nvGraphicFramePr>
        <p:xfrm>
          <a:off x="2226105" y="3848298"/>
          <a:ext cx="1231639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63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DB_</a:t>
                      </a:r>
                      <a:r>
                        <a:rPr lang="en-US" altLang="ko-KR" sz="1200" dirty="0"/>
                        <a:t>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i="0" dirty="0"/>
                        <a:t>COL1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2487" name="연결선: 꺾임 62486">
            <a:extLst>
              <a:ext uri="{FF2B5EF4-FFF2-40B4-BE49-F238E27FC236}">
                <a16:creationId xmlns:a16="http://schemas.microsoft.com/office/drawing/2014/main" id="{8D2ADDE4-26DA-AB47-5F77-35C452928BB3}"/>
              </a:ext>
            </a:extLst>
          </p:cNvPr>
          <p:cNvCxnSpPr>
            <a:cxnSpLocks/>
            <a:stCxn id="62464" idx="3"/>
            <a:endCxn id="62486" idx="1"/>
          </p:cNvCxnSpPr>
          <p:nvPr/>
        </p:nvCxnSpPr>
        <p:spPr>
          <a:xfrm>
            <a:off x="1659874" y="2397297"/>
            <a:ext cx="566231" cy="1745408"/>
          </a:xfrm>
          <a:prstGeom prst="bentConnector3">
            <a:avLst>
              <a:gd name="adj1" fmla="val 432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494" name="표 62493">
            <a:extLst>
              <a:ext uri="{FF2B5EF4-FFF2-40B4-BE49-F238E27FC236}">
                <a16:creationId xmlns:a16="http://schemas.microsoft.com/office/drawing/2014/main" id="{6493C1ED-1AEF-D18A-AB95-54F712AEE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921"/>
              </p:ext>
            </p:extLst>
          </p:nvPr>
        </p:nvGraphicFramePr>
        <p:xfrm>
          <a:off x="7263199" y="3134857"/>
          <a:ext cx="1375655" cy="907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648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3331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>
                          <a:solidFill>
                            <a:srgbClr val="C00000"/>
                          </a:solidFill>
                        </a:rPr>
                        <a:t>a.col1</a:t>
                      </a:r>
                    </a:p>
                    <a:p>
                      <a:pPr latinLnBrk="1"/>
                      <a:r>
                        <a:rPr lang="en-US" altLang="ko-KR" sz="1000" b="0"/>
                        <a:t>TYPE = CONSTANT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2499" name="연결선: 꺾임 62498">
            <a:extLst>
              <a:ext uri="{FF2B5EF4-FFF2-40B4-BE49-F238E27FC236}">
                <a16:creationId xmlns:a16="http://schemas.microsoft.com/office/drawing/2014/main" id="{E08FE01B-2F59-6B70-7925-A8F1AF96A140}"/>
              </a:ext>
            </a:extLst>
          </p:cNvPr>
          <p:cNvCxnSpPr>
            <a:cxnSpLocks/>
            <a:stCxn id="62485" idx="3"/>
            <a:endCxn id="11" idx="1"/>
          </p:cNvCxnSpPr>
          <p:nvPr/>
        </p:nvCxnSpPr>
        <p:spPr>
          <a:xfrm flipV="1">
            <a:off x="1843179" y="2095368"/>
            <a:ext cx="1864725" cy="296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02" name="연결선: 꺾임 62501">
            <a:extLst>
              <a:ext uri="{FF2B5EF4-FFF2-40B4-BE49-F238E27FC236}">
                <a16:creationId xmlns:a16="http://schemas.microsoft.com/office/drawing/2014/main" id="{46ED3F98-73B6-18D6-C2B1-1872F751E320}"/>
              </a:ext>
            </a:extLst>
          </p:cNvPr>
          <p:cNvCxnSpPr>
            <a:cxnSpLocks/>
            <a:stCxn id="62486" idx="3"/>
            <a:endCxn id="62494" idx="2"/>
          </p:cNvCxnSpPr>
          <p:nvPr/>
        </p:nvCxnSpPr>
        <p:spPr>
          <a:xfrm flipV="1">
            <a:off x="3457744" y="4042491"/>
            <a:ext cx="4493282" cy="100214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516" name="표 62515">
            <a:extLst>
              <a:ext uri="{FF2B5EF4-FFF2-40B4-BE49-F238E27FC236}">
                <a16:creationId xmlns:a16="http://schemas.microsoft.com/office/drawing/2014/main" id="{A61FE321-0B14-1A45-9D22-4CC3916E3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37143"/>
              </p:ext>
            </p:extLst>
          </p:nvPr>
        </p:nvGraphicFramePr>
        <p:xfrm>
          <a:off x="2131293" y="2166810"/>
          <a:ext cx="1425156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156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COL1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2517" name="연결선: 꺾임 62516">
            <a:extLst>
              <a:ext uri="{FF2B5EF4-FFF2-40B4-BE49-F238E27FC236}">
                <a16:creationId xmlns:a16="http://schemas.microsoft.com/office/drawing/2014/main" id="{294F9A8A-E60C-AADE-53D6-5F1A7F29CAFA}"/>
              </a:ext>
            </a:extLst>
          </p:cNvPr>
          <p:cNvCxnSpPr>
            <a:cxnSpLocks/>
            <a:stCxn id="62520" idx="3"/>
            <a:endCxn id="62516" idx="1"/>
          </p:cNvCxnSpPr>
          <p:nvPr/>
        </p:nvCxnSpPr>
        <p:spPr>
          <a:xfrm>
            <a:off x="1669499" y="2221710"/>
            <a:ext cx="461794" cy="239507"/>
          </a:xfrm>
          <a:prstGeom prst="bentConnector3">
            <a:avLst>
              <a:gd name="adj1" fmla="val 7084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18" name="연결선: 꺾임 62517">
            <a:extLst>
              <a:ext uri="{FF2B5EF4-FFF2-40B4-BE49-F238E27FC236}">
                <a16:creationId xmlns:a16="http://schemas.microsoft.com/office/drawing/2014/main" id="{1899D49D-6D7A-2AAE-D8F9-9F739D2E7725}"/>
              </a:ext>
            </a:extLst>
          </p:cNvPr>
          <p:cNvCxnSpPr>
            <a:cxnSpLocks/>
            <a:stCxn id="62486" idx="0"/>
            <a:endCxn id="62516" idx="2"/>
          </p:cNvCxnSpPr>
          <p:nvPr/>
        </p:nvCxnSpPr>
        <p:spPr>
          <a:xfrm rot="5400000" flipH="1" flipV="1">
            <a:off x="2296560" y="3300988"/>
            <a:ext cx="1092674" cy="194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520" name="내용 개체 틀 4">
            <a:extLst>
              <a:ext uri="{FF2B5EF4-FFF2-40B4-BE49-F238E27FC236}">
                <a16:creationId xmlns:a16="http://schemas.microsoft.com/office/drawing/2014/main" id="{D47BD54C-6DF9-D7E8-1DAA-9F9EEC8C4B2C}"/>
              </a:ext>
            </a:extLst>
          </p:cNvPr>
          <p:cNvSpPr txBox="1">
            <a:spLocks/>
          </p:cNvSpPr>
          <p:nvPr/>
        </p:nvSpPr>
        <p:spPr bwMode="auto">
          <a:xfrm>
            <a:off x="1557289" y="2195239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1955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altLang="ko-KR"/>
              <a:t>Heap scan in Executor</a:t>
            </a:r>
            <a:endParaRPr lang="ko-KR" altLang="en-US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8A9DDB-ADAD-46D8-B776-959FB415430C}"/>
              </a:ext>
            </a:extLst>
          </p:cNvPr>
          <p:cNvSpPr/>
          <p:nvPr/>
        </p:nvSpPr>
        <p:spPr>
          <a:xfrm>
            <a:off x="5290936" y="3139560"/>
            <a:ext cx="2881464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record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래픽 2" descr="직선 화살표">
            <a:extLst>
              <a:ext uri="{FF2B5EF4-FFF2-40B4-BE49-F238E27FC236}">
                <a16:creationId xmlns:a16="http://schemas.microsoft.com/office/drawing/2014/main" id="{EC535A91-A0C4-9F8E-7272-3B4F3127F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139952" y="3047700"/>
            <a:ext cx="525315" cy="52531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6811756-9D11-E582-33F2-F5FDC7888A6E}"/>
              </a:ext>
            </a:extLst>
          </p:cNvPr>
          <p:cNvSpPr/>
          <p:nvPr/>
        </p:nvSpPr>
        <p:spPr>
          <a:xfrm>
            <a:off x="457200" y="1897069"/>
            <a:ext cx="2881464" cy="2785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E682CB-44D6-BA5F-8DB8-2E316C9AA9E3}"/>
              </a:ext>
            </a:extLst>
          </p:cNvPr>
          <p:cNvSpPr/>
          <p:nvPr/>
        </p:nvSpPr>
        <p:spPr>
          <a:xfrm>
            <a:off x="471369" y="1897069"/>
            <a:ext cx="2084407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record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E90A8B-681B-94BF-24A6-DE460414B3DB}"/>
              </a:ext>
            </a:extLst>
          </p:cNvPr>
          <p:cNvSpPr/>
          <p:nvPr/>
        </p:nvSpPr>
        <p:spPr>
          <a:xfrm>
            <a:off x="2569945" y="1897069"/>
            <a:ext cx="768719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A2D733F-1759-7C68-EEFB-FB953F83B846}"/>
              </a:ext>
            </a:extLst>
          </p:cNvPr>
          <p:cNvSpPr txBox="1">
            <a:spLocks/>
          </p:cNvSpPr>
          <p:nvPr/>
        </p:nvSpPr>
        <p:spPr bwMode="auto">
          <a:xfrm>
            <a:off x="3970973" y="2930303"/>
            <a:ext cx="1152128" cy="27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b="1"/>
              <a:t>Heap_next()</a:t>
            </a:r>
            <a:endParaRPr kumimoji="0"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DA9BC3-98F7-2AC4-C740-278BA43C654A}"/>
              </a:ext>
            </a:extLst>
          </p:cNvPr>
          <p:cNvSpPr/>
          <p:nvPr/>
        </p:nvSpPr>
        <p:spPr>
          <a:xfrm>
            <a:off x="467545" y="2192427"/>
            <a:ext cx="1368152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record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095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altLang="ko-KR"/>
              <a:t>Heap scan in Executor</a:t>
            </a:r>
            <a:endParaRPr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78F8CFC-77A1-9E05-8121-A0DA32500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307292"/>
              </p:ext>
            </p:extLst>
          </p:nvPr>
        </p:nvGraphicFramePr>
        <p:xfrm>
          <a:off x="46644" y="1412776"/>
          <a:ext cx="1357004" cy="278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04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507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/>
                        <a:t>            val_list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  <a:r>
                        <a:rPr lang="en-US" altLang="ko-KR" sz="1200" b="1" dirty="0" err="1"/>
                        <a:t>outptr_list</a:t>
                      </a:r>
                      <a:r>
                        <a:rPr lang="en-US" altLang="ko-KR" sz="1200" b="1" dirty="0"/>
                        <a:t>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04ECE68-252C-F16B-A0BF-CCE303B4D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696430"/>
              </p:ext>
            </p:extLst>
          </p:nvPr>
        </p:nvGraphicFramePr>
        <p:xfrm>
          <a:off x="130415" y="1741005"/>
          <a:ext cx="124898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98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8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spec.s_id.hisid</a:t>
                      </a:r>
                      <a:r>
                        <a:rPr lang="en-US" altLang="ko-KR" sz="1200" b="1" dirty="0"/>
                        <a:t>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88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pred_attrs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scan_pred</a:t>
                      </a:r>
                      <a:endParaRPr lang="en-US" altLang="ko-KR" sz="12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rest_attrs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</a:t>
                      </a:r>
                      <a:r>
                        <a:rPr lang="en-US" altLang="ko-KR" sz="1200" b="1" dirty="0" err="1"/>
                        <a:t>rest_regu_list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85F35FC-F890-BF6B-D848-9BA1DD10B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355212"/>
              </p:ext>
            </p:extLst>
          </p:nvPr>
        </p:nvGraphicFramePr>
        <p:xfrm>
          <a:off x="2123728" y="2492896"/>
          <a:ext cx="1375655" cy="536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413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621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ATTR</a:t>
                      </a:r>
                      <a:r>
                        <a:rPr lang="en-US" altLang="ko-KR" sz="1000" b="0"/>
                        <a:t>_ID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F186ABD-2ED5-5B17-01F9-B0A479C27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409026"/>
              </p:ext>
            </p:extLst>
          </p:nvPr>
        </p:nvGraphicFramePr>
        <p:xfrm>
          <a:off x="2123728" y="1887957"/>
          <a:ext cx="1375655" cy="559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51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ATTR_INFO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84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/>
                        <a:t>             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3E4399E-619A-CD1C-0358-442A8D1819DA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1359047" y="2167525"/>
            <a:ext cx="76468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7C18F26-9900-BA23-D687-9EA8471ACE6D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1359047" y="2342446"/>
            <a:ext cx="764681" cy="41867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EDBA74AA-4C47-364C-FCA7-51722BD10019}"/>
              </a:ext>
            </a:extLst>
          </p:cNvPr>
          <p:cNvSpPr txBox="1">
            <a:spLocks/>
          </p:cNvSpPr>
          <p:nvPr/>
        </p:nvSpPr>
        <p:spPr bwMode="auto">
          <a:xfrm flipV="1">
            <a:off x="1310331" y="2325271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F32E844-F42E-3C12-7729-CFC1DD642FAF}"/>
              </a:ext>
            </a:extLst>
          </p:cNvPr>
          <p:cNvCxnSpPr>
            <a:cxnSpLocks/>
            <a:stCxn id="37" idx="0"/>
            <a:endCxn id="14" idx="3"/>
          </p:cNvCxnSpPr>
          <p:nvPr/>
        </p:nvCxnSpPr>
        <p:spPr>
          <a:xfrm rot="16200000" flipV="1">
            <a:off x="4095906" y="1571004"/>
            <a:ext cx="70847" cy="126389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내용 개체 틀 4">
            <a:extLst>
              <a:ext uri="{FF2B5EF4-FFF2-40B4-BE49-F238E27FC236}">
                <a16:creationId xmlns:a16="http://schemas.microsoft.com/office/drawing/2014/main" id="{4BEB17FA-DBA8-50D4-1774-58E5B0BA245F}"/>
              </a:ext>
            </a:extLst>
          </p:cNvPr>
          <p:cNvSpPr txBox="1">
            <a:spLocks/>
          </p:cNvSpPr>
          <p:nvPr/>
        </p:nvSpPr>
        <p:spPr bwMode="auto">
          <a:xfrm flipV="1">
            <a:off x="1336651" y="4017829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F609B1B0-335F-5C76-6FF5-4944D8075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285581"/>
              </p:ext>
            </p:extLst>
          </p:nvPr>
        </p:nvGraphicFramePr>
        <p:xfrm>
          <a:off x="4075447" y="2238373"/>
          <a:ext cx="1375655" cy="523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404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ATTR_CACHE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49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/>
                        <a:t>               db_value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99EB6D00-8A75-11BB-0BEE-33DFB6E598B7}"/>
              </a:ext>
            </a:extLst>
          </p:cNvPr>
          <p:cNvCxnSpPr>
            <a:cxnSpLocks/>
            <a:stCxn id="37" idx="2"/>
            <a:endCxn id="12" idx="3"/>
          </p:cNvCxnSpPr>
          <p:nvPr/>
        </p:nvCxnSpPr>
        <p:spPr>
          <a:xfrm rot="5400000" flipH="1">
            <a:off x="4130725" y="2129779"/>
            <a:ext cx="1207" cy="1263891"/>
          </a:xfrm>
          <a:prstGeom prst="bentConnector4">
            <a:avLst>
              <a:gd name="adj1" fmla="val -18939519"/>
              <a:gd name="adj2" fmla="val 772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2F749388-2F32-1924-5D80-60C00BCC6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491536"/>
              </p:ext>
            </p:extLst>
          </p:nvPr>
        </p:nvGraphicFramePr>
        <p:xfrm>
          <a:off x="2108722" y="3900663"/>
          <a:ext cx="1375655" cy="536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413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621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ATTR</a:t>
                      </a:r>
                      <a:r>
                        <a:rPr lang="en-US" altLang="ko-KR" sz="1000" b="0"/>
                        <a:t>_ID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07499887-1F66-A7E4-08E3-58412D211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055763"/>
              </p:ext>
            </p:extLst>
          </p:nvPr>
        </p:nvGraphicFramePr>
        <p:xfrm>
          <a:off x="2099097" y="3194085"/>
          <a:ext cx="1375655" cy="559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51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ATTR_INFO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84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/>
                        <a:t>             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DD5EE32D-8620-C75F-F9FE-FBD87F4C35FE}"/>
              </a:ext>
            </a:extLst>
          </p:cNvPr>
          <p:cNvCxnSpPr>
            <a:cxnSpLocks/>
            <a:stCxn id="52" idx="3"/>
            <a:endCxn id="48" idx="1"/>
          </p:cNvCxnSpPr>
          <p:nvPr/>
        </p:nvCxnSpPr>
        <p:spPr>
          <a:xfrm>
            <a:off x="1344041" y="2737468"/>
            <a:ext cx="764681" cy="1431419"/>
          </a:xfrm>
          <a:prstGeom prst="bentConnector3">
            <a:avLst>
              <a:gd name="adj1" fmla="val 260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내용 개체 틀 4">
            <a:extLst>
              <a:ext uri="{FF2B5EF4-FFF2-40B4-BE49-F238E27FC236}">
                <a16:creationId xmlns:a16="http://schemas.microsoft.com/office/drawing/2014/main" id="{AA44E5B8-F20F-1C68-1D7D-60E012C09A30}"/>
              </a:ext>
            </a:extLst>
          </p:cNvPr>
          <p:cNvSpPr txBox="1">
            <a:spLocks/>
          </p:cNvSpPr>
          <p:nvPr/>
        </p:nvSpPr>
        <p:spPr bwMode="auto">
          <a:xfrm flipV="1">
            <a:off x="1295325" y="2720293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E4AF7BD8-4F9A-0392-9377-58001828B60F}"/>
              </a:ext>
            </a:extLst>
          </p:cNvPr>
          <p:cNvCxnSpPr>
            <a:cxnSpLocks/>
            <a:stCxn id="54" idx="0"/>
            <a:endCxn id="49" idx="3"/>
          </p:cNvCxnSpPr>
          <p:nvPr/>
        </p:nvCxnSpPr>
        <p:spPr>
          <a:xfrm rot="16200000" flipH="1" flipV="1">
            <a:off x="4075447" y="2872865"/>
            <a:ext cx="94" cy="1201483"/>
          </a:xfrm>
          <a:prstGeom prst="bentConnector4">
            <a:avLst>
              <a:gd name="adj1" fmla="val -243191489"/>
              <a:gd name="adj2" fmla="val 7862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05190175-3B91-2470-355C-0AD420003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981331"/>
              </p:ext>
            </p:extLst>
          </p:nvPr>
        </p:nvGraphicFramePr>
        <p:xfrm>
          <a:off x="3988408" y="3473560"/>
          <a:ext cx="1375655" cy="523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404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ATTR_CACHE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49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/>
                        <a:t>               db_value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144D1868-D880-A169-CBCD-EAEF0B0B3E00}"/>
              </a:ext>
            </a:extLst>
          </p:cNvPr>
          <p:cNvCxnSpPr>
            <a:cxnSpLocks/>
            <a:stCxn id="54" idx="2"/>
            <a:endCxn id="48" idx="3"/>
          </p:cNvCxnSpPr>
          <p:nvPr/>
        </p:nvCxnSpPr>
        <p:spPr>
          <a:xfrm rot="5400000">
            <a:off x="3994620" y="3487271"/>
            <a:ext cx="171373" cy="119185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64" name="내용 개체 틀 4">
            <a:extLst>
              <a:ext uri="{FF2B5EF4-FFF2-40B4-BE49-F238E27FC236}">
                <a16:creationId xmlns:a16="http://schemas.microsoft.com/office/drawing/2014/main" id="{5115FE2F-2D31-1B6C-7297-6C8F2BC95286}"/>
              </a:ext>
            </a:extLst>
          </p:cNvPr>
          <p:cNvSpPr txBox="1">
            <a:spLocks/>
          </p:cNvSpPr>
          <p:nvPr/>
        </p:nvSpPr>
        <p:spPr bwMode="auto">
          <a:xfrm flipV="1">
            <a:off x="1331049" y="2520929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62467" name="연결선: 꺾임 62466">
            <a:extLst>
              <a:ext uri="{FF2B5EF4-FFF2-40B4-BE49-F238E27FC236}">
                <a16:creationId xmlns:a16="http://schemas.microsoft.com/office/drawing/2014/main" id="{FE2D4B93-3BBF-A6BB-7251-C002FB3539B9}"/>
              </a:ext>
            </a:extLst>
          </p:cNvPr>
          <p:cNvCxnSpPr>
            <a:cxnSpLocks/>
            <a:stCxn id="62464" idx="1"/>
            <a:endCxn id="49" idx="1"/>
          </p:cNvCxnSpPr>
          <p:nvPr/>
        </p:nvCxnSpPr>
        <p:spPr>
          <a:xfrm rot="10800000" flipH="1" flipV="1">
            <a:off x="1331049" y="2538104"/>
            <a:ext cx="768048" cy="935550"/>
          </a:xfrm>
          <a:prstGeom prst="bentConnector3">
            <a:avLst>
              <a:gd name="adj1" fmla="val 416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480" name="그래픽 62479" descr="직선 화살표">
            <a:extLst>
              <a:ext uri="{FF2B5EF4-FFF2-40B4-BE49-F238E27FC236}">
                <a16:creationId xmlns:a16="http://schemas.microsoft.com/office/drawing/2014/main" id="{2A1FA3A1-DD58-A07F-7A1F-AE76C239F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99276">
            <a:off x="5876272" y="2567664"/>
            <a:ext cx="525315" cy="525315"/>
          </a:xfrm>
          <a:prstGeom prst="rect">
            <a:avLst/>
          </a:prstGeom>
        </p:spPr>
      </p:pic>
      <p:pic>
        <p:nvPicPr>
          <p:cNvPr id="62483" name="그래픽 62482" descr="직선 화살표">
            <a:extLst>
              <a:ext uri="{FF2B5EF4-FFF2-40B4-BE49-F238E27FC236}">
                <a16:creationId xmlns:a16="http://schemas.microsoft.com/office/drawing/2014/main" id="{8253DA76-D136-B80F-C250-0CBC77E60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06778">
            <a:off x="5876272" y="3166343"/>
            <a:ext cx="525315" cy="525315"/>
          </a:xfrm>
          <a:prstGeom prst="rect">
            <a:avLst/>
          </a:prstGeom>
        </p:spPr>
      </p:pic>
      <p:sp>
        <p:nvSpPr>
          <p:cNvPr id="62484" name="직사각형 62483">
            <a:extLst>
              <a:ext uri="{FF2B5EF4-FFF2-40B4-BE49-F238E27FC236}">
                <a16:creationId xmlns:a16="http://schemas.microsoft.com/office/drawing/2014/main" id="{514CEC76-4DC3-7C1F-AD16-63D93090BC87}"/>
              </a:ext>
            </a:extLst>
          </p:cNvPr>
          <p:cNvSpPr/>
          <p:nvPr/>
        </p:nvSpPr>
        <p:spPr>
          <a:xfrm>
            <a:off x="6669432" y="2893616"/>
            <a:ext cx="2017368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record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485" name="내용 개체 틀 4">
            <a:extLst>
              <a:ext uri="{FF2B5EF4-FFF2-40B4-BE49-F238E27FC236}">
                <a16:creationId xmlns:a16="http://schemas.microsoft.com/office/drawing/2014/main" id="{492B54EA-CC3B-5435-71D2-B517049F7BB8}"/>
              </a:ext>
            </a:extLst>
          </p:cNvPr>
          <p:cNvSpPr txBox="1">
            <a:spLocks/>
          </p:cNvSpPr>
          <p:nvPr/>
        </p:nvSpPr>
        <p:spPr bwMode="auto">
          <a:xfrm>
            <a:off x="5498119" y="2430432"/>
            <a:ext cx="1944216" cy="27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/>
              <a:t>heap_attrinfo_read_dbvalues()</a:t>
            </a:r>
            <a:endParaRPr kumimoji="0"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296635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altLang="ko-KR"/>
              <a:t>Heap scan in Executor</a:t>
            </a:r>
            <a:endParaRPr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78F8CFC-77A1-9E05-8121-A0DA32500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289396"/>
              </p:ext>
            </p:extLst>
          </p:nvPr>
        </p:nvGraphicFramePr>
        <p:xfrm>
          <a:off x="491427" y="1412776"/>
          <a:ext cx="1357004" cy="278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04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507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/>
                        <a:t>            val_list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  <a:r>
                        <a:rPr lang="en-US" altLang="ko-KR" sz="1200" b="1" dirty="0" err="1"/>
                        <a:t>outptr_list</a:t>
                      </a:r>
                      <a:r>
                        <a:rPr lang="en-US" altLang="ko-KR" sz="1200" b="1" dirty="0"/>
                        <a:t>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04ECE68-252C-F16B-A0BF-CCE303B4D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859294"/>
              </p:ext>
            </p:extLst>
          </p:nvPr>
        </p:nvGraphicFramePr>
        <p:xfrm>
          <a:off x="575198" y="1741005"/>
          <a:ext cx="124898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98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8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spec.s_id.hisid</a:t>
                      </a:r>
                      <a:r>
                        <a:rPr lang="en-US" altLang="ko-KR" sz="1200" b="1" dirty="0"/>
                        <a:t>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88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pred_attrs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scan_pred</a:t>
                      </a:r>
                      <a:endParaRPr lang="en-US" altLang="ko-KR" sz="12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rest_attrs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</a:t>
                      </a:r>
                      <a:r>
                        <a:rPr lang="en-US" altLang="ko-KR" sz="1200" b="1" dirty="0" err="1"/>
                        <a:t>rest_regu_list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85F35FC-F890-BF6B-D848-9BA1DD10B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936212"/>
              </p:ext>
            </p:extLst>
          </p:nvPr>
        </p:nvGraphicFramePr>
        <p:xfrm>
          <a:off x="2352487" y="2492896"/>
          <a:ext cx="1375655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18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98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ATTR_ID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</a:t>
                      </a:r>
                      <a:r>
                        <a:rPr lang="en-US" altLang="ko-KR" sz="1000" b="0" dirty="0" err="1"/>
                        <a:t>attr_cache</a:t>
                      </a:r>
                      <a:endParaRPr lang="en-US" altLang="ko-KR" sz="1000" b="0" dirty="0"/>
                    </a:p>
                    <a:p>
                      <a:pPr latinLnBrk="1"/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</a:t>
                      </a:r>
                      <a:r>
                        <a:rPr lang="en-US" altLang="ko-KR" sz="1000" b="0" dirty="0" err="1"/>
                        <a:t>vfetch_to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2890E9A-2DE8-CAC4-E602-2BB3728DB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365768"/>
              </p:ext>
            </p:extLst>
          </p:nvPr>
        </p:nvGraphicFramePr>
        <p:xfrm>
          <a:off x="4854771" y="3462508"/>
          <a:ext cx="954100" cy="75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0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244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78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DATA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F186ABD-2ED5-5B17-01F9-B0A479C27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1735"/>
              </p:ext>
            </p:extLst>
          </p:nvPr>
        </p:nvGraphicFramePr>
        <p:xfrm>
          <a:off x="2352487" y="1887957"/>
          <a:ext cx="1375655" cy="559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51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ATTR_INFO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84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3E4399E-619A-CD1C-0358-442A8D1819DA}"/>
              </a:ext>
            </a:extLst>
          </p:cNvPr>
          <p:cNvCxnSpPr>
            <a:cxnSpLocks/>
          </p:cNvCxnSpPr>
          <p:nvPr/>
        </p:nvCxnSpPr>
        <p:spPr>
          <a:xfrm flipH="1">
            <a:off x="1786048" y="2161731"/>
            <a:ext cx="54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7C18F26-9900-BA23-D687-9EA8471ACE6D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1803830" y="2342446"/>
            <a:ext cx="548657" cy="6381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EDBA74AA-4C47-364C-FCA7-51722BD10019}"/>
              </a:ext>
            </a:extLst>
          </p:cNvPr>
          <p:cNvSpPr txBox="1">
            <a:spLocks/>
          </p:cNvSpPr>
          <p:nvPr/>
        </p:nvSpPr>
        <p:spPr bwMode="auto">
          <a:xfrm flipV="1">
            <a:off x="1755114" y="2325271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72259B2-47A1-8187-DFAE-44A2B748F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54576"/>
              </p:ext>
            </p:extLst>
          </p:nvPr>
        </p:nvGraphicFramePr>
        <p:xfrm>
          <a:off x="2551864" y="4437112"/>
          <a:ext cx="1375655" cy="88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001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61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CONSTANT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             </a:t>
                      </a:r>
                      <a:r>
                        <a:rPr lang="en-US" altLang="ko-KR" sz="1000" b="0" dirty="0" err="1"/>
                        <a:t>dbval_ptr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8F2776E8-A7B7-A131-239C-779D4E775C8C}"/>
              </a:ext>
            </a:extLst>
          </p:cNvPr>
          <p:cNvSpPr txBox="1">
            <a:spLocks/>
          </p:cNvSpPr>
          <p:nvPr/>
        </p:nvSpPr>
        <p:spPr bwMode="auto">
          <a:xfrm flipV="1">
            <a:off x="3652418" y="3051816"/>
            <a:ext cx="44287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21" name="내용 개체 틀 4">
            <a:extLst>
              <a:ext uri="{FF2B5EF4-FFF2-40B4-BE49-F238E27FC236}">
                <a16:creationId xmlns:a16="http://schemas.microsoft.com/office/drawing/2014/main" id="{2EDCE751-D262-306E-1ADF-0A1AE36B9179}"/>
              </a:ext>
            </a:extLst>
          </p:cNvPr>
          <p:cNvSpPr txBox="1">
            <a:spLocks/>
          </p:cNvSpPr>
          <p:nvPr/>
        </p:nvSpPr>
        <p:spPr bwMode="auto">
          <a:xfrm flipV="1">
            <a:off x="3639487" y="3347848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F32E844-F42E-3C12-7729-CFC1DD642FAF}"/>
              </a:ext>
            </a:extLst>
          </p:cNvPr>
          <p:cNvCxnSpPr>
            <a:cxnSpLocks/>
            <a:stCxn id="16" idx="1"/>
            <a:endCxn id="14" idx="3"/>
          </p:cNvCxnSpPr>
          <p:nvPr/>
        </p:nvCxnSpPr>
        <p:spPr>
          <a:xfrm rot="10800000">
            <a:off x="3728142" y="2167527"/>
            <a:ext cx="921098" cy="17318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25FC6C09-D883-F036-991E-C479FB8D496F}"/>
              </a:ext>
            </a:extLst>
          </p:cNvPr>
          <p:cNvCxnSpPr>
            <a:cxnSpLocks/>
            <a:stCxn id="13" idx="0"/>
            <a:endCxn id="21" idx="3"/>
          </p:cNvCxnSpPr>
          <p:nvPr/>
        </p:nvCxnSpPr>
        <p:spPr>
          <a:xfrm rot="16200000" flipV="1">
            <a:off x="4461270" y="2591957"/>
            <a:ext cx="97485" cy="16436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내용 개체 틀 4">
            <a:extLst>
              <a:ext uri="{FF2B5EF4-FFF2-40B4-BE49-F238E27FC236}">
                <a16:creationId xmlns:a16="http://schemas.microsoft.com/office/drawing/2014/main" id="{4BEB17FA-DBA8-50D4-1774-58E5B0BA245F}"/>
              </a:ext>
            </a:extLst>
          </p:cNvPr>
          <p:cNvSpPr txBox="1">
            <a:spLocks/>
          </p:cNvSpPr>
          <p:nvPr/>
        </p:nvSpPr>
        <p:spPr bwMode="auto">
          <a:xfrm flipV="1">
            <a:off x="1781434" y="4017829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B89BBCCF-A39F-5037-AB8B-2CDA55EB8470}"/>
              </a:ext>
            </a:extLst>
          </p:cNvPr>
          <p:cNvCxnSpPr>
            <a:cxnSpLocks/>
            <a:stCxn id="31" idx="3"/>
            <a:endCxn id="19" idx="1"/>
          </p:cNvCxnSpPr>
          <p:nvPr/>
        </p:nvCxnSpPr>
        <p:spPr>
          <a:xfrm>
            <a:off x="1830150" y="4035004"/>
            <a:ext cx="721714" cy="8423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6487E2C8-2BC1-3AB6-F0E2-01DF7B13B9FA}"/>
              </a:ext>
            </a:extLst>
          </p:cNvPr>
          <p:cNvCxnSpPr>
            <a:cxnSpLocks/>
            <a:stCxn id="19" idx="3"/>
            <a:endCxn id="13" idx="2"/>
          </p:cNvCxnSpPr>
          <p:nvPr/>
        </p:nvCxnSpPr>
        <p:spPr>
          <a:xfrm flipV="1">
            <a:off x="3927519" y="4214844"/>
            <a:ext cx="1404302" cy="6625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06321CD-0B90-C2AB-99C8-551EA943427E}"/>
              </a:ext>
            </a:extLst>
          </p:cNvPr>
          <p:cNvSpPr txBox="1">
            <a:spLocks/>
          </p:cNvSpPr>
          <p:nvPr/>
        </p:nvSpPr>
        <p:spPr bwMode="auto">
          <a:xfrm flipV="1">
            <a:off x="1786048" y="3836323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5A164E8-AF14-40BE-67ED-1452AC3DE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397691"/>
              </p:ext>
            </p:extLst>
          </p:nvPr>
        </p:nvGraphicFramePr>
        <p:xfrm>
          <a:off x="4649240" y="2078732"/>
          <a:ext cx="1375655" cy="523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404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ATTR_CACHE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49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/>
                        <a:t>               db_value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A4BCD2B-6244-A3E5-169E-23FD25656866}"/>
              </a:ext>
            </a:extLst>
          </p:cNvPr>
          <p:cNvCxnSpPr>
            <a:cxnSpLocks/>
            <a:stCxn id="13" idx="1"/>
            <a:endCxn id="6" idx="2"/>
          </p:cNvCxnSpPr>
          <p:nvPr/>
        </p:nvCxnSpPr>
        <p:spPr>
          <a:xfrm flipH="1" flipV="1">
            <a:off x="1810406" y="3836323"/>
            <a:ext cx="3044365" cy="2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내용 개체 틀 4">
            <a:extLst>
              <a:ext uri="{FF2B5EF4-FFF2-40B4-BE49-F238E27FC236}">
                <a16:creationId xmlns:a16="http://schemas.microsoft.com/office/drawing/2014/main" id="{5C0D44BB-E27C-BD72-F28D-9AEF401C4B28}"/>
              </a:ext>
            </a:extLst>
          </p:cNvPr>
          <p:cNvSpPr txBox="1">
            <a:spLocks/>
          </p:cNvSpPr>
          <p:nvPr/>
        </p:nvSpPr>
        <p:spPr bwMode="auto">
          <a:xfrm flipV="1">
            <a:off x="3667881" y="3025827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EB0A7129-26D2-5D4D-79A1-50F7D4BE019E}"/>
              </a:ext>
            </a:extLst>
          </p:cNvPr>
          <p:cNvCxnSpPr>
            <a:cxnSpLocks/>
            <a:stCxn id="16" idx="1"/>
            <a:endCxn id="35" idx="1"/>
          </p:cNvCxnSpPr>
          <p:nvPr/>
        </p:nvCxnSpPr>
        <p:spPr>
          <a:xfrm rot="10800000" flipV="1">
            <a:off x="3667882" y="2340708"/>
            <a:ext cx="981359" cy="702293"/>
          </a:xfrm>
          <a:prstGeom prst="bentConnector3">
            <a:avLst>
              <a:gd name="adj1" fmla="val 4679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래픽 40" descr="직선 화살표">
            <a:extLst>
              <a:ext uri="{FF2B5EF4-FFF2-40B4-BE49-F238E27FC236}">
                <a16:creationId xmlns:a16="http://schemas.microsoft.com/office/drawing/2014/main" id="{BEE239A9-0817-3A20-FFDA-BD5DEE400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5095445" y="2691855"/>
            <a:ext cx="525315" cy="525315"/>
          </a:xfrm>
          <a:prstGeom prst="rect">
            <a:avLst/>
          </a:prstGeom>
        </p:spPr>
      </p:pic>
      <p:sp>
        <p:nvSpPr>
          <p:cNvPr id="42" name="내용 개체 틀 4">
            <a:extLst>
              <a:ext uri="{FF2B5EF4-FFF2-40B4-BE49-F238E27FC236}">
                <a16:creationId xmlns:a16="http://schemas.microsoft.com/office/drawing/2014/main" id="{4F7549ED-8F9D-3493-9497-AFDC81782296}"/>
              </a:ext>
            </a:extLst>
          </p:cNvPr>
          <p:cNvSpPr txBox="1">
            <a:spLocks/>
          </p:cNvSpPr>
          <p:nvPr/>
        </p:nvSpPr>
        <p:spPr bwMode="auto">
          <a:xfrm>
            <a:off x="5406227" y="2817228"/>
            <a:ext cx="1944216" cy="27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/>
              <a:t>fetch_val_list()</a:t>
            </a:r>
            <a:endParaRPr kumimoji="0"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042998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altLang="ko-KR"/>
              <a:t>Heap scan in Executor</a:t>
            </a:r>
            <a:endParaRPr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78F8CFC-77A1-9E05-8121-A0DA32500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40797"/>
              </p:ext>
            </p:extLst>
          </p:nvPr>
        </p:nvGraphicFramePr>
        <p:xfrm>
          <a:off x="406684" y="1412776"/>
          <a:ext cx="1357004" cy="278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04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507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/>
                        <a:t>            val_list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  <a:r>
                        <a:rPr lang="en-US" altLang="ko-KR" sz="1200" b="1" dirty="0" err="1"/>
                        <a:t>outptr_list</a:t>
                      </a:r>
                      <a:r>
                        <a:rPr lang="en-US" altLang="ko-KR" sz="1200" b="1" dirty="0"/>
                        <a:t>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04ECE68-252C-F16B-A0BF-CCE303B4D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76671"/>
              </p:ext>
            </p:extLst>
          </p:nvPr>
        </p:nvGraphicFramePr>
        <p:xfrm>
          <a:off x="490455" y="1741005"/>
          <a:ext cx="124898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98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8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spec.s_id.hisid</a:t>
                      </a:r>
                      <a:r>
                        <a:rPr lang="en-US" altLang="ko-KR" sz="1200" b="1" dirty="0"/>
                        <a:t>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88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pred_attrs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scan_pred</a:t>
                      </a:r>
                      <a:endParaRPr lang="en-US" altLang="ko-KR" sz="12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rest_attrs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</a:t>
                      </a:r>
                      <a:r>
                        <a:rPr lang="en-US" altLang="ko-KR" sz="1200" b="1" dirty="0" err="1"/>
                        <a:t>rest_regu_list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85F35FC-F890-BF6B-D848-9BA1DD10B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707922"/>
              </p:ext>
            </p:extLst>
          </p:nvPr>
        </p:nvGraphicFramePr>
        <p:xfrm>
          <a:off x="2267744" y="2492896"/>
          <a:ext cx="1375655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18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98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ATTR_ID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</a:t>
                      </a:r>
                      <a:r>
                        <a:rPr lang="en-US" altLang="ko-KR" sz="1000" b="0" dirty="0" err="1"/>
                        <a:t>attr_cache</a:t>
                      </a:r>
                      <a:endParaRPr lang="en-US" altLang="ko-KR" sz="1000" b="0" dirty="0"/>
                    </a:p>
                    <a:p>
                      <a:pPr latinLnBrk="1"/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</a:t>
                      </a:r>
                      <a:r>
                        <a:rPr lang="en-US" altLang="ko-KR" sz="1000" b="0" dirty="0" err="1"/>
                        <a:t>vfetch_to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2890E9A-2DE8-CAC4-E602-2BB3728DB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457176"/>
              </p:ext>
            </p:extLst>
          </p:nvPr>
        </p:nvGraphicFramePr>
        <p:xfrm>
          <a:off x="4770028" y="3462508"/>
          <a:ext cx="954100" cy="75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0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244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78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DATA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F186ABD-2ED5-5B17-01F9-B0A479C27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800944"/>
              </p:ext>
            </p:extLst>
          </p:nvPr>
        </p:nvGraphicFramePr>
        <p:xfrm>
          <a:off x="2267744" y="1887957"/>
          <a:ext cx="1375655" cy="559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51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ATTR_INFO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84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3E4399E-619A-CD1C-0358-442A8D1819DA}"/>
              </a:ext>
            </a:extLst>
          </p:cNvPr>
          <p:cNvCxnSpPr>
            <a:cxnSpLocks/>
          </p:cNvCxnSpPr>
          <p:nvPr/>
        </p:nvCxnSpPr>
        <p:spPr>
          <a:xfrm flipH="1">
            <a:off x="1701305" y="2161731"/>
            <a:ext cx="54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57C18F26-9900-BA23-D687-9EA8471ACE6D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1719087" y="2342446"/>
            <a:ext cx="548657" cy="6381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내용 개체 틀 4">
            <a:extLst>
              <a:ext uri="{FF2B5EF4-FFF2-40B4-BE49-F238E27FC236}">
                <a16:creationId xmlns:a16="http://schemas.microsoft.com/office/drawing/2014/main" id="{EDBA74AA-4C47-364C-FCA7-51722BD10019}"/>
              </a:ext>
            </a:extLst>
          </p:cNvPr>
          <p:cNvSpPr txBox="1">
            <a:spLocks/>
          </p:cNvSpPr>
          <p:nvPr/>
        </p:nvSpPr>
        <p:spPr bwMode="auto">
          <a:xfrm flipV="1">
            <a:off x="1670371" y="2325271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72259B2-47A1-8187-DFAE-44A2B748F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603587"/>
              </p:ext>
            </p:extLst>
          </p:nvPr>
        </p:nvGraphicFramePr>
        <p:xfrm>
          <a:off x="2467121" y="4437112"/>
          <a:ext cx="1375655" cy="88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001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61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CONSTANT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             </a:t>
                      </a:r>
                      <a:r>
                        <a:rPr lang="en-US" altLang="ko-KR" sz="1000" b="0" dirty="0" err="1"/>
                        <a:t>dbval_ptr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8F2776E8-A7B7-A131-239C-779D4E775C8C}"/>
              </a:ext>
            </a:extLst>
          </p:cNvPr>
          <p:cNvSpPr txBox="1">
            <a:spLocks/>
          </p:cNvSpPr>
          <p:nvPr/>
        </p:nvSpPr>
        <p:spPr bwMode="auto">
          <a:xfrm flipV="1">
            <a:off x="3567675" y="3051816"/>
            <a:ext cx="44287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21" name="내용 개체 틀 4">
            <a:extLst>
              <a:ext uri="{FF2B5EF4-FFF2-40B4-BE49-F238E27FC236}">
                <a16:creationId xmlns:a16="http://schemas.microsoft.com/office/drawing/2014/main" id="{2EDCE751-D262-306E-1ADF-0A1AE36B9179}"/>
              </a:ext>
            </a:extLst>
          </p:cNvPr>
          <p:cNvSpPr txBox="1">
            <a:spLocks/>
          </p:cNvSpPr>
          <p:nvPr/>
        </p:nvSpPr>
        <p:spPr bwMode="auto">
          <a:xfrm flipV="1">
            <a:off x="3554744" y="3347848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F32E844-F42E-3C12-7729-CFC1DD642FAF}"/>
              </a:ext>
            </a:extLst>
          </p:cNvPr>
          <p:cNvCxnSpPr>
            <a:cxnSpLocks/>
            <a:stCxn id="16" idx="1"/>
            <a:endCxn id="14" idx="3"/>
          </p:cNvCxnSpPr>
          <p:nvPr/>
        </p:nvCxnSpPr>
        <p:spPr>
          <a:xfrm rot="10800000">
            <a:off x="3643399" y="2167527"/>
            <a:ext cx="921098" cy="17318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25FC6C09-D883-F036-991E-C479FB8D496F}"/>
              </a:ext>
            </a:extLst>
          </p:cNvPr>
          <p:cNvCxnSpPr>
            <a:cxnSpLocks/>
            <a:stCxn id="13" idx="0"/>
            <a:endCxn id="21" idx="3"/>
          </p:cNvCxnSpPr>
          <p:nvPr/>
        </p:nvCxnSpPr>
        <p:spPr>
          <a:xfrm rot="16200000" flipV="1">
            <a:off x="4376527" y="2591957"/>
            <a:ext cx="97485" cy="16436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래픽 24" descr="직선 화살표">
            <a:extLst>
              <a:ext uri="{FF2B5EF4-FFF2-40B4-BE49-F238E27FC236}">
                <a16:creationId xmlns:a16="http://schemas.microsoft.com/office/drawing/2014/main" id="{8483B382-E276-5080-EFAE-8A18E7774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843815" y="5301209"/>
            <a:ext cx="525315" cy="525315"/>
          </a:xfrm>
          <a:prstGeom prst="rect">
            <a:avLst/>
          </a:prstGeom>
        </p:spPr>
      </p:pic>
      <p:sp>
        <p:nvSpPr>
          <p:cNvPr id="27" name="내용 개체 틀 4">
            <a:extLst>
              <a:ext uri="{FF2B5EF4-FFF2-40B4-BE49-F238E27FC236}">
                <a16:creationId xmlns:a16="http://schemas.microsoft.com/office/drawing/2014/main" id="{744DA494-229B-7CD7-BE12-025751ECDB54}"/>
              </a:ext>
            </a:extLst>
          </p:cNvPr>
          <p:cNvSpPr txBox="1">
            <a:spLocks/>
          </p:cNvSpPr>
          <p:nvPr/>
        </p:nvSpPr>
        <p:spPr bwMode="auto">
          <a:xfrm>
            <a:off x="611560" y="5902709"/>
            <a:ext cx="936112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temp file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243D21-83FD-FF7C-F4CA-70662BDEC392}"/>
              </a:ext>
            </a:extLst>
          </p:cNvPr>
          <p:cNvSpPr/>
          <p:nvPr/>
        </p:nvSpPr>
        <p:spPr>
          <a:xfrm>
            <a:off x="1546527" y="5929135"/>
            <a:ext cx="2881464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data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내용 개체 틀 4">
            <a:extLst>
              <a:ext uri="{FF2B5EF4-FFF2-40B4-BE49-F238E27FC236}">
                <a16:creationId xmlns:a16="http://schemas.microsoft.com/office/drawing/2014/main" id="{4BEB17FA-DBA8-50D4-1774-58E5B0BA245F}"/>
              </a:ext>
            </a:extLst>
          </p:cNvPr>
          <p:cNvSpPr txBox="1">
            <a:spLocks/>
          </p:cNvSpPr>
          <p:nvPr/>
        </p:nvSpPr>
        <p:spPr bwMode="auto">
          <a:xfrm flipV="1">
            <a:off x="1696691" y="4017829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B89BBCCF-A39F-5037-AB8B-2CDA55EB8470}"/>
              </a:ext>
            </a:extLst>
          </p:cNvPr>
          <p:cNvCxnSpPr>
            <a:cxnSpLocks/>
            <a:stCxn id="31" idx="3"/>
            <a:endCxn id="19" idx="1"/>
          </p:cNvCxnSpPr>
          <p:nvPr/>
        </p:nvCxnSpPr>
        <p:spPr>
          <a:xfrm>
            <a:off x="1745407" y="4035004"/>
            <a:ext cx="721714" cy="8423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6487E2C8-2BC1-3AB6-F0E2-01DF7B13B9FA}"/>
              </a:ext>
            </a:extLst>
          </p:cNvPr>
          <p:cNvCxnSpPr>
            <a:cxnSpLocks/>
            <a:stCxn id="19" idx="3"/>
            <a:endCxn id="13" idx="2"/>
          </p:cNvCxnSpPr>
          <p:nvPr/>
        </p:nvCxnSpPr>
        <p:spPr>
          <a:xfrm flipV="1">
            <a:off x="3842776" y="4214844"/>
            <a:ext cx="1404302" cy="6625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06321CD-0B90-C2AB-99C8-551EA943427E}"/>
              </a:ext>
            </a:extLst>
          </p:cNvPr>
          <p:cNvSpPr txBox="1">
            <a:spLocks/>
          </p:cNvSpPr>
          <p:nvPr/>
        </p:nvSpPr>
        <p:spPr bwMode="auto">
          <a:xfrm flipV="1">
            <a:off x="1701305" y="3836323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5A164E8-AF14-40BE-67ED-1452AC3DE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333831"/>
              </p:ext>
            </p:extLst>
          </p:nvPr>
        </p:nvGraphicFramePr>
        <p:xfrm>
          <a:off x="4564497" y="2078732"/>
          <a:ext cx="1375655" cy="523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404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ATTR_CACHE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496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/>
                        <a:t>               db_value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A4BCD2B-6244-A3E5-169E-23FD25656866}"/>
              </a:ext>
            </a:extLst>
          </p:cNvPr>
          <p:cNvCxnSpPr>
            <a:cxnSpLocks/>
            <a:stCxn id="13" idx="1"/>
            <a:endCxn id="6" idx="2"/>
          </p:cNvCxnSpPr>
          <p:nvPr/>
        </p:nvCxnSpPr>
        <p:spPr>
          <a:xfrm flipH="1" flipV="1">
            <a:off x="1725663" y="3836323"/>
            <a:ext cx="3044365" cy="2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내용 개체 틀 4">
            <a:extLst>
              <a:ext uri="{FF2B5EF4-FFF2-40B4-BE49-F238E27FC236}">
                <a16:creationId xmlns:a16="http://schemas.microsoft.com/office/drawing/2014/main" id="{5C0D44BB-E27C-BD72-F28D-9AEF401C4B28}"/>
              </a:ext>
            </a:extLst>
          </p:cNvPr>
          <p:cNvSpPr txBox="1">
            <a:spLocks/>
          </p:cNvSpPr>
          <p:nvPr/>
        </p:nvSpPr>
        <p:spPr bwMode="auto">
          <a:xfrm flipV="1">
            <a:off x="3583138" y="3025827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EB0A7129-26D2-5D4D-79A1-50F7D4BE019E}"/>
              </a:ext>
            </a:extLst>
          </p:cNvPr>
          <p:cNvCxnSpPr>
            <a:cxnSpLocks/>
            <a:stCxn id="16" idx="1"/>
            <a:endCxn id="35" idx="1"/>
          </p:cNvCxnSpPr>
          <p:nvPr/>
        </p:nvCxnSpPr>
        <p:spPr>
          <a:xfrm rot="10800000" flipV="1">
            <a:off x="3583139" y="2340708"/>
            <a:ext cx="981359" cy="702293"/>
          </a:xfrm>
          <a:prstGeom prst="bentConnector3">
            <a:avLst>
              <a:gd name="adj1" fmla="val 4679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F33EA21E-0B30-F793-9381-459DBDF32A7A}"/>
              </a:ext>
            </a:extLst>
          </p:cNvPr>
          <p:cNvSpPr txBox="1">
            <a:spLocks/>
          </p:cNvSpPr>
          <p:nvPr/>
        </p:nvSpPr>
        <p:spPr bwMode="auto">
          <a:xfrm>
            <a:off x="3106473" y="5435403"/>
            <a:ext cx="1569549" cy="27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/>
              <a:t>end_one_iteration()</a:t>
            </a:r>
            <a:endParaRPr kumimoji="0" lang="en-US" altLang="ko-KR" sz="1000" b="1" dirty="0"/>
          </a:p>
        </p:txBody>
      </p:sp>
    </p:spTree>
    <p:extLst>
      <p:ext uri="{BB962C8B-B14F-4D97-AF65-F5344CB8AC3E}">
        <p14:creationId xmlns:p14="http://schemas.microsoft.com/office/powerpoint/2010/main" val="3882625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0" lang="en-US" altLang="ko-KR"/>
              <a:t>Heap scan in Executor</a:t>
            </a:r>
            <a:endParaRPr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/>
        </p:nvGraphicFramePr>
        <p:xfrm>
          <a:off x="334669" y="2380691"/>
          <a:ext cx="1357004" cy="278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04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507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  <a:r>
                        <a:rPr lang="en-US" altLang="ko-KR" sz="1200" b="1" dirty="0" err="1"/>
                        <a:t>outptr_list</a:t>
                      </a:r>
                      <a:r>
                        <a:rPr lang="en-US" altLang="ko-KR" sz="1200" b="1" dirty="0"/>
                        <a:t>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6732243" y="1420203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53" name="내용 개체 틀 4">
            <a:extLst>
              <a:ext uri="{FF2B5EF4-FFF2-40B4-BE49-F238E27FC236}">
                <a16:creationId xmlns:a16="http://schemas.microsoft.com/office/drawing/2014/main" id="{F2B44A66-F63F-4489-A2DB-F7E798DAEAC5}"/>
              </a:ext>
            </a:extLst>
          </p:cNvPr>
          <p:cNvSpPr txBox="1">
            <a:spLocks/>
          </p:cNvSpPr>
          <p:nvPr/>
        </p:nvSpPr>
        <p:spPr bwMode="auto">
          <a:xfrm>
            <a:off x="5820970" y="2041848"/>
            <a:ext cx="3071508" cy="423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dirty="0" err="1"/>
              <a:t>scan_next_heap_scan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</a:t>
            </a:r>
            <a:r>
              <a:rPr kumimoji="0" lang="en-US" altLang="ko-KR" dirty="0" err="1"/>
              <a:t>heap_next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</a:t>
            </a:r>
            <a:r>
              <a:rPr kumimoji="0" lang="en-US" altLang="ko-KR" dirty="0" err="1"/>
              <a:t>eval_data_filter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</a:t>
            </a:r>
            <a:r>
              <a:rPr kumimoji="0" lang="en-US" altLang="ko-KR" dirty="0" err="1"/>
              <a:t>heap_attrinfo_read_dbvalues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</a:t>
            </a:r>
            <a:r>
              <a:rPr kumimoji="0" lang="en-US" altLang="ko-KR" dirty="0" err="1"/>
              <a:t>fetch_val_list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</a:t>
            </a:r>
            <a:r>
              <a:rPr kumimoji="0" lang="en-US" altLang="ko-KR" dirty="0" err="1"/>
              <a:t>eval_fnc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</a:t>
            </a:r>
            <a:r>
              <a:rPr kumimoji="0" lang="en-US" altLang="ko-KR" dirty="0" err="1"/>
              <a:t>heap_attrinfo_read_dbvalues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</a:t>
            </a:r>
            <a:r>
              <a:rPr kumimoji="0" lang="en-US" altLang="ko-KR" dirty="0" err="1"/>
              <a:t>fetch_val_list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end_one_iteration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</a:t>
            </a:r>
            <a:r>
              <a:rPr kumimoji="0" lang="en-US" altLang="ko-KR" dirty="0" err="1"/>
              <a:t>qexec_generate_tuple_descriptor</a:t>
            </a:r>
            <a:r>
              <a:rPr kumimoji="0" lang="en-US" altLang="ko-KR" dirty="0"/>
              <a:t>()  </a:t>
            </a:r>
          </a:p>
        </p:txBody>
      </p:sp>
      <p:sp>
        <p:nvSpPr>
          <p:cNvPr id="10" name="칠각형 9">
            <a:extLst>
              <a:ext uri="{FF2B5EF4-FFF2-40B4-BE49-F238E27FC236}">
                <a16:creationId xmlns:a16="http://schemas.microsoft.com/office/drawing/2014/main" id="{F9AEA2BA-799E-470C-87A7-61505A44881D}"/>
              </a:ext>
            </a:extLst>
          </p:cNvPr>
          <p:cNvSpPr/>
          <p:nvPr/>
        </p:nvSpPr>
        <p:spPr>
          <a:xfrm>
            <a:off x="5832712" y="2618624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0" name="칠각형 39">
            <a:extLst>
              <a:ext uri="{FF2B5EF4-FFF2-40B4-BE49-F238E27FC236}">
                <a16:creationId xmlns:a16="http://schemas.microsoft.com/office/drawing/2014/main" id="{067DF4BC-D816-476B-B6CF-496EC5944DAE}"/>
              </a:ext>
            </a:extLst>
          </p:cNvPr>
          <p:cNvSpPr/>
          <p:nvPr/>
        </p:nvSpPr>
        <p:spPr>
          <a:xfrm>
            <a:off x="2940527" y="233534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1" name="칠각형 40">
            <a:extLst>
              <a:ext uri="{FF2B5EF4-FFF2-40B4-BE49-F238E27FC236}">
                <a16:creationId xmlns:a16="http://schemas.microsoft.com/office/drawing/2014/main" id="{C92C3A17-9069-46C5-BD77-77274CF61402}"/>
              </a:ext>
            </a:extLst>
          </p:cNvPr>
          <p:cNvSpPr/>
          <p:nvPr/>
        </p:nvSpPr>
        <p:spPr>
          <a:xfrm>
            <a:off x="5989574" y="334784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68E98BC-0FBC-4D8A-9955-F9F0AE315866}"/>
              </a:ext>
            </a:extLst>
          </p:cNvPr>
          <p:cNvSpPr/>
          <p:nvPr/>
        </p:nvSpPr>
        <p:spPr>
          <a:xfrm>
            <a:off x="971576" y="1871250"/>
            <a:ext cx="504056" cy="308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header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칠각형 33">
            <a:extLst>
              <a:ext uri="{FF2B5EF4-FFF2-40B4-BE49-F238E27FC236}">
                <a16:creationId xmlns:a16="http://schemas.microsoft.com/office/drawing/2014/main" id="{70C1EDEC-F7DA-4F57-8496-234FF45F0782}"/>
              </a:ext>
            </a:extLst>
          </p:cNvPr>
          <p:cNvSpPr/>
          <p:nvPr/>
        </p:nvSpPr>
        <p:spPr>
          <a:xfrm>
            <a:off x="4391408" y="1916832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8A9DDB-ADAD-46D8-B776-959FB415430C}"/>
              </a:ext>
            </a:extLst>
          </p:cNvPr>
          <p:cNvSpPr/>
          <p:nvPr/>
        </p:nvSpPr>
        <p:spPr>
          <a:xfrm>
            <a:off x="1474487" y="1871250"/>
            <a:ext cx="2881464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data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AB06FFBB-403E-4958-8CD8-8D42FB7DDCB3}"/>
              </a:ext>
            </a:extLst>
          </p:cNvPr>
          <p:cNvGraphicFramePr>
            <a:graphicFrameLocks noGrp="1"/>
          </p:cNvGraphicFramePr>
          <p:nvPr/>
        </p:nvGraphicFramePr>
        <p:xfrm>
          <a:off x="418440" y="2708920"/>
          <a:ext cx="124898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98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8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spec.s_id.hisid</a:t>
                      </a:r>
                      <a:r>
                        <a:rPr lang="en-US" altLang="ko-KR" sz="1200" b="1" dirty="0"/>
                        <a:t>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88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pred_attrs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scan_pred</a:t>
                      </a:r>
                      <a:endParaRPr lang="en-US" altLang="ko-KR" sz="12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rest_attrs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</a:t>
                      </a:r>
                      <a:r>
                        <a:rPr lang="en-US" altLang="ko-KR" sz="1200" b="1" dirty="0" err="1"/>
                        <a:t>rest_regu_list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7D709E48-6EBA-44DA-AAAF-09F50926E59D}"/>
              </a:ext>
            </a:extLst>
          </p:cNvPr>
          <p:cNvGraphicFramePr>
            <a:graphicFrameLocks noGrp="1"/>
          </p:cNvGraphicFramePr>
          <p:nvPr/>
        </p:nvGraphicFramePr>
        <p:xfrm>
          <a:off x="2123728" y="3429000"/>
          <a:ext cx="1375655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18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98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ATTR_ID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</a:t>
                      </a:r>
                      <a:r>
                        <a:rPr lang="en-US" altLang="ko-KR" sz="1000" b="0" dirty="0" err="1"/>
                        <a:t>attr_cache</a:t>
                      </a:r>
                      <a:endParaRPr lang="en-US" altLang="ko-KR" sz="1000" b="0" dirty="0"/>
                    </a:p>
                    <a:p>
                      <a:pPr latinLnBrk="1"/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</a:t>
                      </a:r>
                      <a:r>
                        <a:rPr lang="en-US" altLang="ko-KR" sz="1000" b="0" dirty="0" err="1"/>
                        <a:t>vfetch_to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346A2C9E-15AE-4844-A8B8-72CD137A7898}"/>
              </a:ext>
            </a:extLst>
          </p:cNvPr>
          <p:cNvGraphicFramePr>
            <a:graphicFrameLocks noGrp="1"/>
          </p:cNvGraphicFramePr>
          <p:nvPr/>
        </p:nvGraphicFramePr>
        <p:xfrm>
          <a:off x="3761916" y="4499976"/>
          <a:ext cx="954100" cy="75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0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244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78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DATA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4ADE41DE-E7CF-4AAE-B331-33234E49BC5B}"/>
              </a:ext>
            </a:extLst>
          </p:cNvPr>
          <p:cNvGraphicFramePr>
            <a:graphicFrameLocks noGrp="1"/>
          </p:cNvGraphicFramePr>
          <p:nvPr/>
        </p:nvGraphicFramePr>
        <p:xfrm>
          <a:off x="2123728" y="2797853"/>
          <a:ext cx="1375655" cy="559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51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ATTR_INFO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84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                    value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52A6CBB-E5A8-4A8C-B5B6-A30031F9E380}"/>
              </a:ext>
            </a:extLst>
          </p:cNvPr>
          <p:cNvCxnSpPr>
            <a:cxnSpLocks/>
          </p:cNvCxnSpPr>
          <p:nvPr/>
        </p:nvCxnSpPr>
        <p:spPr>
          <a:xfrm flipH="1">
            <a:off x="1630945" y="3132968"/>
            <a:ext cx="54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그래픽 60" descr="직선 화살표">
            <a:extLst>
              <a:ext uri="{FF2B5EF4-FFF2-40B4-BE49-F238E27FC236}">
                <a16:creationId xmlns:a16="http://schemas.microsoft.com/office/drawing/2014/main" id="{ED81E28F-892A-4463-A27A-369BD1347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509135" y="2208983"/>
            <a:ext cx="525315" cy="525315"/>
          </a:xfrm>
          <a:prstGeom prst="rect">
            <a:avLst/>
          </a:prstGeom>
        </p:spPr>
      </p:pic>
      <p:sp>
        <p:nvSpPr>
          <p:cNvPr id="62" name="칠각형 61">
            <a:extLst>
              <a:ext uri="{FF2B5EF4-FFF2-40B4-BE49-F238E27FC236}">
                <a16:creationId xmlns:a16="http://schemas.microsoft.com/office/drawing/2014/main" id="{21EFE2C6-EE61-4AD8-90BF-A946A21F4D69}"/>
              </a:ext>
            </a:extLst>
          </p:cNvPr>
          <p:cNvSpPr/>
          <p:nvPr/>
        </p:nvSpPr>
        <p:spPr>
          <a:xfrm>
            <a:off x="5989574" y="3096392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B450CDA2-96C2-408E-AA72-BE428EF33160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>
            <a:off x="1647072" y="3310361"/>
            <a:ext cx="476656" cy="60631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내용 개체 틀 4">
            <a:extLst>
              <a:ext uri="{FF2B5EF4-FFF2-40B4-BE49-F238E27FC236}">
                <a16:creationId xmlns:a16="http://schemas.microsoft.com/office/drawing/2014/main" id="{448C13B5-BE28-4E49-AD4A-13CD3C2E1F52}"/>
              </a:ext>
            </a:extLst>
          </p:cNvPr>
          <p:cNvSpPr txBox="1">
            <a:spLocks/>
          </p:cNvSpPr>
          <p:nvPr/>
        </p:nvSpPr>
        <p:spPr bwMode="auto">
          <a:xfrm flipV="1">
            <a:off x="1598356" y="3293186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8CBC2B5-E364-44B9-9D74-6950695C61B7}"/>
              </a:ext>
            </a:extLst>
          </p:cNvPr>
          <p:cNvGraphicFramePr>
            <a:graphicFrameLocks noGrp="1"/>
          </p:cNvGraphicFramePr>
          <p:nvPr/>
        </p:nvGraphicFramePr>
        <p:xfrm>
          <a:off x="2107081" y="4437112"/>
          <a:ext cx="1375655" cy="88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001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61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CONSTANT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             </a:t>
                      </a:r>
                      <a:r>
                        <a:rPr lang="en-US" altLang="ko-KR" sz="1000" b="0" dirty="0" err="1"/>
                        <a:t>dbval_ptr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29" name="내용 개체 틀 4">
            <a:extLst>
              <a:ext uri="{FF2B5EF4-FFF2-40B4-BE49-F238E27FC236}">
                <a16:creationId xmlns:a16="http://schemas.microsoft.com/office/drawing/2014/main" id="{E1035D1F-06C6-480A-ACE2-2292D618F9A5}"/>
              </a:ext>
            </a:extLst>
          </p:cNvPr>
          <p:cNvSpPr txBox="1">
            <a:spLocks/>
          </p:cNvSpPr>
          <p:nvPr/>
        </p:nvSpPr>
        <p:spPr bwMode="auto">
          <a:xfrm flipV="1">
            <a:off x="3423659" y="3987920"/>
            <a:ext cx="44287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0" name="내용 개체 틀 4">
            <a:extLst>
              <a:ext uri="{FF2B5EF4-FFF2-40B4-BE49-F238E27FC236}">
                <a16:creationId xmlns:a16="http://schemas.microsoft.com/office/drawing/2014/main" id="{5B7D200B-0A31-4869-B0F4-4AE2BD16B730}"/>
              </a:ext>
            </a:extLst>
          </p:cNvPr>
          <p:cNvSpPr txBox="1">
            <a:spLocks/>
          </p:cNvSpPr>
          <p:nvPr/>
        </p:nvSpPr>
        <p:spPr bwMode="auto">
          <a:xfrm flipV="1">
            <a:off x="3410728" y="4283952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24C84605-EF05-48D1-A6B2-143FF0EAB0F6}"/>
              </a:ext>
            </a:extLst>
          </p:cNvPr>
          <p:cNvCxnSpPr>
            <a:cxnSpLocks/>
            <a:stCxn id="29" idx="3"/>
            <a:endCxn id="59" idx="3"/>
          </p:cNvCxnSpPr>
          <p:nvPr/>
        </p:nvCxnSpPr>
        <p:spPr>
          <a:xfrm flipV="1">
            <a:off x="3467946" y="3077422"/>
            <a:ext cx="31437" cy="927673"/>
          </a:xfrm>
          <a:prstGeom prst="bentConnector3">
            <a:avLst>
              <a:gd name="adj1" fmla="val 827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44CD8B0-830B-47DD-A7C6-8881BFF17885}"/>
              </a:ext>
            </a:extLst>
          </p:cNvPr>
          <p:cNvCxnSpPr>
            <a:cxnSpLocks/>
            <a:stCxn id="56" idx="1"/>
            <a:endCxn id="26" idx="3"/>
          </p:cNvCxnSpPr>
          <p:nvPr/>
        </p:nvCxnSpPr>
        <p:spPr>
          <a:xfrm flipH="1">
            <a:off x="3482736" y="4876144"/>
            <a:ext cx="279180" cy="1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449EB1C4-45E4-435E-97D4-2D3884C5A484}"/>
              </a:ext>
            </a:extLst>
          </p:cNvPr>
          <p:cNvCxnSpPr>
            <a:cxnSpLocks/>
            <a:stCxn id="56" idx="0"/>
            <a:endCxn id="30" idx="3"/>
          </p:cNvCxnSpPr>
          <p:nvPr/>
        </p:nvCxnSpPr>
        <p:spPr>
          <a:xfrm rot="16200000" flipV="1">
            <a:off x="3749781" y="4010791"/>
            <a:ext cx="198849" cy="77952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래픽 41" descr="직선 화살표">
            <a:extLst>
              <a:ext uri="{FF2B5EF4-FFF2-40B4-BE49-F238E27FC236}">
                <a16:creationId xmlns:a16="http://schemas.microsoft.com/office/drawing/2014/main" id="{A92D90D5-D51A-4039-9CF8-FADFD02ED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3923928" y="5301209"/>
            <a:ext cx="525315" cy="525315"/>
          </a:xfrm>
          <a:prstGeom prst="rect">
            <a:avLst/>
          </a:prstGeom>
        </p:spPr>
      </p:pic>
      <p:sp>
        <p:nvSpPr>
          <p:cNvPr id="43" name="칠각형 42">
            <a:extLst>
              <a:ext uri="{FF2B5EF4-FFF2-40B4-BE49-F238E27FC236}">
                <a16:creationId xmlns:a16="http://schemas.microsoft.com/office/drawing/2014/main" id="{98CD6578-6EBB-45F2-B040-63C5F43711BF}"/>
              </a:ext>
            </a:extLst>
          </p:cNvPr>
          <p:cNvSpPr/>
          <p:nvPr/>
        </p:nvSpPr>
        <p:spPr>
          <a:xfrm>
            <a:off x="3779912" y="386104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4" name="내용 개체 틀 4">
            <a:extLst>
              <a:ext uri="{FF2B5EF4-FFF2-40B4-BE49-F238E27FC236}">
                <a16:creationId xmlns:a16="http://schemas.microsoft.com/office/drawing/2014/main" id="{C955176B-ED41-4680-868B-E92ACB1660EE}"/>
              </a:ext>
            </a:extLst>
          </p:cNvPr>
          <p:cNvSpPr txBox="1">
            <a:spLocks/>
          </p:cNvSpPr>
          <p:nvPr/>
        </p:nvSpPr>
        <p:spPr bwMode="auto">
          <a:xfrm>
            <a:off x="1691673" y="5902709"/>
            <a:ext cx="936112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temp file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B8A56DE-AADB-4F39-ABE4-DE3DC700BCD7}"/>
              </a:ext>
            </a:extLst>
          </p:cNvPr>
          <p:cNvSpPr/>
          <p:nvPr/>
        </p:nvSpPr>
        <p:spPr>
          <a:xfrm>
            <a:off x="2626640" y="5929135"/>
            <a:ext cx="2881464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data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칠각형 45">
            <a:extLst>
              <a:ext uri="{FF2B5EF4-FFF2-40B4-BE49-F238E27FC236}">
                <a16:creationId xmlns:a16="http://schemas.microsoft.com/office/drawing/2014/main" id="{F140CA78-C691-40EB-9467-092A5477F510}"/>
              </a:ext>
            </a:extLst>
          </p:cNvPr>
          <p:cNvSpPr/>
          <p:nvPr/>
        </p:nvSpPr>
        <p:spPr>
          <a:xfrm>
            <a:off x="4355976" y="5445224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47" name="칠각형 46">
            <a:extLst>
              <a:ext uri="{FF2B5EF4-FFF2-40B4-BE49-F238E27FC236}">
                <a16:creationId xmlns:a16="http://schemas.microsoft.com/office/drawing/2014/main" id="{BFFBFA13-9D4B-4B6C-9DAE-EC47A6D0A4A0}"/>
              </a:ext>
            </a:extLst>
          </p:cNvPr>
          <p:cNvSpPr/>
          <p:nvPr/>
        </p:nvSpPr>
        <p:spPr>
          <a:xfrm>
            <a:off x="5652120" y="4653136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49" name="내용 개체 틀 4">
            <a:extLst>
              <a:ext uri="{FF2B5EF4-FFF2-40B4-BE49-F238E27FC236}">
                <a16:creationId xmlns:a16="http://schemas.microsoft.com/office/drawing/2014/main" id="{C40AC2DC-943F-4E7D-A4C4-293B0A8D5551}"/>
              </a:ext>
            </a:extLst>
          </p:cNvPr>
          <p:cNvSpPr txBox="1">
            <a:spLocks/>
          </p:cNvSpPr>
          <p:nvPr/>
        </p:nvSpPr>
        <p:spPr bwMode="auto">
          <a:xfrm flipV="1">
            <a:off x="1624676" y="4985744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42C8BC88-D76B-439E-91EB-941BF7C7ADD9}"/>
              </a:ext>
            </a:extLst>
          </p:cNvPr>
          <p:cNvCxnSpPr>
            <a:cxnSpLocks/>
            <a:stCxn id="49" idx="3"/>
            <a:endCxn id="26" idx="1"/>
          </p:cNvCxnSpPr>
          <p:nvPr/>
        </p:nvCxnSpPr>
        <p:spPr>
          <a:xfrm flipV="1">
            <a:off x="1673392" y="4877344"/>
            <a:ext cx="433689" cy="12557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내용 개체 틀 4">
            <a:extLst>
              <a:ext uri="{FF2B5EF4-FFF2-40B4-BE49-F238E27FC236}">
                <a16:creationId xmlns:a16="http://schemas.microsoft.com/office/drawing/2014/main" id="{96EF3CC6-A26B-4737-9854-609D11C92B95}"/>
              </a:ext>
            </a:extLst>
          </p:cNvPr>
          <p:cNvSpPr txBox="1">
            <a:spLocks/>
          </p:cNvSpPr>
          <p:nvPr/>
        </p:nvSpPr>
        <p:spPr bwMode="auto">
          <a:xfrm>
            <a:off x="4585495" y="1898095"/>
            <a:ext cx="1030049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Read data</a:t>
            </a:r>
          </a:p>
        </p:txBody>
      </p:sp>
      <p:sp>
        <p:nvSpPr>
          <p:cNvPr id="58" name="내용 개체 틀 4">
            <a:extLst>
              <a:ext uri="{FF2B5EF4-FFF2-40B4-BE49-F238E27FC236}">
                <a16:creationId xmlns:a16="http://schemas.microsoft.com/office/drawing/2014/main" id="{6CFD5F8C-C28A-4788-84CF-A509AA568308}"/>
              </a:ext>
            </a:extLst>
          </p:cNvPr>
          <p:cNvSpPr txBox="1">
            <a:spLocks/>
          </p:cNvSpPr>
          <p:nvPr/>
        </p:nvSpPr>
        <p:spPr bwMode="auto">
          <a:xfrm>
            <a:off x="3131840" y="2328597"/>
            <a:ext cx="1800197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Read attribute from record</a:t>
            </a:r>
          </a:p>
        </p:txBody>
      </p: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DBC7F70F-4F70-49CF-A256-96291F95FD4D}"/>
              </a:ext>
            </a:extLst>
          </p:cNvPr>
          <p:cNvSpPr txBox="1">
            <a:spLocks/>
          </p:cNvSpPr>
          <p:nvPr/>
        </p:nvSpPr>
        <p:spPr bwMode="auto">
          <a:xfrm>
            <a:off x="3950219" y="3795045"/>
            <a:ext cx="1940511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Fetch </a:t>
            </a:r>
            <a:r>
              <a:rPr kumimoji="0" lang="en-US" altLang="ko-KR" sz="1000" dirty="0" err="1"/>
              <a:t>regu_var</a:t>
            </a:r>
            <a:r>
              <a:rPr kumimoji="0" lang="en-US" altLang="ko-KR" sz="1000" dirty="0"/>
              <a:t> from </a:t>
            </a:r>
            <a:r>
              <a:rPr kumimoji="0" lang="en-US" altLang="ko-KR" sz="1000" dirty="0" err="1"/>
              <a:t>attr_info</a:t>
            </a:r>
            <a:endParaRPr kumimoji="0" lang="en-US" altLang="ko-KR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Copy </a:t>
            </a:r>
            <a:r>
              <a:rPr kumimoji="0" lang="en-US" altLang="ko-KR" sz="1000" dirty="0" err="1"/>
              <a:t>dbvalue</a:t>
            </a:r>
            <a:r>
              <a:rPr kumimoji="0" lang="en-US" altLang="ko-KR" sz="1000" dirty="0"/>
              <a:t> to </a:t>
            </a:r>
            <a:r>
              <a:rPr kumimoji="0" lang="en-US" altLang="ko-KR" sz="1000" dirty="0" err="1"/>
              <a:t>vfetch_to</a:t>
            </a:r>
            <a:endParaRPr kumimoji="0" lang="en-US" altLang="ko-KR" sz="1000" dirty="0"/>
          </a:p>
        </p:txBody>
      </p:sp>
      <p:sp>
        <p:nvSpPr>
          <p:cNvPr id="67" name="내용 개체 틀 4">
            <a:extLst>
              <a:ext uri="{FF2B5EF4-FFF2-40B4-BE49-F238E27FC236}">
                <a16:creationId xmlns:a16="http://schemas.microsoft.com/office/drawing/2014/main" id="{88A467CD-06CA-4E28-91A1-8195BA409E25}"/>
              </a:ext>
            </a:extLst>
          </p:cNvPr>
          <p:cNvSpPr txBox="1">
            <a:spLocks/>
          </p:cNvSpPr>
          <p:nvPr/>
        </p:nvSpPr>
        <p:spPr bwMode="auto">
          <a:xfrm>
            <a:off x="4539130" y="5461517"/>
            <a:ext cx="1580470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Write 1row to temp file</a:t>
            </a:r>
          </a:p>
        </p:txBody>
      </p:sp>
    </p:spTree>
    <p:extLst>
      <p:ext uri="{BB962C8B-B14F-4D97-AF65-F5344CB8AC3E}">
        <p14:creationId xmlns:p14="http://schemas.microsoft.com/office/powerpoint/2010/main" val="213692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solidFill>
                  <a:srgbClr val="333333"/>
                </a:solidFill>
                <a:latin typeface="Arial" panose="020B0604020202020204" pitchFamily="34" charset="0"/>
              </a:rPr>
              <a:t>How to get NDV from Heap</a:t>
            </a:r>
            <a:endParaRPr lang="ko-KR" altLang="en-US" sz="1400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6D730597-4454-4782-AD00-2BBDB55A3DA0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496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endParaRPr kumimoji="0" lang="en-US" altLang="ko-KR">
              <a:sym typeface="Wingdings" panose="05000000000000000000" pitchFamily="2" charset="2"/>
            </a:endParaRPr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63BAD8F6-CE6C-C275-05F0-DA6C6683F8D6}"/>
              </a:ext>
            </a:extLst>
          </p:cNvPr>
          <p:cNvSpPr txBox="1">
            <a:spLocks/>
          </p:cNvSpPr>
          <p:nvPr/>
        </p:nvSpPr>
        <p:spPr bwMode="auto">
          <a:xfrm>
            <a:off x="467544" y="980728"/>
            <a:ext cx="7056784" cy="265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While (page)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fix(page)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while (page_slot)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      </a:t>
            </a:r>
            <a:r>
              <a:rPr kumimoji="0" lang="en-US" altLang="ko-KR" b="1"/>
              <a:t>spage_get_record_data () </a:t>
            </a:r>
            <a:r>
              <a:rPr kumimoji="0" lang="en-US" altLang="ko-KR" b="1">
                <a:sym typeface="Wingdings" panose="05000000000000000000" pitchFamily="2" charset="2"/>
              </a:rPr>
              <a:t> get record</a:t>
            </a:r>
            <a:endParaRPr kumimoji="0" lang="en-US" altLang="ko-KR" b="1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b="1"/>
              <a:t>          attrinfo_read_dbvalues () </a:t>
            </a:r>
            <a:r>
              <a:rPr kumimoji="0" lang="en-US" altLang="ko-KR" b="1">
                <a:sym typeface="Wingdings" panose="05000000000000000000" pitchFamily="2" charset="2"/>
              </a:rPr>
              <a:t> get db_value</a:t>
            </a:r>
            <a:endParaRPr kumimoji="0" lang="en-US" altLang="ko-KR" b="1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      qfile_add_item_to_list()  </a:t>
            </a:r>
            <a:r>
              <a:rPr kumimoji="0" lang="en-US" altLang="ko-KR">
                <a:sym typeface="Wingdings" panose="05000000000000000000" pitchFamily="2" charset="2"/>
              </a:rPr>
              <a:t> save db_value to temp file</a:t>
            </a:r>
            <a:endParaRPr kumimoji="0" lang="en-US" altLang="ko-KR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      next(page)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unfix(page)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qfile_sort_list()  </a:t>
            </a:r>
            <a:r>
              <a:rPr kumimoji="0" lang="en-US" altLang="ko-KR">
                <a:sym typeface="Wingdings" panose="05000000000000000000" pitchFamily="2" charset="2"/>
              </a:rPr>
              <a:t> get distinct tuple count by sort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0EE0D5-B798-4D91-56FE-F069D883118A}"/>
              </a:ext>
            </a:extLst>
          </p:cNvPr>
          <p:cNvSpPr/>
          <p:nvPr/>
        </p:nvSpPr>
        <p:spPr>
          <a:xfrm>
            <a:off x="467544" y="980728"/>
            <a:ext cx="6336704" cy="26585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406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6064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solidFill>
                  <a:srgbClr val="333333"/>
                </a:solidFill>
                <a:latin typeface="Arial" panose="020B0604020202020204" pitchFamily="34" charset="0"/>
              </a:rPr>
              <a:t>Problem with gathering NDV by sort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0BB638FA-0381-531E-BC40-F8208526B9D7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33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300"/>
              <a:t>Temp file is only available for query execution</a:t>
            </a:r>
            <a:endParaRPr kumimoji="0" lang="en-US" altLang="ko-KR" dirty="0"/>
          </a:p>
        </p:txBody>
      </p:sp>
      <p:sp>
        <p:nvSpPr>
          <p:cNvPr id="15" name="내용 개체 틀 4">
            <a:extLst>
              <a:ext uri="{FF2B5EF4-FFF2-40B4-BE49-F238E27FC236}">
                <a16:creationId xmlns:a16="http://schemas.microsoft.com/office/drawing/2014/main" id="{D0C31183-1368-F709-AB2A-24A2DA919596}"/>
              </a:ext>
            </a:extLst>
          </p:cNvPr>
          <p:cNvSpPr txBox="1">
            <a:spLocks/>
          </p:cNvSpPr>
          <p:nvPr/>
        </p:nvSpPr>
        <p:spPr bwMode="auto">
          <a:xfrm>
            <a:off x="2339752" y="1340768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6" name="내용 개체 틀 4">
            <a:extLst>
              <a:ext uri="{FF2B5EF4-FFF2-40B4-BE49-F238E27FC236}">
                <a16:creationId xmlns:a16="http://schemas.microsoft.com/office/drawing/2014/main" id="{A3A33042-158B-F00E-A827-9ACB58E46AB6}"/>
              </a:ext>
            </a:extLst>
          </p:cNvPr>
          <p:cNvSpPr txBox="1">
            <a:spLocks/>
          </p:cNvSpPr>
          <p:nvPr/>
        </p:nvSpPr>
        <p:spPr bwMode="auto">
          <a:xfrm>
            <a:off x="251520" y="1634541"/>
            <a:ext cx="7056784" cy="439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Pre-processing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qexec_open_scan</a:t>
            </a:r>
            <a:r>
              <a:rPr kumimoji="0" lang="en-US" altLang="ko-KR"/>
              <a:t>()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                  </a:t>
            </a:r>
            <a:r>
              <a:rPr kumimoji="0" lang="en-US" altLang="ko-KR" b="1"/>
              <a:t>qfile_open_list()  </a:t>
            </a:r>
            <a:r>
              <a:rPr kumimoji="0" lang="en-US" altLang="ko-KR" b="1">
                <a:sym typeface="Wingdings" panose="05000000000000000000" pitchFamily="2" charset="2"/>
              </a:rPr>
              <a:t> need to query_id</a:t>
            </a:r>
            <a:endParaRPr kumimoji="0" lang="en-US" altLang="ko-KR" b="1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Processing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</a:t>
            </a:r>
            <a:r>
              <a:rPr kumimoji="0" lang="en-US" altLang="ko-KR" dirty="0" err="1"/>
              <a:t>qexec_intprt_fnc</a:t>
            </a:r>
            <a:r>
              <a:rPr kumimoji="0" lang="en-US" altLang="ko-KR" dirty="0"/>
              <a:t>()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qexec_next_scan_block_iterations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	</a:t>
            </a:r>
            <a:r>
              <a:rPr kumimoji="0" lang="en-US" altLang="ko-KR"/>
              <a:t>    qexec</a:t>
            </a:r>
            <a:r>
              <a:rPr kumimoji="0" lang="en-US" altLang="ko-KR" dirty="0" err="1"/>
              <a:t>_execute</a:t>
            </a:r>
            <a:r>
              <a:rPr kumimoji="0" lang="en-US" altLang="ko-KR" err="1"/>
              <a:t>_</a:t>
            </a:r>
            <a:r>
              <a:rPr kumimoji="0" lang="en-US" altLang="ko-KR"/>
              <a:t>scan()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    </a:t>
            </a:r>
            <a:r>
              <a:rPr kumimoji="0" lang="en-US" altLang="ko-KR" dirty="0" err="1"/>
              <a:t>qexec_end_one_</a:t>
            </a:r>
            <a:r>
              <a:rPr kumimoji="0" lang="en-US" altLang="ko-KR" err="1"/>
              <a:t>iteration</a:t>
            </a:r>
            <a:r>
              <a:rPr kumimoji="0" lang="en-US" altLang="ko-KR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                     qdata_evaluate_aggregate_list()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                        </a:t>
            </a:r>
            <a:r>
              <a:rPr kumimoji="0" lang="en-US" altLang="ko-KR">
                <a:solidFill>
                  <a:schemeClr val="tx2">
                    <a:lumMod val="60000"/>
                    <a:lumOff val="40000"/>
                  </a:schemeClr>
                </a:solidFill>
              </a:rPr>
              <a:t>qfile_add_item_to_list()  </a:t>
            </a:r>
            <a:r>
              <a:rPr kumimoji="0" lang="en-US" altLang="ko-KR">
                <a:sym typeface="Wingdings" panose="05000000000000000000" pitchFamily="2" charset="2"/>
              </a:rPr>
              <a:t> save db_value to temp file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qexec_end_mainblock_</a:t>
            </a:r>
            <a:r>
              <a:rPr kumimoji="0" lang="en-US" altLang="ko-KR" err="1"/>
              <a:t>iterations</a:t>
            </a:r>
            <a:r>
              <a:rPr kumimoji="0" lang="en-US" altLang="ko-KR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                       qdata_finalize_aggregate_list()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/>
              <a:t>	        </a:t>
            </a:r>
            <a:r>
              <a:rPr kumimoji="0" lang="en-US" altLang="ko-KR">
                <a:solidFill>
                  <a:schemeClr val="tx2">
                    <a:lumMod val="60000"/>
                    <a:lumOff val="40000"/>
                  </a:schemeClr>
                </a:solidFill>
              </a:rPr>
              <a:t>qfile_sort_list()  </a:t>
            </a:r>
            <a:r>
              <a:rPr kumimoji="0" lang="en-US" altLang="ko-KR">
                <a:sym typeface="Wingdings" panose="05000000000000000000" pitchFamily="2" charset="2"/>
              </a:rPr>
              <a:t> get distinct tuple count by sort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Post-processing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</a:t>
            </a:r>
            <a:r>
              <a:rPr kumimoji="0" lang="en-US" altLang="ko-KR" err="1"/>
              <a:t>groupby</a:t>
            </a:r>
            <a:r>
              <a:rPr kumimoji="0" lang="en-US" altLang="ko-KR"/>
              <a:t>()</a:t>
            </a:r>
            <a:endParaRPr kumimoji="0" lang="en-US" altLang="ko-KR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6C3FF2-A469-57FD-7D48-B3D45F460360}"/>
              </a:ext>
            </a:extLst>
          </p:cNvPr>
          <p:cNvSpPr/>
          <p:nvPr/>
        </p:nvSpPr>
        <p:spPr>
          <a:xfrm>
            <a:off x="251520" y="1634541"/>
            <a:ext cx="6336704" cy="43867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781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6064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solidFill>
                  <a:srgbClr val="333333"/>
                </a:solidFill>
                <a:latin typeface="Arial" panose="020B0604020202020204" pitchFamily="34" charset="0"/>
              </a:rPr>
              <a:t>Problem with gathering NDV by sort -cont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0BB638FA-0381-531E-BC40-F8208526B9D7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33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300"/>
              <a:t>Temp file is only available for query execution</a:t>
            </a:r>
            <a:endParaRPr kumimoji="0"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DD4146-F903-1114-FF9B-557A76681167}"/>
              </a:ext>
            </a:extLst>
          </p:cNvPr>
          <p:cNvSpPr txBox="1"/>
          <p:nvPr/>
        </p:nvSpPr>
        <p:spPr>
          <a:xfrm>
            <a:off x="389452" y="1412776"/>
            <a:ext cx="64147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>
                <a:sym typeface="Wingdings" panose="05000000000000000000" pitchFamily="2" charset="2"/>
              </a:rPr>
              <a:t>Solution : gater NDV by executing query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>
                <a:sym typeface="Wingdings" panose="05000000000000000000" pitchFamily="2" charset="2"/>
              </a:rPr>
              <a:t>  - select count(distinct col1) … from tbl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>
                <a:sym typeface="Wingdings" panose="05000000000000000000" pitchFamily="2" charset="2"/>
              </a:rPr>
              <a:t>  - select /*+ sampling */ count(distinct col1) … from tbl</a:t>
            </a:r>
            <a:endParaRPr kumimoji="0"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64594807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C93936596F1C249AD5C7A042C5002FC" ma:contentTypeVersion="6" ma:contentTypeDescription="새 문서를 만듭니다." ma:contentTypeScope="" ma:versionID="baa0ee892f57fd5020dd7520f3d153f1">
  <xsd:schema xmlns:xsd="http://www.w3.org/2001/XMLSchema" xmlns:xs="http://www.w3.org/2001/XMLSchema" xmlns:p="http://schemas.microsoft.com/office/2006/metadata/properties" xmlns:ns2="f207c0e1-f3aa-4124-8878-b11ae0ddbd05" targetNamespace="http://schemas.microsoft.com/office/2006/metadata/properties" ma:root="true" ma:fieldsID="5389584b2609eb3e96e03d0608de39b9" ns2:_="">
    <xsd:import namespace="f207c0e1-f3aa-4124-8878-b11ae0ddbd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07c0e1-f3aa-4124-8878-b11ae0ddb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F850F-1707-4042-B785-91620C10AD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30EFD6-240A-4E79-92AB-0E3FAF99B1B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B96BF3-3DEB-4EDD-AD0C-DE2A2A2058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07c0e1-f3aa-4124-8878-b11ae0ddbd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187705</TotalTime>
  <Words>1228</Words>
  <Application>Microsoft Office PowerPoint</Application>
  <PresentationFormat>화면 슬라이드 쇼(4:3)</PresentationFormat>
  <Paragraphs>396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나눔고딕 Bold</vt:lpstr>
      <vt:lpstr>굴림</vt:lpstr>
      <vt:lpstr>Arial</vt:lpstr>
      <vt:lpstr>맑은 고딕</vt:lpstr>
      <vt:lpstr>나눔고딕</vt:lpstr>
      <vt:lpstr>디자인 사용자 지정</vt:lpstr>
      <vt:lpstr>Office 테마</vt:lpstr>
      <vt:lpstr>PowerPoint 프레젠테이션</vt:lpstr>
      <vt:lpstr>Query in optimizer</vt:lpstr>
      <vt:lpstr>Plan in XASL generator</vt:lpstr>
      <vt:lpstr>Column in XASL</vt:lpstr>
      <vt:lpstr>Column in XASL</vt:lpstr>
      <vt:lpstr>Heap scan in Executor</vt:lpstr>
      <vt:lpstr>Heap scan in Executor</vt:lpstr>
      <vt:lpstr>Heap scan in Executor</vt:lpstr>
      <vt:lpstr>Heap scan in Executor</vt:lpstr>
      <vt:lpstr>Heap scan in Executor</vt:lpstr>
      <vt:lpstr>How to get NDV from Heap</vt:lpstr>
      <vt:lpstr>Problem with gathering NDV by sort</vt:lpstr>
      <vt:lpstr>Problem with gathering NDV by sort -cont</vt:lpstr>
    </vt:vector>
  </TitlesOfParts>
  <Company>incom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정병주</dc:creator>
  <cp:lastModifiedBy>park sehun</cp:lastModifiedBy>
  <cp:revision>2902</cp:revision>
  <dcterms:created xsi:type="dcterms:W3CDTF">2007-04-17T12:18:50Z</dcterms:created>
  <dcterms:modified xsi:type="dcterms:W3CDTF">2023-03-13T08:52:40Z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0x010100FC93936596F1C249AD5C7A042C5002FC</vt:lpwstr>
  </property>
</Properties>
</file>