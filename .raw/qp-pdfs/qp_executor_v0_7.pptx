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4180" r:id="rId4"/>
    <p:sldMasterId id="2147484752" r:id="rId5"/>
  </p:sldMasterIdLst>
  <p:notesMasterIdLst>
    <p:notesMasterId r:id="rId25"/>
  </p:notesMasterIdLst>
  <p:handoutMasterIdLst>
    <p:handoutMasterId r:id="rId26"/>
  </p:handoutMasterIdLst>
  <p:sldIdLst>
    <p:sldId id="487" r:id="rId6"/>
    <p:sldId id="1111" r:id="rId7"/>
    <p:sldId id="1173" r:id="rId8"/>
    <p:sldId id="1177" r:id="rId9"/>
    <p:sldId id="1197" r:id="rId10"/>
    <p:sldId id="1200" r:id="rId11"/>
    <p:sldId id="1201" r:id="rId12"/>
    <p:sldId id="1209" r:id="rId13"/>
    <p:sldId id="1208" r:id="rId14"/>
    <p:sldId id="1211" r:id="rId15"/>
    <p:sldId id="1194" r:id="rId16"/>
    <p:sldId id="1215" r:id="rId17"/>
    <p:sldId id="1216" r:id="rId18"/>
    <p:sldId id="1203" r:id="rId19"/>
    <p:sldId id="1205" r:id="rId20"/>
    <p:sldId id="1204" r:id="rId21"/>
    <p:sldId id="1206" r:id="rId22"/>
    <p:sldId id="1212" r:id="rId23"/>
    <p:sldId id="1213" r:id="rId24"/>
  </p:sldIdLst>
  <p:sldSz cx="9144000" cy="6858000" type="screen4x3"/>
  <p:notesSz cx="6669088" cy="9928225"/>
  <p:embeddedFontLst>
    <p:embeddedFont>
      <p:font typeface="나눔고딕" panose="020B0600000101010101" charset="-127"/>
      <p:regular r:id="rId27"/>
      <p:bold r:id="rId28"/>
    </p:embeddedFont>
    <p:embeddedFont>
      <p:font typeface="나눔고딕 Bold" panose="020B0600000101010101" charset="-127"/>
      <p:regular r:id="rId29"/>
      <p:bold r:id="rId30"/>
    </p:embeddedFont>
    <p:embeddedFont>
      <p:font typeface="맑은 고딕" panose="020B0503020000020004" pitchFamily="50" charset="-127"/>
      <p:regular r:id="rId31"/>
      <p:bold r:id="rId3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>
          <p15:clr>
            <a:srgbClr val="A4A3A4"/>
          </p15:clr>
        </p15:guide>
        <p15:guide id="2" orient="horz" pos="618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pos="5602">
          <p15:clr>
            <a:srgbClr val="A4A3A4"/>
          </p15:clr>
        </p15:guide>
        <p15:guide id="5" pos="2880">
          <p15:clr>
            <a:srgbClr val="A4A3A4"/>
          </p15:clr>
        </p15:guide>
        <p15:guide id="6" pos="340">
          <p15:clr>
            <a:srgbClr val="A4A3A4"/>
          </p15:clr>
        </p15:guide>
        <p15:guide id="7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42D"/>
    <a:srgbClr val="F4E2E2"/>
    <a:srgbClr val="FAF8A6"/>
    <a:srgbClr val="FF3B3B"/>
    <a:srgbClr val="F5BBBB"/>
    <a:srgbClr val="B40000"/>
    <a:srgbClr val="FF99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3683D0-D4D9-4BED-9220-AD1E10ADF921}" v="2216" dt="2020-04-27T02:40:30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36" autoAdjust="0"/>
    <p:restoredTop sz="91647" autoAdjust="0"/>
  </p:normalViewPr>
  <p:slideViewPr>
    <p:cSldViewPr>
      <p:cViewPr varScale="1">
        <p:scale>
          <a:sx n="105" d="100"/>
          <a:sy n="105" d="100"/>
        </p:scale>
        <p:origin x="132" y="1074"/>
      </p:cViewPr>
      <p:guideLst>
        <p:guide orient="horz" pos="3612"/>
        <p:guide orient="horz" pos="618"/>
        <p:guide orient="horz" pos="119"/>
        <p:guide pos="5602"/>
        <p:guide pos="2880"/>
        <p:guide pos="340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50" y="96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6.fntdata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ehun" userId="a5dd5dda71ea150a" providerId="LiveId" clId="{EE18F0ED-61EA-4400-8D5D-638E65FD2E5C}"/>
    <pc:docChg chg="undo custSel addSld delSld modSld sldOrd">
      <pc:chgData name="park sehun" userId="a5dd5dda71ea150a" providerId="LiveId" clId="{EE18F0ED-61EA-4400-8D5D-638E65FD2E5C}" dt="2020-03-18T03:59:36.563" v="12264"/>
      <pc:docMkLst>
        <pc:docMk/>
      </pc:docMkLst>
      <pc:sldChg chg="modSp">
        <pc:chgData name="park sehun" userId="a5dd5dda71ea150a" providerId="LiveId" clId="{EE18F0ED-61EA-4400-8D5D-638E65FD2E5C}" dt="2020-03-16T09:04:52.909" v="2385" actId="20577"/>
        <pc:sldMkLst>
          <pc:docMk/>
          <pc:sldMk cId="0" sldId="487"/>
        </pc:sldMkLst>
        <pc:spChg chg="mod">
          <ac:chgData name="park sehun" userId="a5dd5dda71ea150a" providerId="LiveId" clId="{EE18F0ED-61EA-4400-8D5D-638E65FD2E5C}" dt="2020-03-16T09:04:52.909" v="2385" actId="20577"/>
          <ac:spMkLst>
            <pc:docMk/>
            <pc:sldMk cId="0" sldId="487"/>
            <ac:spMk id="7" creationId="{00000000-0000-0000-0000-000000000000}"/>
          </ac:spMkLst>
        </pc:spChg>
        <pc:spChg chg="mod">
          <ac:chgData name="park sehun" userId="a5dd5dda71ea150a" providerId="LiveId" clId="{EE18F0ED-61EA-4400-8D5D-638E65FD2E5C}" dt="2020-03-16T08:03:30.903" v="7" actId="20577"/>
          <ac:spMkLst>
            <pc:docMk/>
            <pc:sldMk cId="0" sldId="487"/>
            <ac:spMk id="8" creationId="{00000000-0000-0000-0000-000000000000}"/>
          </ac:spMkLst>
        </pc:spChg>
      </pc:sldChg>
      <pc:sldChg chg="delSp modSp">
        <pc:chgData name="park sehun" userId="a5dd5dda71ea150a" providerId="LiveId" clId="{EE18F0ED-61EA-4400-8D5D-638E65FD2E5C}" dt="2020-03-16T08:04:08.953" v="38" actId="478"/>
        <pc:sldMkLst>
          <pc:docMk/>
          <pc:sldMk cId="2315492388" sldId="1111"/>
        </pc:sldMkLst>
        <pc:spChg chg="mod">
          <ac:chgData name="park sehun" userId="a5dd5dda71ea150a" providerId="LiveId" clId="{EE18F0ED-61EA-4400-8D5D-638E65FD2E5C}" dt="2020-03-16T08:03:53.925" v="37" actId="1036"/>
          <ac:spMkLst>
            <pc:docMk/>
            <pc:sldMk cId="2315492388" sldId="1111"/>
            <ac:spMk id="30" creationId="{EDF1AA4D-09D0-4259-8EEC-7C4BE43CE48E}"/>
          </ac:spMkLst>
        </pc:spChg>
        <pc:cxnChg chg="del mod">
          <ac:chgData name="park sehun" userId="a5dd5dda71ea150a" providerId="LiveId" clId="{EE18F0ED-61EA-4400-8D5D-638E65FD2E5C}" dt="2020-03-16T08:04:08.953" v="38" actId="478"/>
          <ac:cxnSpMkLst>
            <pc:docMk/>
            <pc:sldMk cId="2315492388" sldId="1111"/>
            <ac:cxnSpMk id="3" creationId="{C74DFF08-EA1F-4281-A616-ACD30FA3C510}"/>
          </ac:cxnSpMkLst>
        </pc:cxnChg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314973740" sldId="1140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56424068" sldId="117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177499770" sldId="1173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383354067" sldId="117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106983602" sldId="1177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21081107" sldId="1178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905206177" sldId="1179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224567645" sldId="1180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867095623" sldId="1181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310261898" sldId="118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042506115" sldId="1183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418553416" sldId="1184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3066396043" sldId="118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937512362" sldId="1186"/>
        </pc:sldMkLst>
      </pc:sldChg>
      <pc:sldChg chg="modSp add">
        <pc:chgData name="park sehun" userId="a5dd5dda71ea150a" providerId="LiveId" clId="{EE18F0ED-61EA-4400-8D5D-638E65FD2E5C}" dt="2020-03-18T03:59:36.563" v="12264"/>
        <pc:sldMkLst>
          <pc:docMk/>
          <pc:sldMk cId="1112830151" sldId="1192"/>
        </pc:sldMkLst>
        <pc:spChg chg="mod">
          <ac:chgData name="park sehun" userId="a5dd5dda71ea150a" providerId="LiveId" clId="{EE18F0ED-61EA-4400-8D5D-638E65FD2E5C}" dt="2020-03-18T03:59:04.876" v="12184" actId="20577"/>
          <ac:spMkLst>
            <pc:docMk/>
            <pc:sldMk cId="1112830151" sldId="1192"/>
            <ac:spMk id="54" creationId="{C29D6112-022A-4BE0-B087-9B0A74023A45}"/>
          </ac:spMkLst>
        </pc:spChg>
        <pc:spChg chg="mod">
          <ac:chgData name="park sehun" userId="a5dd5dda71ea150a" providerId="LiveId" clId="{EE18F0ED-61EA-4400-8D5D-638E65FD2E5C}" dt="2020-03-18T03:59:36.563" v="12264"/>
          <ac:spMkLst>
            <pc:docMk/>
            <pc:sldMk cId="1112830151" sldId="1192"/>
            <ac:spMk id="62466" creationId="{00000000-0000-0000-0000-000000000000}"/>
          </ac:spMkLst>
        </pc:spChg>
      </pc:sldChg>
      <pc:sldChg chg="del">
        <pc:chgData name="park sehun" userId="a5dd5dda71ea150a" providerId="LiveId" clId="{EE18F0ED-61EA-4400-8D5D-638E65FD2E5C}" dt="2020-03-16T08:16:49.478" v="41" actId="2696"/>
        <pc:sldMkLst>
          <pc:docMk/>
          <pc:sldMk cId="3942243655" sldId="1192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883614509" sldId="1194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766646617" sldId="1195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009966918" sldId="1196"/>
        </pc:sldMkLst>
      </pc:sldChg>
      <pc:sldChg chg="addSp delSp modSp ord modNotesTx">
        <pc:chgData name="park sehun" userId="a5dd5dda71ea150a" providerId="LiveId" clId="{EE18F0ED-61EA-4400-8D5D-638E65FD2E5C}" dt="2020-03-16T08:45:39.898" v="2173" actId="20577"/>
        <pc:sldMkLst>
          <pc:docMk/>
          <pc:sldMk cId="3673328656" sldId="1197"/>
        </pc:sldMkLst>
        <pc:spChg chg="mod">
          <ac:chgData name="park sehun" userId="a5dd5dda71ea150a" providerId="LiveId" clId="{EE18F0ED-61EA-4400-8D5D-638E65FD2E5C}" dt="2020-03-16T08:22:08.916" v="211" actId="20577"/>
          <ac:spMkLst>
            <pc:docMk/>
            <pc:sldMk cId="3673328656" sldId="1197"/>
            <ac:spMk id="4" creationId="{9DA76C4A-1B38-4C07-A24B-3F7114B667CD}"/>
          </ac:spMkLst>
        </pc:spChg>
        <pc:spChg chg="add mod">
          <ac:chgData name="park sehun" userId="a5dd5dda71ea150a" providerId="LiveId" clId="{EE18F0ED-61EA-4400-8D5D-638E65FD2E5C}" dt="2020-03-16T08:26:49.501" v="227" actId="1076"/>
          <ac:spMkLst>
            <pc:docMk/>
            <pc:sldMk cId="3673328656" sldId="1197"/>
            <ac:spMk id="10" creationId="{F9AEA2BA-799E-470C-87A7-61505A44881D}"/>
          </ac:spMkLst>
        </pc:spChg>
        <pc:spChg chg="add mod">
          <ac:chgData name="park sehun" userId="a5dd5dda71ea150a" providerId="LiveId" clId="{EE18F0ED-61EA-4400-8D5D-638E65FD2E5C}" dt="2020-03-16T08:20:02.537" v="96" actId="1076"/>
          <ac:spMkLst>
            <pc:docMk/>
            <pc:sldMk cId="3673328656" sldId="1197"/>
            <ac:spMk id="29" creationId="{B905D88A-DEF2-4395-816E-0E8DB9210F39}"/>
          </ac:spMkLst>
        </pc:spChg>
        <pc:spChg chg="add mod">
          <ac:chgData name="park sehun" userId="a5dd5dda71ea150a" providerId="LiveId" clId="{EE18F0ED-61EA-4400-8D5D-638E65FD2E5C}" dt="2020-03-16T08:20:44.607" v="132" actId="1035"/>
          <ac:spMkLst>
            <pc:docMk/>
            <pc:sldMk cId="3673328656" sldId="1197"/>
            <ac:spMk id="32" creationId="{7B2A9D1B-6100-4E94-BE12-672593546DCC}"/>
          </ac:spMkLst>
        </pc:spChg>
        <pc:spChg chg="add mod">
          <ac:chgData name="park sehun" userId="a5dd5dda71ea150a" providerId="LiveId" clId="{EE18F0ED-61EA-4400-8D5D-638E65FD2E5C}" dt="2020-03-16T08:27:03.252" v="255" actId="20577"/>
          <ac:spMkLst>
            <pc:docMk/>
            <pc:sldMk cId="3673328656" sldId="1197"/>
            <ac:spMk id="40" creationId="{067DF4BC-D816-476B-B6CF-496EC5944DAE}"/>
          </ac:spMkLst>
        </pc:spChg>
        <pc:spChg chg="add mod">
          <ac:chgData name="park sehun" userId="a5dd5dda71ea150a" providerId="LiveId" clId="{EE18F0ED-61EA-4400-8D5D-638E65FD2E5C}" dt="2020-03-16T08:27:06.513" v="257" actId="20577"/>
          <ac:spMkLst>
            <pc:docMk/>
            <pc:sldMk cId="3673328656" sldId="1197"/>
            <ac:spMk id="41" creationId="{C92C3A17-9069-46C5-BD77-77274CF61402}"/>
          </ac:spMkLst>
        </pc:spChg>
        <pc:spChg chg="add mod">
          <ac:chgData name="park sehun" userId="a5dd5dda71ea150a" providerId="LiveId" clId="{EE18F0ED-61EA-4400-8D5D-638E65FD2E5C}" dt="2020-03-16T08:27:40.248" v="356" actId="1035"/>
          <ac:spMkLst>
            <pc:docMk/>
            <pc:sldMk cId="3673328656" sldId="1197"/>
            <ac:spMk id="42" creationId="{B1C9A060-973F-44B0-87E2-38BF88A3FD4E}"/>
          </ac:spMkLst>
        </pc:spChg>
        <pc:spChg chg="add mod">
          <ac:chgData name="park sehun" userId="a5dd5dda71ea150a" providerId="LiveId" clId="{EE18F0ED-61EA-4400-8D5D-638E65FD2E5C}" dt="2020-03-16T08:28:01.646" v="437" actId="20577"/>
          <ac:spMkLst>
            <pc:docMk/>
            <pc:sldMk cId="3673328656" sldId="1197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6T08:18:40.381" v="51" actId="1036"/>
          <ac:spMkLst>
            <pc:docMk/>
            <pc:sldMk cId="3673328656" sldId="1197"/>
            <ac:spMk id="44" creationId="{390CF0EA-5978-4C4F-A088-2D4C70EBC793}"/>
          </ac:spMkLst>
        </pc:spChg>
        <pc:spChg chg="add mod">
          <ac:chgData name="park sehun" userId="a5dd5dda71ea150a" providerId="LiveId" clId="{EE18F0ED-61EA-4400-8D5D-638E65FD2E5C}" dt="2020-03-16T08:28:04.825" v="439" actId="20577"/>
          <ac:spMkLst>
            <pc:docMk/>
            <pc:sldMk cId="3673328656" sldId="1197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6T08:20:38.035" v="114" actId="1035"/>
          <ac:spMkLst>
            <pc:docMk/>
            <pc:sldMk cId="3673328656" sldId="1197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6T08:23:46.918" v="220" actId="6549"/>
          <ac:spMkLst>
            <pc:docMk/>
            <pc:sldMk cId="3673328656" sldId="1197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8:22:20.075" v="213" actId="20577"/>
          <ac:spMkLst>
            <pc:docMk/>
            <pc:sldMk cId="3673328656" sldId="1197"/>
            <ac:spMk id="54" creationId="{C29D6112-022A-4BE0-B087-9B0A74023A45}"/>
          </ac:spMkLst>
        </pc:spChg>
        <pc:spChg chg="mod">
          <ac:chgData name="park sehun" userId="a5dd5dda71ea150a" providerId="LiveId" clId="{EE18F0ED-61EA-4400-8D5D-638E65FD2E5C}" dt="2020-03-16T08:18:40.381" v="51" actId="1036"/>
          <ac:spMkLst>
            <pc:docMk/>
            <pc:sldMk cId="3673328656" sldId="1197"/>
            <ac:spMk id="63" creationId="{8CF57F6D-10C1-4AB8-AFA1-02FA3FA793E8}"/>
          </ac:spMkLst>
        </pc:spChg>
        <pc:spChg chg="mod">
          <ac:chgData name="park sehun" userId="a5dd5dda71ea150a" providerId="LiveId" clId="{EE18F0ED-61EA-4400-8D5D-638E65FD2E5C}" dt="2020-03-16T08:18:56.778" v="71" actId="1036"/>
          <ac:spMkLst>
            <pc:docMk/>
            <pc:sldMk cId="3673328656" sldId="1197"/>
            <ac:spMk id="76" creationId="{B5EB5AE6-A589-4A54-B05C-856791F34305}"/>
          </ac:spMkLst>
        </pc:spChg>
        <pc:spChg chg="mod">
          <ac:chgData name="park sehun" userId="a5dd5dda71ea150a" providerId="LiveId" clId="{EE18F0ED-61EA-4400-8D5D-638E65FD2E5C}" dt="2020-03-16T08:19:12.020" v="92" actId="1037"/>
          <ac:spMkLst>
            <pc:docMk/>
            <pc:sldMk cId="3673328656" sldId="1197"/>
            <ac:spMk id="78" creationId="{0B83E74A-4A4E-4E0C-AD94-7D5E324DE748}"/>
          </ac:spMkLst>
        </pc:spChg>
        <pc:graphicFrameChg chg="mod">
          <ac:chgData name="park sehun" userId="a5dd5dda71ea150a" providerId="LiveId" clId="{EE18F0ED-61EA-4400-8D5D-638E65FD2E5C}" dt="2020-03-16T08:18:40.381" v="51" actId="1036"/>
          <ac:graphicFrameMkLst>
            <pc:docMk/>
            <pc:sldMk cId="3673328656" sldId="1197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EE18F0ED-61EA-4400-8D5D-638E65FD2E5C}" dt="2020-03-16T08:18:56.778" v="71" actId="1036"/>
          <ac:graphicFrameMkLst>
            <pc:docMk/>
            <pc:sldMk cId="3673328656" sldId="1197"/>
            <ac:graphicFrameMk id="36" creationId="{08881BD9-DC01-46DF-9742-A9787B92A60F}"/>
          </ac:graphicFrameMkLst>
        </pc:graphicFrameChg>
        <pc:graphicFrameChg chg="mod">
          <ac:chgData name="park sehun" userId="a5dd5dda71ea150a" providerId="LiveId" clId="{EE18F0ED-61EA-4400-8D5D-638E65FD2E5C}" dt="2020-03-16T08:19:12.020" v="92" actId="1037"/>
          <ac:graphicFrameMkLst>
            <pc:docMk/>
            <pc:sldMk cId="3673328656" sldId="1197"/>
            <ac:graphicFrameMk id="38" creationId="{9A7A42EB-7DD7-4A12-A27B-B837556A8330}"/>
          </ac:graphicFrameMkLst>
        </pc:graphicFrameChg>
        <pc:cxnChg chg="add del mod">
          <ac:chgData name="park sehun" userId="a5dd5dda71ea150a" providerId="LiveId" clId="{EE18F0ED-61EA-4400-8D5D-638E65FD2E5C}" dt="2020-03-16T08:21:35.358" v="138" actId="478"/>
          <ac:cxnSpMkLst>
            <pc:docMk/>
            <pc:sldMk cId="3673328656" sldId="1197"/>
            <ac:cxnSpMk id="30" creationId="{E5D3B70F-B763-4A5F-9FF2-8D49F17D90CC}"/>
          </ac:cxnSpMkLst>
        </pc:cxnChg>
        <pc:cxnChg chg="mod">
          <ac:chgData name="park sehun" userId="a5dd5dda71ea150a" providerId="LiveId" clId="{EE18F0ED-61EA-4400-8D5D-638E65FD2E5C}" dt="2020-03-16T08:18:40.381" v="51" actId="1036"/>
          <ac:cxnSpMkLst>
            <pc:docMk/>
            <pc:sldMk cId="3673328656" sldId="1197"/>
            <ac:cxnSpMk id="39" creationId="{C851932A-4916-4E8E-ADCE-BBDCE58175C0}"/>
          </ac:cxnSpMkLst>
        </pc:cxnChg>
        <pc:cxnChg chg="mod">
          <ac:chgData name="park sehun" userId="a5dd5dda71ea150a" providerId="LiveId" clId="{EE18F0ED-61EA-4400-8D5D-638E65FD2E5C}" dt="2020-03-16T08:21:17.988" v="137" actId="14100"/>
          <ac:cxnSpMkLst>
            <pc:docMk/>
            <pc:sldMk cId="3673328656" sldId="1197"/>
            <ac:cxnSpMk id="46" creationId="{ED63783E-00B0-4DE2-BAA1-7DBBAD23574D}"/>
          </ac:cxnSpMkLst>
        </pc:cxnChg>
        <pc:cxnChg chg="mod">
          <ac:chgData name="park sehun" userId="a5dd5dda71ea150a" providerId="LiveId" clId="{EE18F0ED-61EA-4400-8D5D-638E65FD2E5C}" dt="2020-03-16T08:21:47.951" v="207" actId="1037"/>
          <ac:cxnSpMkLst>
            <pc:docMk/>
            <pc:sldMk cId="3673328656" sldId="1197"/>
            <ac:cxnSpMk id="48" creationId="{1F0AC650-39C6-425E-9CBF-0F333F010677}"/>
          </ac:cxnSpMkLst>
        </pc:cxnChg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1063120802" sldId="1198"/>
        </pc:sldMkLst>
      </pc:sldChg>
      <pc:sldChg chg="del">
        <pc:chgData name="park sehun" userId="a5dd5dda71ea150a" providerId="LiveId" clId="{EE18F0ED-61EA-4400-8D5D-638E65FD2E5C}" dt="2020-03-17T08:09:29.421" v="11575" actId="47"/>
        <pc:sldMkLst>
          <pc:docMk/>
          <pc:sldMk cId="2514619652" sldId="1199"/>
        </pc:sldMkLst>
      </pc:sldChg>
      <pc:sldChg chg="addSp delSp modSp add delAnim modNotesTx">
        <pc:chgData name="park sehun" userId="a5dd5dda71ea150a" providerId="LiveId" clId="{EE18F0ED-61EA-4400-8D5D-638E65FD2E5C}" dt="2020-03-17T08:45:21.277" v="11959" actId="1076"/>
        <pc:sldMkLst>
          <pc:docMk/>
          <pc:sldMk cId="2174125512" sldId="1200"/>
        </pc:sldMkLst>
        <pc:spChg chg="add del mod">
          <ac:chgData name="park sehun" userId="a5dd5dda71ea150a" providerId="LiveId" clId="{EE18F0ED-61EA-4400-8D5D-638E65FD2E5C}" dt="2020-03-16T09:10:13.227" v="2456" actId="478"/>
          <ac:spMkLst>
            <pc:docMk/>
            <pc:sldMk cId="2174125512" sldId="1200"/>
            <ac:spMk id="3" creationId="{F6C3F55E-D914-433C-9A63-D566F3E41EF5}"/>
          </ac:spMkLst>
        </pc:spChg>
        <pc:spChg chg="del">
          <ac:chgData name="park sehun" userId="a5dd5dda71ea150a" providerId="LiveId" clId="{EE18F0ED-61EA-4400-8D5D-638E65FD2E5C}" dt="2020-03-16T09:06:05.343" v="2420" actId="478"/>
          <ac:spMkLst>
            <pc:docMk/>
            <pc:sldMk cId="2174125512" sldId="1200"/>
            <ac:spMk id="4" creationId="{9DA76C4A-1B38-4C07-A24B-3F7114B667CD}"/>
          </ac:spMkLst>
        </pc:spChg>
        <pc:spChg chg="add del mod">
          <ac:chgData name="park sehun" userId="a5dd5dda71ea150a" providerId="LiveId" clId="{EE18F0ED-61EA-4400-8D5D-638E65FD2E5C}" dt="2020-03-17T08:45:11.680" v="11957" actId="1076"/>
          <ac:spMkLst>
            <pc:docMk/>
            <pc:sldMk cId="2174125512" sldId="1200"/>
            <ac:spMk id="10" creationId="{F9AEA2BA-799E-470C-87A7-61505A44881D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29" creationId="{B905D88A-DEF2-4395-816E-0E8DB9210F39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32" creationId="{7B2A9D1B-6100-4E94-BE12-672593546DCC}"/>
          </ac:spMkLst>
        </pc:spChg>
        <pc:spChg chg="add del mod">
          <ac:chgData name="park sehun" userId="a5dd5dda71ea150a" providerId="LiveId" clId="{EE18F0ED-61EA-4400-8D5D-638E65FD2E5C}" dt="2020-03-17T08:45:16.977" v="11958" actId="1076"/>
          <ac:spMkLst>
            <pc:docMk/>
            <pc:sldMk cId="2174125512" sldId="1200"/>
            <ac:spMk id="40" creationId="{067DF4BC-D816-476B-B6CF-496EC5944DAE}"/>
          </ac:spMkLst>
        </pc:spChg>
        <pc:spChg chg="add del mod">
          <ac:chgData name="park sehun" userId="a5dd5dda71ea150a" providerId="LiveId" clId="{EE18F0ED-61EA-4400-8D5D-638E65FD2E5C}" dt="2020-03-17T08:45:21.277" v="11959" actId="1076"/>
          <ac:spMkLst>
            <pc:docMk/>
            <pc:sldMk cId="2174125512" sldId="1200"/>
            <ac:spMk id="41" creationId="{C92C3A17-9069-46C5-BD77-77274CF61402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2" creationId="{B1C9A060-973F-44B0-87E2-38BF88A3FD4E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4" creationId="{390CF0EA-5978-4C4F-A088-2D4C70EBC793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6T09:10:49.704" v="2557" actId="1037"/>
          <ac:spMkLst>
            <pc:docMk/>
            <pc:sldMk cId="2174125512" sldId="1200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6T09:29:43.511" v="3176" actId="20577"/>
          <ac:spMkLst>
            <pc:docMk/>
            <pc:sldMk cId="2174125512" sldId="1200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32:28.789" v="3319" actId="20577"/>
          <ac:spMkLst>
            <pc:docMk/>
            <pc:sldMk cId="2174125512" sldId="1200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55" creationId="{03A165D2-3D2D-4C51-844B-512A16A883D0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61" creationId="{564B67B8-3547-4D76-B4AD-EBE3D12F0D39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6T09:10:19.371" v="2457" actId="478"/>
          <ac:spMkLst>
            <pc:docMk/>
            <pc:sldMk cId="2174125512" sldId="1200"/>
            <ac:spMk id="65" creationId="{53F129E3-6D7B-48BB-9761-A6DEE22347C5}"/>
          </ac:spMkLst>
        </pc:spChg>
        <pc:spChg chg="mod">
          <ac:chgData name="park sehun" userId="a5dd5dda71ea150a" providerId="LiveId" clId="{EE18F0ED-61EA-4400-8D5D-638E65FD2E5C}" dt="2020-03-16T09:10:25.640" v="2494" actId="1038"/>
          <ac:spMkLst>
            <pc:docMk/>
            <pc:sldMk cId="2174125512" sldId="1200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71" creationId="{68612BC9-CDE7-495C-BD01-5B173DA8540C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6T09:06:02.109" v="2419" actId="478"/>
          <ac:spMkLst>
            <pc:docMk/>
            <pc:sldMk cId="2174125512" sldId="1200"/>
            <ac:spMk id="77" creationId="{A1C9CBBB-442E-4A27-BC56-34EE4B2C71D5}"/>
          </ac:spMkLst>
        </pc:spChg>
        <pc:spChg chg="mod">
          <ac:chgData name="park sehun" userId="a5dd5dda71ea150a" providerId="LiveId" clId="{EE18F0ED-61EA-4400-8D5D-638E65FD2E5C}" dt="2020-03-16T09:09:52.465" v="2455" actId="1037"/>
          <ac:spMkLst>
            <pc:docMk/>
            <pc:sldMk cId="2174125512" sldId="1200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8:47:51.283" v="2237" actId="20577"/>
          <ac:spMkLst>
            <pc:docMk/>
            <pc:sldMk cId="2174125512" sldId="1200"/>
            <ac:spMk id="62466" creationId="{00000000-0000-0000-0000-000000000000}"/>
          </ac:spMkLst>
        </pc:sp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6" creationId="{08881BD9-DC01-46DF-9742-A9787B92A60F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7" creationId="{B404B55C-E378-450B-8567-8123BE4AEFCE}"/>
          </ac:graphicFrameMkLst>
        </pc:graphicFrameChg>
        <pc:graphicFrameChg chg="mod">
          <ac:chgData name="park sehun" userId="a5dd5dda71ea150a" providerId="LiveId" clId="{EE18F0ED-61EA-4400-8D5D-638E65FD2E5C}" dt="2020-03-16T09:09:52.465" v="2455" actId="1037"/>
          <ac:graphicFrameMkLst>
            <pc:docMk/>
            <pc:sldMk cId="2174125512" sldId="1200"/>
            <ac:graphicFrameMk id="38" creationId="{9A7A42EB-7DD7-4A12-A27B-B837556A8330}"/>
          </ac:graphicFrameMkLst>
        </pc:graphicFrame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39" creationId="{C851932A-4916-4E8E-ADCE-BBDCE58175C0}"/>
          </ac:cxnSpMkLst>
        </pc:cxn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46" creationId="{ED63783E-00B0-4DE2-BAA1-7DBBAD23574D}"/>
          </ac:cxnSpMkLst>
        </pc:cxnChg>
        <pc:cxnChg chg="mod">
          <ac:chgData name="park sehun" userId="a5dd5dda71ea150a" providerId="LiveId" clId="{EE18F0ED-61EA-4400-8D5D-638E65FD2E5C}" dt="2020-03-16T09:09:52.465" v="2455" actId="1037"/>
          <ac:cxnSpMkLst>
            <pc:docMk/>
            <pc:sldMk cId="2174125512" sldId="1200"/>
            <ac:cxnSpMk id="48" creationId="{1F0AC650-39C6-425E-9CBF-0F333F010677}"/>
          </ac:cxnSpMkLst>
        </pc:cxnChg>
        <pc:cxnChg chg="mod">
          <ac:chgData name="park sehun" userId="a5dd5dda71ea150a" providerId="LiveId" clId="{EE18F0ED-61EA-4400-8D5D-638E65FD2E5C}" dt="2020-03-16T09:10:39.008" v="2531" actId="14100"/>
          <ac:cxnSpMkLst>
            <pc:docMk/>
            <pc:sldMk cId="2174125512" sldId="1200"/>
            <ac:cxnSpMk id="50" creationId="{AA7171CE-0DE4-411A-87C9-037D611A0DB4}"/>
          </ac:cxnSpMkLst>
        </pc:cxnChg>
        <pc:cxnChg chg="del">
          <ac:chgData name="park sehun" userId="a5dd5dda71ea150a" providerId="LiveId" clId="{EE18F0ED-61EA-4400-8D5D-638E65FD2E5C}" dt="2020-03-16T09:05:57.749" v="2418" actId="478"/>
          <ac:cxnSpMkLst>
            <pc:docMk/>
            <pc:sldMk cId="2174125512" sldId="1200"/>
            <ac:cxnSpMk id="64" creationId="{5270DB07-824E-40A1-BADC-DE6D19836E63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4:14.011" v="4673" actId="478"/>
        <pc:sldMkLst>
          <pc:docMk/>
          <pc:sldMk cId="3465176172" sldId="1201"/>
        </pc:sldMkLst>
        <pc:spChg chg="del">
          <ac:chgData name="park sehun" userId="a5dd5dda71ea150a" providerId="LiveId" clId="{EE18F0ED-61EA-4400-8D5D-638E65FD2E5C}" dt="2020-03-17T01:44:25.829" v="4514" actId="478"/>
          <ac:spMkLst>
            <pc:docMk/>
            <pc:sldMk cId="3465176172" sldId="1201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23.526" v="4513" actId="478"/>
          <ac:spMkLst>
            <pc:docMk/>
            <pc:sldMk cId="3465176172" sldId="1201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23.526" v="4513" actId="478"/>
          <ac:spMkLst>
            <pc:docMk/>
            <pc:sldMk cId="3465176172" sldId="1201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7T03:44:04.218" v="4672" actId="1038"/>
          <ac:spMkLst>
            <pc:docMk/>
            <pc:sldMk cId="3465176172" sldId="1201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1:27.365" v="4231" actId="20577"/>
          <ac:spMkLst>
            <pc:docMk/>
            <pc:sldMk cId="3465176172" sldId="1201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44:14.011" v="4673" actId="478"/>
          <ac:spMkLst>
            <pc:docMk/>
            <pc:sldMk cId="3465176172" sldId="1201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34.977" v="4527" actId="478"/>
          <ac:spMkLst>
            <pc:docMk/>
            <pc:sldMk cId="3465176172" sldId="1201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2:34.801" v="4318" actId="20577"/>
          <ac:spMkLst>
            <pc:docMk/>
            <pc:sldMk cId="3465176172" sldId="1201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34.977" v="4527" actId="478"/>
          <ac:graphicFrameMkLst>
            <pc:docMk/>
            <pc:sldMk cId="3465176172" sldId="1201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39:34.977" v="4527" actId="478"/>
          <ac:cxnSpMkLst>
            <pc:docMk/>
            <pc:sldMk cId="3465176172" sldId="1201"/>
            <ac:cxnSpMk id="50" creationId="{AA7171CE-0DE4-411A-87C9-037D611A0DB4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4:38.227" v="4676" actId="478"/>
        <pc:sldMkLst>
          <pc:docMk/>
          <pc:sldMk cId="2557724074" sldId="1202"/>
        </pc:sldMkLst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13.976" v="4512" actId="478"/>
          <ac:spMkLst>
            <pc:docMk/>
            <pc:sldMk cId="2557724074" sldId="1202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47" creationId="{B2711BC8-8BBB-464D-923D-5476D78556CA}"/>
          </ac:spMkLst>
        </pc:spChg>
        <pc:spChg chg="mod">
          <ac:chgData name="park sehun" userId="a5dd5dda71ea150a" providerId="LiveId" clId="{EE18F0ED-61EA-4400-8D5D-638E65FD2E5C}" dt="2020-03-17T03:44:34.873" v="4675" actId="14100"/>
          <ac:spMkLst>
            <pc:docMk/>
            <pc:sldMk cId="2557724074" sldId="1202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3:01.427" v="4338"/>
          <ac:spMkLst>
            <pc:docMk/>
            <pc:sldMk cId="2557724074" sldId="1202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44:38.227" v="4676" actId="478"/>
          <ac:spMkLst>
            <pc:docMk/>
            <pc:sldMk cId="2557724074" sldId="1202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28.498" v="4526" actId="478"/>
          <ac:spMkLst>
            <pc:docMk/>
            <pc:sldMk cId="2557724074" sldId="1202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2:30.820" v="4311" actId="20577"/>
          <ac:spMkLst>
            <pc:docMk/>
            <pc:sldMk cId="2557724074" sldId="1202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28.498" v="4526" actId="478"/>
          <ac:graphicFrameMkLst>
            <pc:docMk/>
            <pc:sldMk cId="2557724074" sldId="1202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28.498" v="4526" actId="478"/>
          <ac:cxnSpMkLst>
            <pc:docMk/>
            <pc:sldMk cId="2557724074" sldId="1202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44:28.925" v="4674" actId="478"/>
          <ac:cxnSpMkLst>
            <pc:docMk/>
            <pc:sldMk cId="2557724074" sldId="1202"/>
            <ac:cxnSpMk id="50" creationId="{AA7171CE-0DE4-411A-87C9-037D611A0DB4}"/>
          </ac:cxnSpMkLst>
        </pc:cxnChg>
      </pc:sldChg>
      <pc:sldChg chg="delSp modSp add modAnim modNotesTx">
        <pc:chgData name="park sehun" userId="a5dd5dda71ea150a" providerId="LiveId" clId="{EE18F0ED-61EA-4400-8D5D-638E65FD2E5C}" dt="2020-03-17T03:40:00.673" v="4528" actId="14100"/>
        <pc:sldMkLst>
          <pc:docMk/>
          <pc:sldMk cId="1403437371" sldId="1203"/>
        </pc:sldMkLst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10" creationId="{F9AEA2BA-799E-470C-87A7-61505A44881D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29" creationId="{B905D88A-DEF2-4395-816E-0E8DB9210F39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1:44:09.923" v="4511" actId="478"/>
          <ac:spMkLst>
            <pc:docMk/>
            <pc:sldMk cId="1403437371" sldId="1203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47" creationId="{B2711BC8-8BBB-464D-923D-5476D78556CA}"/>
          </ac:spMkLst>
        </pc:spChg>
        <pc:spChg chg="del">
          <ac:chgData name="park sehun" userId="a5dd5dda71ea150a" providerId="LiveId" clId="{EE18F0ED-61EA-4400-8D5D-638E65FD2E5C}" dt="2020-03-17T03:39:17.273" v="4525" actId="478"/>
          <ac:spMkLst>
            <pc:docMk/>
            <pc:sldMk cId="1403437371" sldId="1203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7T03:40:00.673" v="4528" actId="14100"/>
          <ac:spMkLst>
            <pc:docMk/>
            <pc:sldMk cId="1403437371" sldId="1203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6T09:44:38.927" v="4444" actId="20577"/>
          <ac:spMkLst>
            <pc:docMk/>
            <pc:sldMk cId="1403437371" sldId="1203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56" creationId="{BB41BF06-9C33-4E67-B580-716DF1A1550F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63" creationId="{8CF57F6D-10C1-4AB8-AFA1-02FA3FA793E8}"/>
          </ac:spMkLst>
        </pc:spChg>
        <pc:spChg chg="del">
          <ac:chgData name="park sehun" userId="a5dd5dda71ea150a" providerId="LiveId" clId="{EE18F0ED-61EA-4400-8D5D-638E65FD2E5C}" dt="2020-03-17T03:39:08.321" v="4523" actId="478"/>
          <ac:spMkLst>
            <pc:docMk/>
            <pc:sldMk cId="1403437371" sldId="1203"/>
            <ac:spMk id="66" creationId="{186D568E-3C76-4B43-8ACD-7EFA2134FAAA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39:03.971" v="4522" actId="478"/>
          <ac:spMkLst>
            <pc:docMk/>
            <pc:sldMk cId="1403437371" sldId="1203"/>
            <ac:spMk id="78" creationId="{0B83E74A-4A4E-4E0C-AD94-7D5E324DE748}"/>
          </ac:spMkLst>
        </pc:spChg>
        <pc:spChg chg="mod">
          <ac:chgData name="park sehun" userId="a5dd5dda71ea150a" providerId="LiveId" clId="{EE18F0ED-61EA-4400-8D5D-638E65FD2E5C}" dt="2020-03-16T09:45:21.840" v="4476" actId="20577"/>
          <ac:spMkLst>
            <pc:docMk/>
            <pc:sldMk cId="1403437371" sldId="1203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39:03.971" v="4522" actId="478"/>
          <ac:graphicFrameMkLst>
            <pc:docMk/>
            <pc:sldMk cId="1403437371" sldId="1203"/>
            <ac:graphicFrameMk id="38" creationId="{9A7A42EB-7DD7-4A12-A27B-B837556A8330}"/>
          </ac:graphicFrameMkLst>
        </pc:graphicFrame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39:03.971" v="4522" actId="478"/>
          <ac:cxnSpMkLst>
            <pc:docMk/>
            <pc:sldMk cId="1403437371" sldId="1203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3:39:13.327" v="4524" actId="478"/>
          <ac:cxnSpMkLst>
            <pc:docMk/>
            <pc:sldMk cId="1403437371" sldId="1203"/>
            <ac:cxnSpMk id="50" creationId="{AA7171CE-0DE4-411A-87C9-037D611A0DB4}"/>
          </ac:cxnSpMkLst>
        </pc:cxnChg>
      </pc:sldChg>
      <pc:sldChg chg="addSp delSp modSp add modAnim modNotesTx">
        <pc:chgData name="park sehun" userId="a5dd5dda71ea150a" providerId="LiveId" clId="{EE18F0ED-61EA-4400-8D5D-638E65FD2E5C}" dt="2020-03-17T07:51:24.655" v="11045" actId="20577"/>
        <pc:sldMkLst>
          <pc:docMk/>
          <pc:sldMk cId="1389531603" sldId="1204"/>
        </pc:sldMkLst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10" creationId="{F9AEA2BA-799E-470C-87A7-61505A44881D}"/>
          </ac:spMkLst>
        </pc:spChg>
        <pc:spChg chg="add mod">
          <ac:chgData name="park sehun" userId="a5dd5dda71ea150a" providerId="LiveId" clId="{EE18F0ED-61EA-4400-8D5D-638E65FD2E5C}" dt="2020-03-17T06:04:39.687" v="6126" actId="1038"/>
          <ac:spMkLst>
            <pc:docMk/>
            <pc:sldMk cId="1389531603" sldId="1204"/>
            <ac:spMk id="27" creationId="{9384D9E4-1DB6-46D4-9E66-5BA2E5FD7136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29" creationId="{B905D88A-DEF2-4395-816E-0E8DB9210F39}"/>
          </ac:spMkLst>
        </pc:spChg>
        <pc:spChg chg="add mod">
          <ac:chgData name="park sehun" userId="a5dd5dda71ea150a" providerId="LiveId" clId="{EE18F0ED-61EA-4400-8D5D-638E65FD2E5C}" dt="2020-03-17T05:30:35.320" v="4955" actId="1036"/>
          <ac:spMkLst>
            <pc:docMk/>
            <pc:sldMk cId="1389531603" sldId="1204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32" creationId="{7B2A9D1B-6100-4E94-BE12-672593546DCC}"/>
          </ac:spMkLst>
        </pc:spChg>
        <pc:spChg chg="add mod">
          <ac:chgData name="park sehun" userId="a5dd5dda71ea150a" providerId="LiveId" clId="{EE18F0ED-61EA-4400-8D5D-638E65FD2E5C}" dt="2020-03-17T05:48:38.439" v="5464" actId="1037"/>
          <ac:spMkLst>
            <pc:docMk/>
            <pc:sldMk cId="1389531603" sldId="1204"/>
            <ac:spMk id="33" creationId="{F10D0F4E-5E42-4BC2-9E16-2B54DCE1A39D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34" creationId="{B759B056-87A7-4DCF-89F3-BE39CC580CB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35" creationId="{16741EF7-796A-4534-9332-C9B683912B12}"/>
          </ac:spMkLst>
        </pc:spChg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2:37:19.319" v="4515" actId="478"/>
          <ac:spMkLst>
            <pc:docMk/>
            <pc:sldMk cId="1389531603" sldId="1204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3" creationId="{8EF3060A-A8CF-4439-A760-418616147283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5" creationId="{A1B408C6-843F-4A9F-BBA4-416D9B02B161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47" creationId="{B2711BC8-8BBB-464D-923D-5476D78556C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49" creationId="{990AB7BD-1AA7-4232-A737-93F1FA6454FE}"/>
          </ac:spMkLst>
        </pc:spChg>
        <pc:spChg chg="mod">
          <ac:chgData name="park sehun" userId="a5dd5dda71ea150a" providerId="LiveId" clId="{EE18F0ED-61EA-4400-8D5D-638E65FD2E5C}" dt="2020-03-17T03:46:59.820" v="4687" actId="1035"/>
          <ac:spMkLst>
            <pc:docMk/>
            <pc:sldMk cId="1389531603" sldId="1204"/>
            <ac:spMk id="51" creationId="{6E497FE8-ACB2-4270-AE46-10B163AEEAD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2" creationId="{A16BD687-E28C-4DD7-8D87-5E4D69F49885}"/>
          </ac:spMkLst>
        </pc:spChg>
        <pc:spChg chg="del">
          <ac:chgData name="park sehun" userId="a5dd5dda71ea150a" providerId="LiveId" clId="{EE18F0ED-61EA-4400-8D5D-638E65FD2E5C}" dt="2020-03-17T03:40:47.888" v="4565" actId="478"/>
          <ac:spMkLst>
            <pc:docMk/>
            <pc:sldMk cId="1389531603" sldId="1204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7T03:40:38.472" v="4564" actId="6549"/>
          <ac:spMkLst>
            <pc:docMk/>
            <pc:sldMk cId="1389531603" sldId="1204"/>
            <ac:spMk id="54" creationId="{C29D6112-022A-4BE0-B087-9B0A74023A45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5" creationId="{E0D7CCAE-2B16-4074-B59E-7FEAE25AE6B6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56" creationId="{BB41BF06-9C33-4E67-B580-716DF1A1550F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7" creationId="{D75B7C80-AD88-41E7-A579-10609D7DC92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8" creationId="{25968229-127F-427D-8002-AAB2ABEA430B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59" creationId="{BF921BB0-DF4E-4BA9-843C-E98CFABD7F6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0" creationId="{F68AE185-EC69-48DD-B720-6CFC7CEF67C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1" creationId="{33D348FE-716C-4A65-BE39-D00AB3F1B87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2" creationId="{D61B607B-7ED2-46F1-81DB-8B0FF4ACF7E8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63" creationId="{8CF57F6D-10C1-4AB8-AFA1-02FA3FA793E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4" creationId="{BE48884C-2C13-42DD-A44C-9153B3D74DA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5" creationId="{326D7B78-32D5-4B21-9B9B-0907F5093C61}"/>
          </ac:spMkLst>
        </pc:spChg>
        <pc:spChg chg="mod">
          <ac:chgData name="park sehun" userId="a5dd5dda71ea150a" providerId="LiveId" clId="{EE18F0ED-61EA-4400-8D5D-638E65FD2E5C}" dt="2020-03-17T03:46:59.820" v="4687" actId="1035"/>
          <ac:spMkLst>
            <pc:docMk/>
            <pc:sldMk cId="1389531603" sldId="1204"/>
            <ac:spMk id="66" creationId="{186D568E-3C76-4B43-8ACD-7EFA2134FAA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7" creationId="{125BDC84-5842-4AE9-8C52-03EB75AC18AC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8" creationId="{F695DA08-C6F7-42F6-9FD6-9B47EB3B1946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69" creationId="{76FA09CD-D97E-4D88-8736-7003FE34E9C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74" creationId="{955DFC2D-D8A2-4D91-932D-C338E4AE526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75" creationId="{8116A41D-C957-43E5-A99B-FEE35864383A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76" creationId="{B5EB5AE6-A589-4A54-B05C-856791F34305}"/>
          </ac:spMkLst>
        </pc:spChg>
        <pc:spChg chg="del">
          <ac:chgData name="park sehun" userId="a5dd5dda71ea150a" providerId="LiveId" clId="{EE18F0ED-61EA-4400-8D5D-638E65FD2E5C}" dt="2020-03-17T03:42:04.732" v="4625" actId="478"/>
          <ac:spMkLst>
            <pc:docMk/>
            <pc:sldMk cId="1389531603" sldId="1204"/>
            <ac:spMk id="78" creationId="{0B83E74A-4A4E-4E0C-AD94-7D5E324DE748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0" creationId="{9122693F-1FD5-41FF-9E8E-87779C715077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2" creationId="{9F499EAD-D1F2-4CB8-9584-6D46BB33E192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3" creationId="{69119715-79A6-4964-8EF5-93FD7D70200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4" creationId="{93E234A7-F1BD-42EE-AAD7-A6EAB1506AF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5" creationId="{B6F136F7-A2E4-40AC-91A6-A826531E3ED4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6" creationId="{6699EC36-AB8E-4ED6-96A2-CF7C3B1026F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7" creationId="{0A147CE9-7B91-4478-8A39-E8E5BD4D564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89" creationId="{AB0DB319-9CAA-4CC0-953C-9EAF8E666713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2" creationId="{2977C3CA-D8A5-41E8-9384-54766A06394D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3" creationId="{3AD5E2F2-C525-41FE-9D3E-409F620D4C2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4" creationId="{0CB8EF40-E356-4395-B600-CD3DBCB038CA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5" creationId="{ED026A53-2CC8-48EA-80CC-1832F46FD430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6" creationId="{58DB3705-3802-4A3B-BDED-21BCCB1055EB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7" creationId="{7E5FF672-C13F-4D91-9BBC-3C1CCC61DAA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8" creationId="{BCAAE468-3C81-409C-A02C-DD6C59CAFCFF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99" creationId="{9E461DA2-9801-4902-8EEE-254B36BB8494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101" creationId="{F3D8DC1F-18F3-44C2-AABC-E49912BE87F9}"/>
          </ac:spMkLst>
        </pc:spChg>
        <pc:spChg chg="add">
          <ac:chgData name="park sehun" userId="a5dd5dda71ea150a" providerId="LiveId" clId="{EE18F0ED-61EA-4400-8D5D-638E65FD2E5C}" dt="2020-03-17T05:29:58.721" v="4942"/>
          <ac:spMkLst>
            <pc:docMk/>
            <pc:sldMk cId="1389531603" sldId="1204"/>
            <ac:spMk id="102" creationId="{50E84447-9740-4067-AD63-4872992FA3D7}"/>
          </ac:spMkLst>
        </pc:spChg>
        <pc:spChg chg="add mod ord">
          <ac:chgData name="park sehun" userId="a5dd5dda71ea150a" providerId="LiveId" clId="{EE18F0ED-61EA-4400-8D5D-638E65FD2E5C}" dt="2020-03-17T05:30:56.193" v="4986" actId="14100"/>
          <ac:spMkLst>
            <pc:docMk/>
            <pc:sldMk cId="1389531603" sldId="1204"/>
            <ac:spMk id="104" creationId="{69119715-79A6-4964-8EF5-93FD7D702009}"/>
          </ac:spMkLst>
        </pc:spChg>
        <pc:spChg chg="add mod ord">
          <ac:chgData name="park sehun" userId="a5dd5dda71ea150a" providerId="LiveId" clId="{EE18F0ED-61EA-4400-8D5D-638E65FD2E5C}" dt="2020-03-17T06:59:55.619" v="7656" actId="14100"/>
          <ac:spMkLst>
            <pc:docMk/>
            <pc:sldMk cId="1389531603" sldId="1204"/>
            <ac:spMk id="105" creationId="{B5DA5C71-10CD-4F0B-9174-5FC23440803E}"/>
          </ac:spMkLst>
        </pc:spChg>
        <pc:spChg chg="add mod">
          <ac:chgData name="park sehun" userId="a5dd5dda71ea150a" providerId="LiveId" clId="{EE18F0ED-61EA-4400-8D5D-638E65FD2E5C}" dt="2020-03-17T05:43:13.499" v="5332" actId="1036"/>
          <ac:spMkLst>
            <pc:docMk/>
            <pc:sldMk cId="1389531603" sldId="1204"/>
            <ac:spMk id="106" creationId="{3AD5E2F2-C525-41FE-9D3E-409F620D4C20}"/>
          </ac:spMkLst>
        </pc:spChg>
        <pc:spChg chg="add del mod">
          <ac:chgData name="park sehun" userId="a5dd5dda71ea150a" providerId="LiveId" clId="{EE18F0ED-61EA-4400-8D5D-638E65FD2E5C}" dt="2020-03-17T05:33:40.412" v="5028" actId="478"/>
          <ac:spMkLst>
            <pc:docMk/>
            <pc:sldMk cId="1389531603" sldId="1204"/>
            <ac:spMk id="107" creationId="{C135C587-494D-4AF1-8E8C-DFD55D85BDAE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08" creationId="{918C923B-D527-4086-A9D3-18FC0B7F1927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0" creationId="{7F666B64-144E-44C6-90D1-D5CD5EC13F7E}"/>
          </ac:spMkLst>
        </pc:spChg>
        <pc:spChg chg="add mod">
          <ac:chgData name="park sehun" userId="a5dd5dda71ea150a" providerId="LiveId" clId="{EE18F0ED-61EA-4400-8D5D-638E65FD2E5C}" dt="2020-03-17T05:48:38.439" v="5464" actId="1037"/>
          <ac:spMkLst>
            <pc:docMk/>
            <pc:sldMk cId="1389531603" sldId="1204"/>
            <ac:spMk id="111" creationId="{5E317841-9500-41A0-AFEE-A137AE286833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3" creationId="{8EBB0BE6-D185-4616-A3FA-72D4B6D80822}"/>
          </ac:spMkLst>
        </pc:spChg>
        <pc:spChg chg="add mod">
          <ac:chgData name="park sehun" userId="a5dd5dda71ea150a" providerId="LiveId" clId="{EE18F0ED-61EA-4400-8D5D-638E65FD2E5C}" dt="2020-03-17T05:41:21.847" v="5305" actId="1076"/>
          <ac:spMkLst>
            <pc:docMk/>
            <pc:sldMk cId="1389531603" sldId="1204"/>
            <ac:spMk id="114" creationId="{AEBCE704-2F64-4ED5-8ECC-00793CAACF6C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6" creationId="{CA4CFFC0-42DE-4304-9EAC-3E62D1A3B079}"/>
          </ac:spMkLst>
        </pc:spChg>
        <pc:spChg chg="add mod">
          <ac:chgData name="park sehun" userId="a5dd5dda71ea150a" providerId="LiveId" clId="{EE18F0ED-61EA-4400-8D5D-638E65FD2E5C}" dt="2020-03-17T05:44:57.065" v="5342" actId="1036"/>
          <ac:spMkLst>
            <pc:docMk/>
            <pc:sldMk cId="1389531603" sldId="1204"/>
            <ac:spMk id="117" creationId="{3332846B-7470-45CC-BDFC-FB09F925693F}"/>
          </ac:spMkLst>
        </pc:spChg>
        <pc:spChg chg="add mod ord">
          <ac:chgData name="park sehun" userId="a5dd5dda71ea150a" providerId="LiveId" clId="{EE18F0ED-61EA-4400-8D5D-638E65FD2E5C}" dt="2020-03-17T05:45:33.442" v="5349" actId="14100"/>
          <ac:spMkLst>
            <pc:docMk/>
            <pc:sldMk cId="1389531603" sldId="1204"/>
            <ac:spMk id="119" creationId="{3AD5E2F2-C525-41FE-9D3E-409F620D4C20}"/>
          </ac:spMkLst>
        </pc:spChg>
        <pc:spChg chg="add mod">
          <ac:chgData name="park sehun" userId="a5dd5dda71ea150a" providerId="LiveId" clId="{EE18F0ED-61EA-4400-8D5D-638E65FD2E5C}" dt="2020-03-17T05:48:45.365" v="5467" actId="1036"/>
          <ac:spMkLst>
            <pc:docMk/>
            <pc:sldMk cId="1389531603" sldId="1204"/>
            <ac:spMk id="120" creationId="{CCF280DA-08DC-4A94-8D44-DAD99E53B085}"/>
          </ac:spMkLst>
        </pc:spChg>
        <pc:spChg chg="add mod">
          <ac:chgData name="park sehun" userId="a5dd5dda71ea150a" providerId="LiveId" clId="{EE18F0ED-61EA-4400-8D5D-638E65FD2E5C}" dt="2020-03-17T06:59:42.947" v="7654" actId="14100"/>
          <ac:spMkLst>
            <pc:docMk/>
            <pc:sldMk cId="1389531603" sldId="1204"/>
            <ac:spMk id="122" creationId="{5956407C-33AF-4CFF-96B9-2A8A2BF04538}"/>
          </ac:spMkLst>
        </pc:spChg>
        <pc:spChg chg="add mod">
          <ac:chgData name="park sehun" userId="a5dd5dda71ea150a" providerId="LiveId" clId="{EE18F0ED-61EA-4400-8D5D-638E65FD2E5C}" dt="2020-03-17T06:29:05.191" v="7017" actId="14100"/>
          <ac:spMkLst>
            <pc:docMk/>
            <pc:sldMk cId="1389531603" sldId="1204"/>
            <ac:spMk id="123" creationId="{29A88D42-D0AF-4EF9-92CA-C682BC9F9AF2}"/>
          </ac:spMkLst>
        </pc:spChg>
        <pc:spChg chg="add mod ord">
          <ac:chgData name="park sehun" userId="a5dd5dda71ea150a" providerId="LiveId" clId="{EE18F0ED-61EA-4400-8D5D-638E65FD2E5C}" dt="2020-03-17T06:05:27.152" v="6143" actId="167"/>
          <ac:spMkLst>
            <pc:docMk/>
            <pc:sldMk cId="1389531603" sldId="1204"/>
            <ac:spMk id="124" creationId="{FA46A8B9-8A29-41B5-9DD3-BB636239C047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25" creationId="{FEF3F1AF-1EBC-4523-9E3B-938E194E77C9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26" creationId="{F4C21D66-D465-4C65-9223-83DC2B52DBC3}"/>
          </ac:spMkLst>
        </pc:spChg>
        <pc:spChg chg="add mod">
          <ac:chgData name="park sehun" userId="a5dd5dda71ea150a" providerId="LiveId" clId="{EE18F0ED-61EA-4400-8D5D-638E65FD2E5C}" dt="2020-03-17T05:53:26.924" v="5679" actId="1035"/>
          <ac:spMkLst>
            <pc:docMk/>
            <pc:sldMk cId="1389531603" sldId="1204"/>
            <ac:spMk id="127" creationId="{0D1CD684-3F63-4057-A10F-CA091328EBA7}"/>
          </ac:spMkLst>
        </pc:spChg>
        <pc:spChg chg="add mod">
          <ac:chgData name="park sehun" userId="a5dd5dda71ea150a" providerId="LiveId" clId="{EE18F0ED-61EA-4400-8D5D-638E65FD2E5C}" dt="2020-03-17T06:26:33.985" v="6887" actId="14100"/>
          <ac:spMkLst>
            <pc:docMk/>
            <pc:sldMk cId="1389531603" sldId="1204"/>
            <ac:spMk id="128" creationId="{9DE52B7E-4D1C-4E8F-B0CC-164EA6104491}"/>
          </ac:spMkLst>
        </pc:spChg>
        <pc:spChg chg="add mod">
          <ac:chgData name="park sehun" userId="a5dd5dda71ea150a" providerId="LiveId" clId="{EE18F0ED-61EA-4400-8D5D-638E65FD2E5C}" dt="2020-03-17T07:11:41.643" v="9049" actId="6549"/>
          <ac:spMkLst>
            <pc:docMk/>
            <pc:sldMk cId="1389531603" sldId="1204"/>
            <ac:spMk id="130" creationId="{2E9FB8F5-E26F-4022-99F1-38FF2CBF3D79}"/>
          </ac:spMkLst>
        </pc:spChg>
        <pc:spChg chg="add mod">
          <ac:chgData name="park sehun" userId="a5dd5dda71ea150a" providerId="LiveId" clId="{EE18F0ED-61EA-4400-8D5D-638E65FD2E5C}" dt="2020-03-17T05:49:43.733" v="5539" actId="1036"/>
          <ac:spMkLst>
            <pc:docMk/>
            <pc:sldMk cId="1389531603" sldId="1204"/>
            <ac:spMk id="131" creationId="{F8173851-A50D-4978-B64C-79C7E5AF6331}"/>
          </ac:spMkLst>
        </pc:spChg>
        <pc:spChg chg="add del mod">
          <ac:chgData name="park sehun" userId="a5dd5dda71ea150a" providerId="LiveId" clId="{EE18F0ED-61EA-4400-8D5D-638E65FD2E5C}" dt="2020-03-17T07:00:38.062" v="7663" actId="478"/>
          <ac:spMkLst>
            <pc:docMk/>
            <pc:sldMk cId="1389531603" sldId="1204"/>
            <ac:spMk id="133" creationId="{526E2819-1ADC-4020-8E08-93E305863B16}"/>
          </ac:spMkLst>
        </pc:spChg>
        <pc:spChg chg="add del mod">
          <ac:chgData name="park sehun" userId="a5dd5dda71ea150a" providerId="LiveId" clId="{EE18F0ED-61EA-4400-8D5D-638E65FD2E5C}" dt="2020-03-17T06:09:29.874" v="6281" actId="478"/>
          <ac:spMkLst>
            <pc:docMk/>
            <pc:sldMk cId="1389531603" sldId="1204"/>
            <ac:spMk id="134" creationId="{214CFCCD-075E-48E8-8233-97913DEF7BC0}"/>
          </ac:spMkLst>
        </pc:spChg>
        <pc:spChg chg="add mod">
          <ac:chgData name="park sehun" userId="a5dd5dda71ea150a" providerId="LiveId" clId="{EE18F0ED-61EA-4400-8D5D-638E65FD2E5C}" dt="2020-03-17T06:13:27.515" v="6289" actId="1035"/>
          <ac:spMkLst>
            <pc:docMk/>
            <pc:sldMk cId="1389531603" sldId="1204"/>
            <ac:spMk id="136" creationId="{B6FE3E06-A97E-4DFD-9609-5E2EC420CEFE}"/>
          </ac:spMkLst>
        </pc:spChg>
        <pc:spChg chg="add mod">
          <ac:chgData name="park sehun" userId="a5dd5dda71ea150a" providerId="LiveId" clId="{EE18F0ED-61EA-4400-8D5D-638E65FD2E5C}" dt="2020-03-17T06:27:19.940" v="6924" actId="1036"/>
          <ac:spMkLst>
            <pc:docMk/>
            <pc:sldMk cId="1389531603" sldId="1204"/>
            <ac:spMk id="137" creationId="{4001E03E-76B1-4F64-9BC7-A35719DAD5A9}"/>
          </ac:spMkLst>
        </pc:spChg>
        <pc:spChg chg="add mod">
          <ac:chgData name="park sehun" userId="a5dd5dda71ea150a" providerId="LiveId" clId="{EE18F0ED-61EA-4400-8D5D-638E65FD2E5C}" dt="2020-03-17T06:15:14.674" v="6376" actId="6549"/>
          <ac:spMkLst>
            <pc:docMk/>
            <pc:sldMk cId="1389531603" sldId="1204"/>
            <ac:spMk id="138" creationId="{B5A8285F-CD7C-4B45-871F-1EF840D611F4}"/>
          </ac:spMkLst>
        </pc:spChg>
        <pc:spChg chg="add mod ord">
          <ac:chgData name="park sehun" userId="a5dd5dda71ea150a" providerId="LiveId" clId="{EE18F0ED-61EA-4400-8D5D-638E65FD2E5C}" dt="2020-03-17T06:05:19.801" v="6142" actId="167"/>
          <ac:spMkLst>
            <pc:docMk/>
            <pc:sldMk cId="1389531603" sldId="1204"/>
            <ac:spMk id="141" creationId="{E6484351-331D-4968-8FCC-12163D804A48}"/>
          </ac:spMkLst>
        </pc:spChg>
        <pc:spChg chg="add mod">
          <ac:chgData name="park sehun" userId="a5dd5dda71ea150a" providerId="LiveId" clId="{EE18F0ED-61EA-4400-8D5D-638E65FD2E5C}" dt="2020-03-17T05:53:42.923" v="5715" actId="20577"/>
          <ac:spMkLst>
            <pc:docMk/>
            <pc:sldMk cId="1389531603" sldId="1204"/>
            <ac:spMk id="142" creationId="{45D5DDD8-D97A-4248-A1BA-00E1E0CC78F0}"/>
          </ac:spMkLst>
        </pc:spChg>
        <pc:spChg chg="add mod">
          <ac:chgData name="park sehun" userId="a5dd5dda71ea150a" providerId="LiveId" clId="{EE18F0ED-61EA-4400-8D5D-638E65FD2E5C}" dt="2020-03-17T07:51:24.655" v="11045" actId="20577"/>
          <ac:spMkLst>
            <pc:docMk/>
            <pc:sldMk cId="1389531603" sldId="1204"/>
            <ac:spMk id="143" creationId="{58920A5C-2317-4078-BB4C-653E876F70D5}"/>
          </ac:spMkLst>
        </pc:spChg>
        <pc:spChg chg="add mod">
          <ac:chgData name="park sehun" userId="a5dd5dda71ea150a" providerId="LiveId" clId="{EE18F0ED-61EA-4400-8D5D-638E65FD2E5C}" dt="2020-03-17T06:04:15.822" v="6117" actId="20577"/>
          <ac:spMkLst>
            <pc:docMk/>
            <pc:sldMk cId="1389531603" sldId="1204"/>
            <ac:spMk id="144" creationId="{F7DA4AAB-1206-4616-B165-C69A8E8324F7}"/>
          </ac:spMkLst>
        </pc:spChg>
        <pc:spChg chg="add mod">
          <ac:chgData name="park sehun" userId="a5dd5dda71ea150a" providerId="LiveId" clId="{EE18F0ED-61EA-4400-8D5D-638E65FD2E5C}" dt="2020-03-17T06:04:56.451" v="6138" actId="1037"/>
          <ac:spMkLst>
            <pc:docMk/>
            <pc:sldMk cId="1389531603" sldId="1204"/>
            <ac:spMk id="146" creationId="{90D16142-D034-4161-9F74-C10B081EE1A1}"/>
          </ac:spMkLst>
        </pc:spChg>
        <pc:spChg chg="add mod">
          <ac:chgData name="park sehun" userId="a5dd5dda71ea150a" providerId="LiveId" clId="{EE18F0ED-61EA-4400-8D5D-638E65FD2E5C}" dt="2020-03-17T06:59:02.804" v="7556" actId="14100"/>
          <ac:spMkLst>
            <pc:docMk/>
            <pc:sldMk cId="1389531603" sldId="1204"/>
            <ac:spMk id="155" creationId="{EA6F08D6-6376-4BF3-9439-D63C8B7569E9}"/>
          </ac:spMkLst>
        </pc:spChg>
        <pc:spChg chg="add mod">
          <ac:chgData name="park sehun" userId="a5dd5dda71ea150a" providerId="LiveId" clId="{EE18F0ED-61EA-4400-8D5D-638E65FD2E5C}" dt="2020-03-17T06:57:49.289" v="7484" actId="14100"/>
          <ac:spMkLst>
            <pc:docMk/>
            <pc:sldMk cId="1389531603" sldId="1204"/>
            <ac:spMk id="156" creationId="{382063AE-AEB3-46E5-A572-E3CE5F8A717E}"/>
          </ac:spMkLst>
        </pc:spChg>
        <pc:spChg chg="add mod">
          <ac:chgData name="park sehun" userId="a5dd5dda71ea150a" providerId="LiveId" clId="{EE18F0ED-61EA-4400-8D5D-638E65FD2E5C}" dt="2020-03-17T06:57:54.878" v="7485" actId="14100"/>
          <ac:spMkLst>
            <pc:docMk/>
            <pc:sldMk cId="1389531603" sldId="1204"/>
            <ac:spMk id="158" creationId="{E0C2D20A-1CFA-48F1-8718-18290501A61E}"/>
          </ac:spMkLst>
        </pc:spChg>
        <pc:spChg chg="add mod">
          <ac:chgData name="park sehun" userId="a5dd5dda71ea150a" providerId="LiveId" clId="{EE18F0ED-61EA-4400-8D5D-638E65FD2E5C}" dt="2020-03-17T06:58:56.984" v="7555" actId="1036"/>
          <ac:spMkLst>
            <pc:docMk/>
            <pc:sldMk cId="1389531603" sldId="1204"/>
            <ac:spMk id="160" creationId="{EED026F0-8DAF-4B42-9B01-725BCE0B1079}"/>
          </ac:spMkLst>
        </pc:spChg>
        <pc:spChg chg="add mod">
          <ac:chgData name="park sehun" userId="a5dd5dda71ea150a" providerId="LiveId" clId="{EE18F0ED-61EA-4400-8D5D-638E65FD2E5C}" dt="2020-03-17T06:59:37.342" v="7653" actId="1038"/>
          <ac:spMkLst>
            <pc:docMk/>
            <pc:sldMk cId="1389531603" sldId="1204"/>
            <ac:spMk id="161" creationId="{BDD403D7-C207-46CA-9A93-7D4DECDAD007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3" creationId="{62D7595E-C6BE-409D-8B9E-05F028F34D97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4" creationId="{91DDAC37-FC46-4582-9261-9B33D8731C84}"/>
          </ac:spMkLst>
        </pc:spChg>
        <pc:spChg chg="add mod">
          <ac:chgData name="park sehun" userId="a5dd5dda71ea150a" providerId="LiveId" clId="{EE18F0ED-61EA-4400-8D5D-638E65FD2E5C}" dt="2020-03-17T06:57:28.084" v="7482" actId="1035"/>
          <ac:spMkLst>
            <pc:docMk/>
            <pc:sldMk cId="1389531603" sldId="1204"/>
            <ac:spMk id="165" creationId="{FDEF1356-0B0C-42E0-B25D-425D6DF7E018}"/>
          </ac:spMkLst>
        </pc:spChg>
        <pc:spChg chg="add mod">
          <ac:chgData name="park sehun" userId="a5dd5dda71ea150a" providerId="LiveId" clId="{EE18F0ED-61EA-4400-8D5D-638E65FD2E5C}" dt="2020-03-17T06:14:00.190" v="6344" actId="1037"/>
          <ac:spMkLst>
            <pc:docMk/>
            <pc:sldMk cId="1389531603" sldId="1204"/>
            <ac:spMk id="167" creationId="{43A0BB69-85D5-4FBC-B55E-B5A128D7097E}"/>
          </ac:spMkLst>
        </pc:spChg>
        <pc:spChg chg="add mod">
          <ac:chgData name="park sehun" userId="a5dd5dda71ea150a" providerId="LiveId" clId="{EE18F0ED-61EA-4400-8D5D-638E65FD2E5C}" dt="2020-03-17T06:18:36.150" v="6506" actId="1037"/>
          <ac:spMkLst>
            <pc:docMk/>
            <pc:sldMk cId="1389531603" sldId="1204"/>
            <ac:spMk id="168" creationId="{FDA07B81-33B1-41CA-B029-0BCB1445DC6C}"/>
          </ac:spMkLst>
        </pc:spChg>
        <pc:spChg chg="add mod">
          <ac:chgData name="park sehun" userId="a5dd5dda71ea150a" providerId="LiveId" clId="{EE18F0ED-61EA-4400-8D5D-638E65FD2E5C}" dt="2020-03-17T06:16:59.578" v="6424" actId="1038"/>
          <ac:spMkLst>
            <pc:docMk/>
            <pc:sldMk cId="1389531603" sldId="1204"/>
            <ac:spMk id="169" creationId="{25A81454-5BE9-4BEB-88F0-8F2DD82764E6}"/>
          </ac:spMkLst>
        </pc:spChg>
        <pc:spChg chg="add mod">
          <ac:chgData name="park sehun" userId="a5dd5dda71ea150a" providerId="LiveId" clId="{EE18F0ED-61EA-4400-8D5D-638E65FD2E5C}" dt="2020-03-17T06:19:12.750" v="6555" actId="20577"/>
          <ac:spMkLst>
            <pc:docMk/>
            <pc:sldMk cId="1389531603" sldId="1204"/>
            <ac:spMk id="170" creationId="{4AC43D96-5232-41D8-87B6-2074670ECF57}"/>
          </ac:spMkLst>
        </pc:spChg>
        <pc:spChg chg="add mod">
          <ac:chgData name="park sehun" userId="a5dd5dda71ea150a" providerId="LiveId" clId="{EE18F0ED-61EA-4400-8D5D-638E65FD2E5C}" dt="2020-03-17T06:19:01.116" v="6553" actId="1038"/>
          <ac:spMkLst>
            <pc:docMk/>
            <pc:sldMk cId="1389531603" sldId="1204"/>
            <ac:spMk id="171" creationId="{80F8B666-C3A4-45E0-B3A0-EA87285C0A2D}"/>
          </ac:spMkLst>
        </pc:spChg>
        <pc:spChg chg="add mod">
          <ac:chgData name="park sehun" userId="a5dd5dda71ea150a" providerId="LiveId" clId="{EE18F0ED-61EA-4400-8D5D-638E65FD2E5C}" dt="2020-03-17T06:30:40.749" v="7132" actId="1038"/>
          <ac:spMkLst>
            <pc:docMk/>
            <pc:sldMk cId="1389531603" sldId="1204"/>
            <ac:spMk id="172" creationId="{EAFA79AA-4AFC-43DC-92E1-31EE71362171}"/>
          </ac:spMkLst>
        </pc:spChg>
        <pc:spChg chg="add mod">
          <ac:chgData name="park sehun" userId="a5dd5dda71ea150a" providerId="LiveId" clId="{EE18F0ED-61EA-4400-8D5D-638E65FD2E5C}" dt="2020-03-17T06:30:22.263" v="7050" actId="1038"/>
          <ac:spMkLst>
            <pc:docMk/>
            <pc:sldMk cId="1389531603" sldId="1204"/>
            <ac:spMk id="177" creationId="{FFEEF539-DE6E-4521-AD8A-DA215389829E}"/>
          </ac:spMkLst>
        </pc:spChg>
        <pc:spChg chg="add mod">
          <ac:chgData name="park sehun" userId="a5dd5dda71ea150a" providerId="LiveId" clId="{EE18F0ED-61EA-4400-8D5D-638E65FD2E5C}" dt="2020-03-17T06:30:33.287" v="7108" actId="1038"/>
          <ac:spMkLst>
            <pc:docMk/>
            <pc:sldMk cId="1389531603" sldId="1204"/>
            <ac:spMk id="190" creationId="{C33EB4A9-4FB7-4051-A298-3B20CC57D833}"/>
          </ac:spMkLst>
        </pc:spChg>
        <pc:spChg chg="add mod">
          <ac:chgData name="park sehun" userId="a5dd5dda71ea150a" providerId="LiveId" clId="{EE18F0ED-61EA-4400-8D5D-638E65FD2E5C}" dt="2020-03-17T06:32:10.756" v="7150" actId="20577"/>
          <ac:spMkLst>
            <pc:docMk/>
            <pc:sldMk cId="1389531603" sldId="1204"/>
            <ac:spMk id="202" creationId="{B107FE2A-2953-4546-9DAB-09CF06F8713D}"/>
          </ac:spMkLst>
        </pc:spChg>
        <pc:spChg chg="add mod">
          <ac:chgData name="park sehun" userId="a5dd5dda71ea150a" providerId="LiveId" clId="{EE18F0ED-61EA-4400-8D5D-638E65FD2E5C}" dt="2020-03-17T06:32:25.724" v="7185" actId="20577"/>
          <ac:spMkLst>
            <pc:docMk/>
            <pc:sldMk cId="1389531603" sldId="1204"/>
            <ac:spMk id="203" creationId="{5980C959-A98F-4AF3-BDFB-4F1BF60C87DD}"/>
          </ac:spMkLst>
        </pc:spChg>
        <pc:spChg chg="add mod">
          <ac:chgData name="park sehun" userId="a5dd5dda71ea150a" providerId="LiveId" clId="{EE18F0ED-61EA-4400-8D5D-638E65FD2E5C}" dt="2020-03-17T06:58:41.788" v="7551" actId="1036"/>
          <ac:spMkLst>
            <pc:docMk/>
            <pc:sldMk cId="1389531603" sldId="1204"/>
            <ac:spMk id="205" creationId="{5A0509A7-085D-41DC-B327-BDD73F9442C1}"/>
          </ac:spMkLst>
        </pc:spChg>
        <pc:spChg chg="mod">
          <ac:chgData name="park sehun" userId="a5dd5dda71ea150a" providerId="LiveId" clId="{EE18F0ED-61EA-4400-8D5D-638E65FD2E5C}" dt="2020-03-17T03:42:27.857" v="4628" actId="6549"/>
          <ac:spMkLst>
            <pc:docMk/>
            <pc:sldMk cId="1389531603" sldId="1204"/>
            <ac:spMk id="62466" creationId="{00000000-0000-0000-0000-000000000000}"/>
          </ac:spMkLst>
        </pc:sp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3:42:04.732" v="4625" actId="478"/>
          <ac:graphicFrameMkLst>
            <pc:docMk/>
            <pc:sldMk cId="1389531603" sldId="1204"/>
            <ac:graphicFrameMk id="38" creationId="{9A7A42EB-7DD7-4A12-A27B-B837556A8330}"/>
          </ac:graphicFrameMkLst>
        </pc:graphicFrame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0" creationId="{8FC0B900-5D90-4840-A365-75B54DC5AFFB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1" creationId="{6575F61F-7D7E-4CA3-B3A3-4ABB8CF1564C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2" creationId="{EDDEFE80-7113-49D3-A12C-6F9365FF01C4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3" creationId="{13C29151-3CE8-484E-9701-82E968912E09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7" creationId="{189CA954-3CD8-4132-8854-5EF624B4139B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79" creationId="{48E433F3-5762-4224-8E3B-8E097D80DA4C}"/>
          </ac:picMkLst>
        </pc:picChg>
        <pc:picChg chg="add">
          <ac:chgData name="park sehun" userId="a5dd5dda71ea150a" providerId="LiveId" clId="{EE18F0ED-61EA-4400-8D5D-638E65FD2E5C}" dt="2020-03-17T05:29:58.721" v="4942"/>
          <ac:picMkLst>
            <pc:docMk/>
            <pc:sldMk cId="1389531603" sldId="1204"/>
            <ac:picMk id="81" creationId="{515BCA4F-17F4-4CED-9F11-D0F95BD041B0}"/>
          </ac:picMkLst>
        </pc:picChg>
        <pc:cxnChg chg="mod">
          <ac:chgData name="park sehun" userId="a5dd5dda71ea150a" providerId="LiveId" clId="{EE18F0ED-61EA-4400-8D5D-638E65FD2E5C}" dt="2020-03-17T03:46:59.820" v="4687" actId="1035"/>
          <ac:cxnSpMkLst>
            <pc:docMk/>
            <pc:sldMk cId="1389531603" sldId="1204"/>
            <ac:cxnSpMk id="16" creationId="{6F9B0103-0B6F-464E-A331-2D9AE93B5EC2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39" creationId="{C851932A-4916-4E8E-ADCE-BBDCE58175C0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46" creationId="{ED63783E-00B0-4DE2-BAA1-7DBBAD23574D}"/>
          </ac:cxnSpMkLst>
        </pc:cxnChg>
        <pc:cxnChg chg="del">
          <ac:chgData name="park sehun" userId="a5dd5dda71ea150a" providerId="LiveId" clId="{EE18F0ED-61EA-4400-8D5D-638E65FD2E5C}" dt="2020-03-17T03:42:04.732" v="4625" actId="478"/>
          <ac:cxnSpMkLst>
            <pc:docMk/>
            <pc:sldMk cId="1389531603" sldId="1204"/>
            <ac:cxnSpMk id="48" creationId="{1F0AC650-39C6-425E-9CBF-0F333F010677}"/>
          </ac:cxnSpMkLst>
        </pc:cxnChg>
        <pc:cxnChg chg="mod">
          <ac:chgData name="park sehun" userId="a5dd5dda71ea150a" providerId="LiveId" clId="{EE18F0ED-61EA-4400-8D5D-638E65FD2E5C}" dt="2020-03-17T03:47:06.189" v="4688" actId="14100"/>
          <ac:cxnSpMkLst>
            <pc:docMk/>
            <pc:sldMk cId="1389531603" sldId="1204"/>
            <ac:cxnSpMk id="50" creationId="{AA7171CE-0DE4-411A-87C9-037D611A0DB4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88" creationId="{B7C795F0-5A8C-4913-8065-4D81C75711F9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90" creationId="{9BA3A531-6DB5-4A6B-A333-287C22CF2D4B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91" creationId="{FA655A73-3E3A-49F7-95EB-F8FCA73B3040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100" creationId="{9ACA5235-FD5F-419E-BD77-18F179C50AEB}"/>
          </ac:cxnSpMkLst>
        </pc:cxnChg>
        <pc:cxnChg chg="add">
          <ac:chgData name="park sehun" userId="a5dd5dda71ea150a" providerId="LiveId" clId="{EE18F0ED-61EA-4400-8D5D-638E65FD2E5C}" dt="2020-03-17T05:29:58.721" v="4942"/>
          <ac:cxnSpMkLst>
            <pc:docMk/>
            <pc:sldMk cId="1389531603" sldId="1204"/>
            <ac:cxnSpMk id="103" creationId="{E5111943-8D3A-4BB4-B7ED-EE5FF3651725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09" creationId="{A969775F-205F-4CE8-A83C-C1B5D775CBD6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12" creationId="{0FD22AD9-9F56-467D-B36A-7959011B7606}"/>
          </ac:cxnSpMkLst>
        </pc:cxnChg>
        <pc:cxnChg chg="add mod">
          <ac:chgData name="park sehun" userId="a5dd5dda71ea150a" providerId="LiveId" clId="{EE18F0ED-61EA-4400-8D5D-638E65FD2E5C}" dt="2020-03-17T05:44:57.065" v="5342" actId="1036"/>
          <ac:cxnSpMkLst>
            <pc:docMk/>
            <pc:sldMk cId="1389531603" sldId="1204"/>
            <ac:cxnSpMk id="115" creationId="{917E94B7-E00D-4949-918C-C73177C30F19}"/>
          </ac:cxnSpMkLst>
        </pc:cxnChg>
        <pc:cxnChg chg="add del mod">
          <ac:chgData name="park sehun" userId="a5dd5dda71ea150a" providerId="LiveId" clId="{EE18F0ED-61EA-4400-8D5D-638E65FD2E5C}" dt="2020-03-17T05:43:48.069" v="5337" actId="478"/>
          <ac:cxnSpMkLst>
            <pc:docMk/>
            <pc:sldMk cId="1389531603" sldId="1204"/>
            <ac:cxnSpMk id="118" creationId="{0C185195-B4F3-4192-88F8-338BF6E10DD3}"/>
          </ac:cxnSpMkLst>
        </pc:cxnChg>
        <pc:cxnChg chg="add mod">
          <ac:chgData name="park sehun" userId="a5dd5dda71ea150a" providerId="LiveId" clId="{EE18F0ED-61EA-4400-8D5D-638E65FD2E5C}" dt="2020-03-17T05:48:30.919" v="5425" actId="14100"/>
          <ac:cxnSpMkLst>
            <pc:docMk/>
            <pc:sldMk cId="1389531603" sldId="1204"/>
            <ac:cxnSpMk id="121" creationId="{C8AAA004-100F-45B2-8D13-2031234C6C43}"/>
          </ac:cxnSpMkLst>
        </pc:cxnChg>
        <pc:cxnChg chg="add mod">
          <ac:chgData name="park sehun" userId="a5dd5dda71ea150a" providerId="LiveId" clId="{EE18F0ED-61EA-4400-8D5D-638E65FD2E5C}" dt="2020-03-17T06:13:27.515" v="6289" actId="1035"/>
          <ac:cxnSpMkLst>
            <pc:docMk/>
            <pc:sldMk cId="1389531603" sldId="1204"/>
            <ac:cxnSpMk id="129" creationId="{2049EB34-2673-4FF6-ADE9-6D0E679F371B}"/>
          </ac:cxnSpMkLst>
        </pc:cxnChg>
        <pc:cxnChg chg="add mod">
          <ac:chgData name="park sehun" userId="a5dd5dda71ea150a" providerId="LiveId" clId="{EE18F0ED-61EA-4400-8D5D-638E65FD2E5C}" dt="2020-03-17T06:30:56.411" v="7133" actId="14100"/>
          <ac:cxnSpMkLst>
            <pc:docMk/>
            <pc:sldMk cId="1389531603" sldId="1204"/>
            <ac:cxnSpMk id="132" creationId="{6F303630-F791-471C-85FB-7E102416E370}"/>
          </ac:cxnSpMkLst>
        </pc:cxnChg>
        <pc:cxnChg chg="add del mod">
          <ac:chgData name="park sehun" userId="a5dd5dda71ea150a" providerId="LiveId" clId="{EE18F0ED-61EA-4400-8D5D-638E65FD2E5C}" dt="2020-03-17T06:09:56.039" v="6282" actId="478"/>
          <ac:cxnSpMkLst>
            <pc:docMk/>
            <pc:sldMk cId="1389531603" sldId="1204"/>
            <ac:cxnSpMk id="135" creationId="{71EB8BDD-C867-4C1C-9B70-64BDD406F264}"/>
          </ac:cxnSpMkLst>
        </pc:cxnChg>
        <pc:cxnChg chg="add mod">
          <ac:chgData name="park sehun" userId="a5dd5dda71ea150a" providerId="LiveId" clId="{EE18F0ED-61EA-4400-8D5D-638E65FD2E5C}" dt="2020-03-17T06:05:13.189" v="6141" actId="14100"/>
          <ac:cxnSpMkLst>
            <pc:docMk/>
            <pc:sldMk cId="1389531603" sldId="1204"/>
            <ac:cxnSpMk id="139" creationId="{177CC52F-5EC5-40F0-96F7-A3245CB764B2}"/>
          </ac:cxnSpMkLst>
        </pc:cxnChg>
        <pc:cxnChg chg="add mod">
          <ac:chgData name="park sehun" userId="a5dd5dda71ea150a" providerId="LiveId" clId="{EE18F0ED-61EA-4400-8D5D-638E65FD2E5C}" dt="2020-03-17T05:53:26.924" v="5679" actId="1035"/>
          <ac:cxnSpMkLst>
            <pc:docMk/>
            <pc:sldMk cId="1389531603" sldId="1204"/>
            <ac:cxnSpMk id="140" creationId="{519EED41-BF6E-43C2-BE7C-106B7E940D55}"/>
          </ac:cxnSpMkLst>
        </pc:cxnChg>
        <pc:cxnChg chg="add del mod">
          <ac:chgData name="park sehun" userId="a5dd5dda71ea150a" providerId="LiveId" clId="{EE18F0ED-61EA-4400-8D5D-638E65FD2E5C}" dt="2020-03-17T06:05:02.889" v="6139" actId="478"/>
          <ac:cxnSpMkLst>
            <pc:docMk/>
            <pc:sldMk cId="1389531603" sldId="1204"/>
            <ac:cxnSpMk id="145" creationId="{F9545465-E370-43B1-893A-FA272F926A27}"/>
          </ac:cxnSpMkLst>
        </pc:cxnChg>
        <pc:cxnChg chg="add mod">
          <ac:chgData name="park sehun" userId="a5dd5dda71ea150a" providerId="LiveId" clId="{EE18F0ED-61EA-4400-8D5D-638E65FD2E5C}" dt="2020-03-17T06:04:56.451" v="6138" actId="1037"/>
          <ac:cxnSpMkLst>
            <pc:docMk/>
            <pc:sldMk cId="1389531603" sldId="1204"/>
            <ac:cxnSpMk id="148" creationId="{2ABB3475-C15B-4AE4-A07E-DE30F22563E2}"/>
          </ac:cxnSpMkLst>
        </pc:cxnChg>
        <pc:cxnChg chg="add mod">
          <ac:chgData name="park sehun" userId="a5dd5dda71ea150a" providerId="LiveId" clId="{EE18F0ED-61EA-4400-8D5D-638E65FD2E5C}" dt="2020-03-17T06:57:28.084" v="7482" actId="1035"/>
          <ac:cxnSpMkLst>
            <pc:docMk/>
            <pc:sldMk cId="1389531603" sldId="1204"/>
            <ac:cxnSpMk id="157" creationId="{93F73B66-3619-4123-A26B-FF1CD4523DB2}"/>
          </ac:cxnSpMkLst>
        </pc:cxnChg>
        <pc:cxnChg chg="add mod">
          <ac:chgData name="park sehun" userId="a5dd5dda71ea150a" providerId="LiveId" clId="{EE18F0ED-61EA-4400-8D5D-638E65FD2E5C}" dt="2020-03-17T06:57:28.084" v="7482" actId="1035"/>
          <ac:cxnSpMkLst>
            <pc:docMk/>
            <pc:sldMk cId="1389531603" sldId="1204"/>
            <ac:cxnSpMk id="159" creationId="{0E73A7B3-E68C-4097-8711-AC37C4A6773D}"/>
          </ac:cxnSpMkLst>
        </pc:cxnChg>
        <pc:cxnChg chg="add mod">
          <ac:chgData name="park sehun" userId="a5dd5dda71ea150a" providerId="LiveId" clId="{EE18F0ED-61EA-4400-8D5D-638E65FD2E5C}" dt="2020-03-17T06:59:37.342" v="7653" actId="1038"/>
          <ac:cxnSpMkLst>
            <pc:docMk/>
            <pc:sldMk cId="1389531603" sldId="1204"/>
            <ac:cxnSpMk id="162" creationId="{AA9A262A-B59E-4700-9DF0-392396A79301}"/>
          </ac:cxnSpMkLst>
        </pc:cxnChg>
        <pc:cxnChg chg="add del mod">
          <ac:chgData name="park sehun" userId="a5dd5dda71ea150a" providerId="LiveId" clId="{EE18F0ED-61EA-4400-8D5D-638E65FD2E5C}" dt="2020-03-17T06:31:06.428" v="7135" actId="478"/>
          <ac:cxnSpMkLst>
            <pc:docMk/>
            <pc:sldMk cId="1389531603" sldId="1204"/>
            <ac:cxnSpMk id="173" creationId="{FD745098-4E97-48D1-8D55-A86219A29E7C}"/>
          </ac:cxnSpMkLst>
        </pc:cxnChg>
        <pc:cxnChg chg="add mod">
          <ac:chgData name="park sehun" userId="a5dd5dda71ea150a" providerId="LiveId" clId="{EE18F0ED-61EA-4400-8D5D-638E65FD2E5C}" dt="2020-03-17T06:31:13.986" v="7137" actId="14100"/>
          <ac:cxnSpMkLst>
            <pc:docMk/>
            <pc:sldMk cId="1389531603" sldId="1204"/>
            <ac:cxnSpMk id="193" creationId="{BD2173C0-DEDB-46D3-A3A2-975C107E4ADA}"/>
          </ac:cxnSpMkLst>
        </pc:cxnChg>
        <pc:cxnChg chg="add mod">
          <ac:chgData name="park sehun" userId="a5dd5dda71ea150a" providerId="LiveId" clId="{EE18F0ED-61EA-4400-8D5D-638E65FD2E5C}" dt="2020-03-17T06:31:36.556" v="7143" actId="14100"/>
          <ac:cxnSpMkLst>
            <pc:docMk/>
            <pc:sldMk cId="1389531603" sldId="1204"/>
            <ac:cxnSpMk id="196" creationId="{7549FCF7-2D70-415D-B7EC-1B2DB3C42F4B}"/>
          </ac:cxnSpMkLst>
        </pc:cxnChg>
        <pc:cxnChg chg="add mod">
          <ac:chgData name="park sehun" userId="a5dd5dda71ea150a" providerId="LiveId" clId="{EE18F0ED-61EA-4400-8D5D-638E65FD2E5C}" dt="2020-03-17T06:58:56.984" v="7555" actId="1036"/>
          <ac:cxnSpMkLst>
            <pc:docMk/>
            <pc:sldMk cId="1389531603" sldId="1204"/>
            <ac:cxnSpMk id="207" creationId="{4C2309D1-35FB-4294-9B65-A584A2FC08D6}"/>
          </ac:cxnSpMkLst>
        </pc:cxnChg>
        <pc:cxnChg chg="add mod">
          <ac:chgData name="park sehun" userId="a5dd5dda71ea150a" providerId="LiveId" clId="{EE18F0ED-61EA-4400-8D5D-638E65FD2E5C}" dt="2020-03-17T07:00:30.647" v="7662" actId="14100"/>
          <ac:cxnSpMkLst>
            <pc:docMk/>
            <pc:sldMk cId="1389531603" sldId="1204"/>
            <ac:cxnSpMk id="218" creationId="{119A11FA-D4FD-46E8-A698-A9ACAA39F7E2}"/>
          </ac:cxnSpMkLst>
        </pc:cxnChg>
      </pc:sldChg>
      <pc:sldChg chg="delSp modSp add del modNotesTx">
        <pc:chgData name="park sehun" userId="a5dd5dda71ea150a" providerId="LiveId" clId="{EE18F0ED-61EA-4400-8D5D-638E65FD2E5C}" dt="2020-03-17T07:22:14.049" v="10086" actId="47"/>
        <pc:sldMkLst>
          <pc:docMk/>
          <pc:sldMk cId="1913999949" sldId="1205"/>
        </pc:sldMkLst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7" creationId="{9384D9E4-1DB6-46D4-9E66-5BA2E5FD7136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33" creationId="{F10D0F4E-5E42-4BC2-9E16-2B54DCE1A39D}"/>
          </ac:spMkLst>
        </pc:spChg>
        <pc:spChg chg="mod">
          <ac:chgData name="park sehun" userId="a5dd5dda71ea150a" providerId="LiveId" clId="{EE18F0ED-61EA-4400-8D5D-638E65FD2E5C}" dt="2020-03-17T07:20:46.792" v="10081" actId="20577"/>
          <ac:spMkLst>
            <pc:docMk/>
            <pc:sldMk cId="1913999949" sldId="1205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4" creationId="{69119715-79A6-4964-8EF5-93FD7D70200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5" creationId="{B5DA5C71-10CD-4F0B-9174-5FC23440803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6" creationId="{3AD5E2F2-C525-41FE-9D3E-409F620D4C2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08" creationId="{918C923B-D527-4086-A9D3-18FC0B7F192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0" creationId="{7F666B64-144E-44C6-90D1-D5CD5EC13F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1" creationId="{5E317841-9500-41A0-AFEE-A137AE28683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3" creationId="{8EBB0BE6-D185-4616-A3FA-72D4B6D80822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4" creationId="{AEBCE704-2F64-4ED5-8ECC-00793CAACF6C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6" creationId="{CA4CFFC0-42DE-4304-9EAC-3E62D1A3B0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7" creationId="{3332846B-7470-45CC-BDFC-FB09F925693F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19" creationId="{3AD5E2F2-C525-41FE-9D3E-409F620D4C2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0" creationId="{CCF280DA-08DC-4A94-8D44-DAD99E53B08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2" creationId="{5956407C-33AF-4CFF-96B9-2A8A2BF0453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3" creationId="{29A88D42-D0AF-4EF9-92CA-C682BC9F9AF2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4" creationId="{FA46A8B9-8A29-41B5-9DD3-BB636239C04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5" creationId="{FEF3F1AF-1EBC-4523-9E3B-938E194E77C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6" creationId="{F4C21D66-D465-4C65-9223-83DC2B52DBC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7" creationId="{0D1CD684-3F63-4057-A10F-CA091328EBA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28" creationId="{9DE52B7E-4D1C-4E8F-B0CC-164EA610449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0" creationId="{2E9FB8F5-E26F-4022-99F1-38FF2CBF3D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1" creationId="{F8173851-A50D-4978-B64C-79C7E5AF633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6" creationId="{B6FE3E06-A97E-4DFD-9609-5E2EC420CEF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7" creationId="{4001E03E-76B1-4F64-9BC7-A35719DAD5A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38" creationId="{B5A8285F-CD7C-4B45-871F-1EF840D611F4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1" creationId="{E6484351-331D-4968-8FCC-12163D804A4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2" creationId="{45D5DDD8-D97A-4248-A1BA-00E1E0CC78F0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3" creationId="{58920A5C-2317-4078-BB4C-653E876F70D5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4" creationId="{F7DA4AAB-1206-4616-B165-C69A8E8324F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46" creationId="{90D16142-D034-4161-9F74-C10B081EE1A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5" creationId="{EA6F08D6-6376-4BF3-9439-D63C8B7569E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6" creationId="{382063AE-AEB3-46E5-A572-E3CE5F8A71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58" creationId="{E0C2D20A-1CFA-48F1-8718-18290501A61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0" creationId="{EED026F0-8DAF-4B42-9B01-725BCE0B1079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1" creationId="{BDD403D7-C207-46CA-9A93-7D4DECDAD00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3" creationId="{62D7595E-C6BE-409D-8B9E-05F028F34D9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4" creationId="{91DDAC37-FC46-4582-9261-9B33D8731C84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5" creationId="{FDEF1356-0B0C-42E0-B25D-425D6DF7E018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7" creationId="{43A0BB69-85D5-4FBC-B55E-B5A128D7097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8" creationId="{FDA07B81-33B1-41CA-B029-0BCB1445DC6C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69" creationId="{25A81454-5BE9-4BEB-88F0-8F2DD82764E6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0" creationId="{4AC43D96-5232-41D8-87B6-2074670ECF57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1" creationId="{80F8B666-C3A4-45E0-B3A0-EA87285C0A2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2" creationId="{EAFA79AA-4AFC-43DC-92E1-31EE71362171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77" creationId="{FFEEF539-DE6E-4521-AD8A-DA215389829E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190" creationId="{C33EB4A9-4FB7-4051-A298-3B20CC57D833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2" creationId="{B107FE2A-2953-4546-9DAB-09CF06F8713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3" creationId="{5980C959-A98F-4AF3-BDFB-4F1BF60C87DD}"/>
          </ac:spMkLst>
        </pc:spChg>
        <pc:spChg chg="del">
          <ac:chgData name="park sehun" userId="a5dd5dda71ea150a" providerId="LiveId" clId="{EE18F0ED-61EA-4400-8D5D-638E65FD2E5C}" dt="2020-03-17T07:21:54.374" v="10083" actId="478"/>
          <ac:spMkLst>
            <pc:docMk/>
            <pc:sldMk cId="1913999949" sldId="1205"/>
            <ac:spMk id="205" creationId="{5A0509A7-085D-41DC-B327-BDD73F9442C1}"/>
          </ac:spMkLst>
        </pc:sp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09" creationId="{A969775F-205F-4CE8-A83C-C1B5D775CBD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12" creationId="{0FD22AD9-9F56-467D-B36A-7959011B760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15" creationId="{917E94B7-E00D-4949-918C-C73177C30F19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21" creationId="{C8AAA004-100F-45B2-8D13-2031234C6C43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29" creationId="{2049EB34-2673-4FF6-ADE9-6D0E679F371B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32" creationId="{6F303630-F791-471C-85FB-7E102416E370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39" creationId="{177CC52F-5EC5-40F0-96F7-A3245CB764B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40" creationId="{519EED41-BF6E-43C2-BE7C-106B7E940D55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48" creationId="{2ABB3475-C15B-4AE4-A07E-DE30F22563E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57" creationId="{93F73B66-3619-4123-A26B-FF1CD4523DB2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59" creationId="{0E73A7B3-E68C-4097-8711-AC37C4A6773D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62" creationId="{AA9A262A-B59E-4700-9DF0-392396A79301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93" creationId="{BD2173C0-DEDB-46D3-A3A2-975C107E4ADA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196" creationId="{7549FCF7-2D70-415D-B7EC-1B2DB3C42F4B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207" creationId="{4C2309D1-35FB-4294-9B65-A584A2FC08D6}"/>
          </ac:cxnSpMkLst>
        </pc:cxnChg>
        <pc:cxnChg chg="del">
          <ac:chgData name="park sehun" userId="a5dd5dda71ea150a" providerId="LiveId" clId="{EE18F0ED-61EA-4400-8D5D-638E65FD2E5C}" dt="2020-03-17T07:21:54.374" v="10083" actId="478"/>
          <ac:cxnSpMkLst>
            <pc:docMk/>
            <pc:sldMk cId="1913999949" sldId="1205"/>
            <ac:cxnSpMk id="218" creationId="{119A11FA-D4FD-46E8-A698-A9ACAA39F7E2}"/>
          </ac:cxnSpMkLst>
        </pc:cxnChg>
      </pc:sldChg>
      <pc:sldChg chg="addSp delSp modSp add addAnim delAnim modNotesTx">
        <pc:chgData name="park sehun" userId="a5dd5dda71ea150a" providerId="LiveId" clId="{EE18F0ED-61EA-4400-8D5D-638E65FD2E5C}" dt="2020-03-18T03:58:28.071" v="12181" actId="20577"/>
        <pc:sldMkLst>
          <pc:docMk/>
          <pc:sldMk cId="3166953388" sldId="1205"/>
        </pc:sldMkLst>
        <pc:spChg chg="mod">
          <ac:chgData name="park sehun" userId="a5dd5dda71ea150a" providerId="LiveId" clId="{EE18F0ED-61EA-4400-8D5D-638E65FD2E5C}" dt="2020-03-17T07:28:26.566" v="10249" actId="14100"/>
          <ac:spMkLst>
            <pc:docMk/>
            <pc:sldMk cId="3166953388" sldId="1205"/>
            <ac:spMk id="4" creationId="{9DA76C4A-1B38-4C07-A24B-3F7114B667CD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10" creationId="{F9AEA2BA-799E-470C-87A7-61505A44881D}"/>
          </ac:spMkLst>
        </pc:spChg>
        <pc:spChg chg="mod">
          <ac:chgData name="park sehun" userId="a5dd5dda71ea150a" providerId="LiveId" clId="{EE18F0ED-61EA-4400-8D5D-638E65FD2E5C}" dt="2020-03-17T07:43:24.233" v="10775" actId="1076"/>
          <ac:spMkLst>
            <pc:docMk/>
            <pc:sldMk cId="3166953388" sldId="1205"/>
            <ac:spMk id="29" creationId="{B905D88A-DEF2-4395-816E-0E8DB9210F39}"/>
          </ac:spMkLst>
        </pc:spChg>
        <pc:spChg chg="del mod">
          <ac:chgData name="park sehun" userId="a5dd5dda71ea150a" providerId="LiveId" clId="{EE18F0ED-61EA-4400-8D5D-638E65FD2E5C}" dt="2020-03-17T07:42:15.124" v="10723" actId="478"/>
          <ac:spMkLst>
            <pc:docMk/>
            <pc:sldMk cId="3166953388" sldId="1205"/>
            <ac:spMk id="32" creationId="{7B2A9D1B-6100-4E94-BE12-672593546DCC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40" creationId="{067DF4BC-D816-476B-B6CF-496EC5944DAE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41" creationId="{C92C3A17-9069-46C5-BD77-77274CF61402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42" creationId="{B1C9A060-973F-44B0-87E2-38BF88A3FD4E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43" creationId="{8EF3060A-A8CF-4439-A760-418616147283}"/>
          </ac:spMkLst>
        </pc:spChg>
        <pc:spChg chg="mod">
          <ac:chgData name="park sehun" userId="a5dd5dda71ea150a" providerId="LiveId" clId="{EE18F0ED-61EA-4400-8D5D-638E65FD2E5C}" dt="2020-03-17T07:43:32.591" v="10777" actId="1076"/>
          <ac:spMkLst>
            <pc:docMk/>
            <pc:sldMk cId="3166953388" sldId="1205"/>
            <ac:spMk id="44" creationId="{390CF0EA-5978-4C4F-A088-2D4C70EBC793}"/>
          </ac:spMkLst>
        </pc:spChg>
        <pc:spChg chg="del">
          <ac:chgData name="park sehun" userId="a5dd5dda71ea150a" providerId="LiveId" clId="{EE18F0ED-61EA-4400-8D5D-638E65FD2E5C}" dt="2020-03-17T07:25:12.812" v="10107" actId="478"/>
          <ac:spMkLst>
            <pc:docMk/>
            <pc:sldMk cId="3166953388" sldId="1205"/>
            <ac:spMk id="45" creationId="{A1B408C6-843F-4A9F-BBA4-416D9B02B161}"/>
          </ac:spMkLst>
        </pc:spChg>
        <pc:spChg chg="mod">
          <ac:chgData name="park sehun" userId="a5dd5dda71ea150a" providerId="LiveId" clId="{EE18F0ED-61EA-4400-8D5D-638E65FD2E5C}" dt="2020-03-17T07:43:24.233" v="10775" actId="1076"/>
          <ac:spMkLst>
            <pc:docMk/>
            <pc:sldMk cId="3166953388" sldId="1205"/>
            <ac:spMk id="47" creationId="{B2711BC8-8BBB-464D-923D-5476D78556CA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51" creationId="{6E497FE8-ACB2-4270-AE46-10B163AEEAD0}"/>
          </ac:spMkLst>
        </pc:spChg>
        <pc:spChg chg="del">
          <ac:chgData name="park sehun" userId="a5dd5dda71ea150a" providerId="LiveId" clId="{EE18F0ED-61EA-4400-8D5D-638E65FD2E5C}" dt="2020-03-17T07:23:20.401" v="10101" actId="478"/>
          <ac:spMkLst>
            <pc:docMk/>
            <pc:sldMk cId="3166953388" sldId="1205"/>
            <ac:spMk id="53" creationId="{F2B44A66-F63F-4489-A2DB-F7E798DAEAC5}"/>
          </ac:spMkLst>
        </pc:spChg>
        <pc:spChg chg="mod">
          <ac:chgData name="park sehun" userId="a5dd5dda71ea150a" providerId="LiveId" clId="{EE18F0ED-61EA-4400-8D5D-638E65FD2E5C}" dt="2020-03-18T03:58:28.071" v="12181" actId="20577"/>
          <ac:spMkLst>
            <pc:docMk/>
            <pc:sldMk cId="3166953388" sldId="1205"/>
            <ac:spMk id="54" creationId="{C29D6112-022A-4BE0-B087-9B0A74023A45}"/>
          </ac:spMkLst>
        </pc:spChg>
        <pc:spChg chg="del mod">
          <ac:chgData name="park sehun" userId="a5dd5dda71ea150a" providerId="LiveId" clId="{EE18F0ED-61EA-4400-8D5D-638E65FD2E5C}" dt="2020-03-17T07:28:03.423" v="10243" actId="478"/>
          <ac:spMkLst>
            <pc:docMk/>
            <pc:sldMk cId="3166953388" sldId="1205"/>
            <ac:spMk id="55" creationId="{03A165D2-3D2D-4C51-844B-512A16A883D0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56" creationId="{BB41BF06-9C33-4E67-B580-716DF1A1550F}"/>
          </ac:spMkLst>
        </pc:spChg>
        <pc:spChg chg="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61" creationId="{564B67B8-3547-4D76-B4AD-EBE3D12F0D39}"/>
          </ac:spMkLst>
        </pc:spChg>
        <pc:spChg chg="del mod">
          <ac:chgData name="park sehun" userId="a5dd5dda71ea150a" providerId="LiveId" clId="{EE18F0ED-61EA-4400-8D5D-638E65FD2E5C}" dt="2020-03-17T07:29:49.109" v="10307" actId="478"/>
          <ac:spMkLst>
            <pc:docMk/>
            <pc:sldMk cId="3166953388" sldId="1205"/>
            <ac:spMk id="63" creationId="{8CF57F6D-10C1-4AB8-AFA1-02FA3FA793E8}"/>
          </ac:spMkLst>
        </pc:spChg>
        <pc:spChg chg="mod">
          <ac:chgData name="park sehun" userId="a5dd5dda71ea150a" providerId="LiveId" clId="{EE18F0ED-61EA-4400-8D5D-638E65FD2E5C}" dt="2020-03-17T07:28:11.238" v="10244" actId="5793"/>
          <ac:spMkLst>
            <pc:docMk/>
            <pc:sldMk cId="3166953388" sldId="1205"/>
            <ac:spMk id="65" creationId="{53F129E3-6D7B-48BB-9761-A6DEE22347C5}"/>
          </ac:spMkLst>
        </pc:spChg>
        <pc:spChg chg="mod">
          <ac:chgData name="park sehun" userId="a5dd5dda71ea150a" providerId="LiveId" clId="{EE18F0ED-61EA-4400-8D5D-638E65FD2E5C}" dt="2020-03-17T07:31:59.446" v="10330" actId="1038"/>
          <ac:spMkLst>
            <pc:docMk/>
            <pc:sldMk cId="3166953388" sldId="1205"/>
            <ac:spMk id="66" creationId="{186D568E-3C76-4B43-8ACD-7EFA2134FAAA}"/>
          </ac:spMkLst>
        </pc:spChg>
        <pc:spChg chg="add mod">
          <ac:chgData name="park sehun" userId="a5dd5dda71ea150a" providerId="LiveId" clId="{EE18F0ED-61EA-4400-8D5D-638E65FD2E5C}" dt="2020-03-17T07:44:32.773" v="10802" actId="1035"/>
          <ac:spMkLst>
            <pc:docMk/>
            <pc:sldMk cId="3166953388" sldId="1205"/>
            <ac:spMk id="67" creationId="{E0764F22-D0C3-4645-90C2-1F683D54B16B}"/>
          </ac:spMkLst>
        </pc:spChg>
        <pc:spChg chg="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71" creationId="{68612BC9-CDE7-495C-BD01-5B173DA8540C}"/>
          </ac:spMkLst>
        </pc:spChg>
        <pc:spChg chg="del">
          <ac:chgData name="park sehun" userId="a5dd5dda71ea150a" providerId="LiveId" clId="{EE18F0ED-61EA-4400-8D5D-638E65FD2E5C}" dt="2020-03-17T07:25:12.812" v="10107" actId="478"/>
          <ac:spMkLst>
            <pc:docMk/>
            <pc:sldMk cId="3166953388" sldId="1205"/>
            <ac:spMk id="76" creationId="{B5EB5AE6-A589-4A54-B05C-856791F34305}"/>
          </ac:spMkLst>
        </pc:spChg>
        <pc:spChg chg="add del mod">
          <ac:chgData name="park sehun" userId="a5dd5dda71ea150a" providerId="LiveId" clId="{EE18F0ED-61EA-4400-8D5D-638E65FD2E5C}" dt="2020-03-17T07:27:56.636" v="10242" actId="1037"/>
          <ac:spMkLst>
            <pc:docMk/>
            <pc:sldMk cId="3166953388" sldId="1205"/>
            <ac:spMk id="77" creationId="{A1C9CBBB-442E-4A27-BC56-34EE4B2C71D5}"/>
          </ac:spMkLst>
        </pc:spChg>
        <pc:spChg chg="del">
          <ac:chgData name="park sehun" userId="a5dd5dda71ea150a" providerId="LiveId" clId="{EE18F0ED-61EA-4400-8D5D-638E65FD2E5C}" dt="2020-03-17T07:25:07.735" v="10106" actId="478"/>
          <ac:spMkLst>
            <pc:docMk/>
            <pc:sldMk cId="3166953388" sldId="1205"/>
            <ac:spMk id="78" creationId="{0B83E74A-4A4E-4E0C-AD94-7D5E324DE748}"/>
          </ac:spMkLst>
        </pc:spChg>
        <pc:spChg chg="add mod">
          <ac:chgData name="park sehun" userId="a5dd5dda71ea150a" providerId="LiveId" clId="{EE18F0ED-61EA-4400-8D5D-638E65FD2E5C}" dt="2020-03-17T07:44:36.612" v="10822" actId="1036"/>
          <ac:spMkLst>
            <pc:docMk/>
            <pc:sldMk cId="3166953388" sldId="1205"/>
            <ac:spMk id="79" creationId="{A951E3B4-AD16-48AC-955D-E4A7EBE0EAD8}"/>
          </ac:spMkLst>
        </pc:spChg>
        <pc:spChg chg="mod">
          <ac:chgData name="park sehun" userId="a5dd5dda71ea150a" providerId="LiveId" clId="{EE18F0ED-61EA-4400-8D5D-638E65FD2E5C}" dt="2020-03-17T07:22:50.911" v="10088"/>
          <ac:spMkLst>
            <pc:docMk/>
            <pc:sldMk cId="3166953388" sldId="1205"/>
            <ac:spMk id="62466" creationId="{00000000-0000-0000-0000-000000000000}"/>
          </ac:spMkLst>
        </pc:spChg>
        <pc:graphicFrameChg chg="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EE18F0ED-61EA-4400-8D5D-638E65FD2E5C}" dt="2020-03-17T07:25:12.812" v="10107" actId="478"/>
          <ac:graphicFrameMkLst>
            <pc:docMk/>
            <pc:sldMk cId="3166953388" sldId="1205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EE18F0ED-61EA-4400-8D5D-638E65FD2E5C}" dt="2020-03-17T07:25:07.735" v="10106" actId="478"/>
          <ac:graphicFrameMkLst>
            <pc:docMk/>
            <pc:sldMk cId="3166953388" sldId="1205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EE18F0ED-61EA-4400-8D5D-638E65FD2E5C}" dt="2020-03-17T07:25:07.735" v="10106" actId="478"/>
          <ac:graphicFrameMkLst>
            <pc:docMk/>
            <pc:sldMk cId="3166953388" sldId="1205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49" creationId="{7D6C96EB-DF84-403B-8082-150F2D6B09E6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2" creationId="{AA3823FD-3347-4382-8970-CB5BB1CBF4C3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7" creationId="{FE446AD7-D469-498B-A0BC-714AE4F3A239}"/>
          </ac:graphicFrameMkLst>
        </pc:graphicFrameChg>
        <pc:graphicFrameChg chg="add mod modGraphic">
          <ac:chgData name="park sehun" userId="a5dd5dda71ea150a" providerId="LiveId" clId="{EE18F0ED-61EA-4400-8D5D-638E65FD2E5C}" dt="2020-03-17T07:43:18.153" v="10774" actId="1076"/>
          <ac:graphicFrameMkLst>
            <pc:docMk/>
            <pc:sldMk cId="3166953388" sldId="1205"/>
            <ac:graphicFrameMk id="58" creationId="{F967257F-3565-478C-9674-5339408F3497}"/>
          </ac:graphicFrameMkLst>
        </pc:graphicFrameChg>
        <pc:graphicFrameChg chg="add mod modGraphic">
          <ac:chgData name="park sehun" userId="a5dd5dda71ea150a" providerId="LiveId" clId="{EE18F0ED-61EA-4400-8D5D-638E65FD2E5C}" dt="2020-03-17T07:45:07.926" v="10838" actId="20577"/>
          <ac:graphicFrameMkLst>
            <pc:docMk/>
            <pc:sldMk cId="3166953388" sldId="1205"/>
            <ac:graphicFrameMk id="68" creationId="{6009DEB4-06BB-4D4C-B5A2-BC6924AEC812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69" creationId="{04BC5D41-31C6-49D6-9270-3C3A6E74A819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70" creationId="{362FCB37-2BC2-46E0-ABB8-8DFFA973F466}"/>
          </ac:graphicFrameMkLst>
        </pc:graphicFrameChg>
        <pc:graphicFrameChg chg="add mod">
          <ac:chgData name="park sehun" userId="a5dd5dda71ea150a" providerId="LiveId" clId="{EE18F0ED-61EA-4400-8D5D-638E65FD2E5C}" dt="2020-03-17T07:44:32.773" v="10802" actId="1035"/>
          <ac:graphicFrameMkLst>
            <pc:docMk/>
            <pc:sldMk cId="3166953388" sldId="1205"/>
            <ac:graphicFrameMk id="72" creationId="{5440D69C-441C-4618-BB44-0AA8626259F6}"/>
          </ac:graphicFrameMkLst>
        </pc:graphicFrameChg>
        <pc:graphicFrameChg chg="add mod modGraphic">
          <ac:chgData name="park sehun" userId="a5dd5dda71ea150a" providerId="LiveId" clId="{EE18F0ED-61EA-4400-8D5D-638E65FD2E5C}" dt="2020-03-17T07:45:13.620" v="10841" actId="20577"/>
          <ac:graphicFrameMkLst>
            <pc:docMk/>
            <pc:sldMk cId="3166953388" sldId="1205"/>
            <ac:graphicFrameMk id="80" creationId="{0AFC8000-C27F-4D54-B01C-4EF5AEBE818F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1" creationId="{5369E0A6-C624-4A29-8BE0-169F30F525B8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2" creationId="{47E92242-4430-49C4-8D29-0A5244A65937}"/>
          </ac:graphicFrameMkLst>
        </pc:graphicFrameChg>
        <pc:graphicFrameChg chg="add mod">
          <ac:chgData name="park sehun" userId="a5dd5dda71ea150a" providerId="LiveId" clId="{EE18F0ED-61EA-4400-8D5D-638E65FD2E5C}" dt="2020-03-17T07:44:36.612" v="10822" actId="1036"/>
          <ac:graphicFrameMkLst>
            <pc:docMk/>
            <pc:sldMk cId="3166953388" sldId="1205"/>
            <ac:graphicFrameMk id="83" creationId="{7667D68B-90C5-46B4-B3C6-AB3605E4B218}"/>
          </ac:graphicFrameMkLst>
        </pc:graphicFrameChg>
        <pc:cxnChg chg="add mod">
          <ac:chgData name="park sehun" userId="a5dd5dda71ea150a" providerId="LiveId" clId="{EE18F0ED-61EA-4400-8D5D-638E65FD2E5C}" dt="2020-03-17T07:43:18.153" v="10774" actId="1076"/>
          <ac:cxnSpMkLst>
            <pc:docMk/>
            <pc:sldMk cId="3166953388" sldId="1205"/>
            <ac:cxnSpMk id="12" creationId="{B8AA127B-AD8A-42FE-824A-2F28744C5A72}"/>
          </ac:cxnSpMkLst>
        </pc:cxnChg>
        <pc:cxnChg chg="del mod">
          <ac:chgData name="park sehun" userId="a5dd5dda71ea150a" providerId="LiveId" clId="{EE18F0ED-61EA-4400-8D5D-638E65FD2E5C}" dt="2020-03-17T07:29:54.766" v="10308" actId="478"/>
          <ac:cxnSpMkLst>
            <pc:docMk/>
            <pc:sldMk cId="3166953388" sldId="1205"/>
            <ac:cxnSpMk id="39" creationId="{C851932A-4916-4E8E-ADCE-BBDCE58175C0}"/>
          </ac:cxnSpMkLst>
        </pc:cxnChg>
        <pc:cxnChg chg="del mod">
          <ac:chgData name="park sehun" userId="a5dd5dda71ea150a" providerId="LiveId" clId="{EE18F0ED-61EA-4400-8D5D-638E65FD2E5C}" dt="2020-03-17T07:30:06.944" v="10310" actId="478"/>
          <ac:cxnSpMkLst>
            <pc:docMk/>
            <pc:sldMk cId="3166953388" sldId="1205"/>
            <ac:cxnSpMk id="46" creationId="{ED63783E-00B0-4DE2-BAA1-7DBBAD23574D}"/>
          </ac:cxnSpMkLst>
        </pc:cxnChg>
        <pc:cxnChg chg="del mod">
          <ac:chgData name="park sehun" userId="a5dd5dda71ea150a" providerId="LiveId" clId="{EE18F0ED-61EA-4400-8D5D-638E65FD2E5C}" dt="2020-03-17T07:43:54.864" v="10779" actId="478"/>
          <ac:cxnSpMkLst>
            <pc:docMk/>
            <pc:sldMk cId="3166953388" sldId="1205"/>
            <ac:cxnSpMk id="48" creationId="{1F0AC650-39C6-425E-9CBF-0F333F010677}"/>
          </ac:cxnSpMkLst>
        </pc:cxnChg>
        <pc:cxnChg chg="del">
          <ac:chgData name="park sehun" userId="a5dd5dda71ea150a" providerId="LiveId" clId="{EE18F0ED-61EA-4400-8D5D-638E65FD2E5C}" dt="2020-03-17T07:23:23.682" v="10102" actId="478"/>
          <ac:cxnSpMkLst>
            <pc:docMk/>
            <pc:sldMk cId="3166953388" sldId="1205"/>
            <ac:cxnSpMk id="50" creationId="{AA7171CE-0DE4-411A-87C9-037D611A0DB4}"/>
          </ac:cxnSpMkLst>
        </pc:cxnChg>
        <pc:cxnChg chg="add mod">
          <ac:chgData name="park sehun" userId="a5dd5dda71ea150a" providerId="LiveId" clId="{EE18F0ED-61EA-4400-8D5D-638E65FD2E5C}" dt="2020-03-17T07:43:18.153" v="10774" actId="1076"/>
          <ac:cxnSpMkLst>
            <pc:docMk/>
            <pc:sldMk cId="3166953388" sldId="1205"/>
            <ac:cxnSpMk id="59" creationId="{65D8F20C-26B9-4A3C-B31E-D491E42800BA}"/>
          </ac:cxnSpMkLst>
        </pc:cxnChg>
        <pc:cxnChg chg="add mod">
          <ac:chgData name="park sehun" userId="a5dd5dda71ea150a" providerId="LiveId" clId="{EE18F0ED-61EA-4400-8D5D-638E65FD2E5C}" dt="2020-03-17T07:43:45.615" v="10778" actId="14100"/>
          <ac:cxnSpMkLst>
            <pc:docMk/>
            <pc:sldMk cId="3166953388" sldId="1205"/>
            <ac:cxnSpMk id="60" creationId="{87CF2606-D3D7-4684-A78C-BF2C8365B1E8}"/>
          </ac:cxnSpMkLst>
        </pc:cxnChg>
        <pc:cxnChg chg="add mod">
          <ac:chgData name="park sehun" userId="a5dd5dda71ea150a" providerId="LiveId" clId="{EE18F0ED-61EA-4400-8D5D-638E65FD2E5C}" dt="2020-03-17T07:44:21.611" v="10782" actId="14100"/>
          <ac:cxnSpMkLst>
            <pc:docMk/>
            <pc:sldMk cId="3166953388" sldId="1205"/>
            <ac:cxnSpMk id="62" creationId="{16ABFDED-741C-40AE-81EE-8A14ACF41FB8}"/>
          </ac:cxnSpMkLst>
        </pc:cxnChg>
        <pc:cxnChg chg="mod">
          <ac:chgData name="park sehun" userId="a5dd5dda71ea150a" providerId="LiveId" clId="{EE18F0ED-61EA-4400-8D5D-638E65FD2E5C}" dt="2020-03-17T07:25:40.034" v="10115" actId="1038"/>
          <ac:cxnSpMkLst>
            <pc:docMk/>
            <pc:sldMk cId="3166953388" sldId="1205"/>
            <ac:cxnSpMk id="64" creationId="{5270DB07-824E-40A1-BADC-DE6D19836E63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73" creationId="{9A30E74A-F850-49D1-B1D5-E541933E6D16}"/>
          </ac:cxnSpMkLst>
        </pc:cxnChg>
        <pc:cxnChg chg="add mod">
          <ac:chgData name="park sehun" userId="a5dd5dda71ea150a" providerId="LiveId" clId="{EE18F0ED-61EA-4400-8D5D-638E65FD2E5C}" dt="2020-03-17T07:44:32.773" v="10802" actId="1035"/>
          <ac:cxnSpMkLst>
            <pc:docMk/>
            <pc:sldMk cId="3166953388" sldId="1205"/>
            <ac:cxnSpMk id="74" creationId="{99956735-793C-4DC4-97B1-A91B98698BC5}"/>
          </ac:cxnSpMkLst>
        </pc:cxnChg>
        <pc:cxnChg chg="add mod">
          <ac:chgData name="park sehun" userId="a5dd5dda71ea150a" providerId="LiveId" clId="{EE18F0ED-61EA-4400-8D5D-638E65FD2E5C}" dt="2020-03-17T07:44:32.773" v="10802" actId="1035"/>
          <ac:cxnSpMkLst>
            <pc:docMk/>
            <pc:sldMk cId="3166953388" sldId="1205"/>
            <ac:cxnSpMk id="75" creationId="{24008AEB-51C2-4C6E-B644-50D3B568CF5D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4" creationId="{DDC63F22-04D0-480A-962A-4F0B490306F6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5" creationId="{FADA253E-6EFD-463B-A75B-7C3D9E56C7A5}"/>
          </ac:cxnSpMkLst>
        </pc:cxnChg>
        <pc:cxnChg chg="add mod">
          <ac:chgData name="park sehun" userId="a5dd5dda71ea150a" providerId="LiveId" clId="{EE18F0ED-61EA-4400-8D5D-638E65FD2E5C}" dt="2020-03-17T07:44:36.612" v="10822" actId="1036"/>
          <ac:cxnSpMkLst>
            <pc:docMk/>
            <pc:sldMk cId="3166953388" sldId="1205"/>
            <ac:cxnSpMk id="86" creationId="{4C24C48F-48EA-46D3-B2EB-84F57560054B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87" creationId="{DF47BA7A-5D49-4766-80E6-8C0E2040B184}"/>
          </ac:cxnSpMkLst>
        </pc:cxnChg>
        <pc:cxnChg chg="add mod">
          <ac:chgData name="park sehun" userId="a5dd5dda71ea150a" providerId="LiveId" clId="{EE18F0ED-61EA-4400-8D5D-638E65FD2E5C}" dt="2020-03-17T07:44:57.053" v="10829" actId="1037"/>
          <ac:cxnSpMkLst>
            <pc:docMk/>
            <pc:sldMk cId="3166953388" sldId="1205"/>
            <ac:cxnSpMk id="88" creationId="{097B7E9B-ACE1-48EB-AA3D-37AA74F1163E}"/>
          </ac:cxnSpMkLst>
        </pc:cxnChg>
      </pc:sldChg>
      <pc:sldChg chg="addSp delSp modSp add modNotesTx">
        <pc:chgData name="park sehun" userId="a5dd5dda71ea150a" providerId="LiveId" clId="{EE18F0ED-61EA-4400-8D5D-638E65FD2E5C}" dt="2020-03-17T08:08:04.618" v="11523" actId="14100"/>
        <pc:sldMkLst>
          <pc:docMk/>
          <pc:sldMk cId="2840403519" sldId="1206"/>
        </pc:sldMkLst>
        <pc:spChg chg="del">
          <ac:chgData name="park sehun" userId="a5dd5dda71ea150a" providerId="LiveId" clId="{EE18F0ED-61EA-4400-8D5D-638E65FD2E5C}" dt="2020-03-17T07:49:53.429" v="11019" actId="478"/>
          <ac:spMkLst>
            <pc:docMk/>
            <pc:sldMk cId="2840403519" sldId="1206"/>
            <ac:spMk id="27" creationId="{9384D9E4-1DB6-46D4-9E66-5BA2E5FD7136}"/>
          </ac:spMkLst>
        </pc:spChg>
        <pc:spChg chg="del mod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31" creationId="{5C321D50-9C65-469D-9DC2-C2B29F056EEA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33" creationId="{F10D0F4E-5E42-4BC2-9E16-2B54DCE1A39D}"/>
          </ac:spMkLst>
        </pc:spChg>
        <pc:spChg chg="mod">
          <ac:chgData name="park sehun" userId="a5dd5dda71ea150a" providerId="LiveId" clId="{EE18F0ED-61EA-4400-8D5D-638E65FD2E5C}" dt="2020-03-17T07:57:36.855" v="11243" actId="1038"/>
          <ac:spMkLst>
            <pc:docMk/>
            <pc:sldMk cId="2840403519" sldId="1206"/>
            <ac:spMk id="51" creationId="{6E497FE8-ACB2-4270-AE46-10B163AEEAD0}"/>
          </ac:spMkLst>
        </pc:spChg>
        <pc:spChg chg="mod">
          <ac:chgData name="park sehun" userId="a5dd5dda71ea150a" providerId="LiveId" clId="{EE18F0ED-61EA-4400-8D5D-638E65FD2E5C}" dt="2020-03-17T07:53:26.934" v="11067" actId="20577"/>
          <ac:spMkLst>
            <pc:docMk/>
            <pc:sldMk cId="2840403519" sldId="1206"/>
            <ac:spMk id="54" creationId="{C29D6112-022A-4BE0-B087-9B0A74023A45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66" creationId="{186D568E-3C76-4B43-8ACD-7EFA2134FAAA}"/>
          </ac:spMkLst>
        </pc:spChg>
        <pc:spChg chg="add del mod">
          <ac:chgData name="park sehun" userId="a5dd5dda71ea150a" providerId="LiveId" clId="{EE18F0ED-61EA-4400-8D5D-638E65FD2E5C}" dt="2020-03-17T07:58:40.530" v="11255" actId="478"/>
          <ac:spMkLst>
            <pc:docMk/>
            <pc:sldMk cId="2840403519" sldId="1206"/>
            <ac:spMk id="76" creationId="{A05F494D-B158-4276-BC7D-BBFFD51A488B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77" creationId="{C9D7AF2C-EF8D-4B89-A696-B938C365A812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0" creationId="{3C7E88EC-9B51-4899-9CB0-D15885E7C3C8}"/>
          </ac:spMkLst>
        </pc:spChg>
        <pc:spChg chg="add del mod">
          <ac:chgData name="park sehun" userId="a5dd5dda71ea150a" providerId="LiveId" clId="{EE18F0ED-61EA-4400-8D5D-638E65FD2E5C}" dt="2020-03-17T07:58:50.277" v="11256" actId="478"/>
          <ac:spMkLst>
            <pc:docMk/>
            <pc:sldMk cId="2840403519" sldId="1206"/>
            <ac:spMk id="81" creationId="{506B0F11-9282-4D65-BA12-F013648396EE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2" creationId="{279EC468-1116-4792-82B7-CA218937F61E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3" creationId="{70D062D9-2235-4941-AF9F-6225328ED748}"/>
          </ac:spMkLst>
        </pc:spChg>
        <pc:spChg chg="add mod">
          <ac:chgData name="park sehun" userId="a5dd5dda71ea150a" providerId="LiveId" clId="{EE18F0ED-61EA-4400-8D5D-638E65FD2E5C}" dt="2020-03-17T07:58:35.150" v="11254" actId="1076"/>
          <ac:spMkLst>
            <pc:docMk/>
            <pc:sldMk cId="2840403519" sldId="1206"/>
            <ac:spMk id="84" creationId="{F9E8CC95-BF1A-4B89-ABA8-1196FD5A0233}"/>
          </ac:spMkLst>
        </pc:spChg>
        <pc:spChg chg="add mod">
          <ac:chgData name="park sehun" userId="a5dd5dda71ea150a" providerId="LiveId" clId="{EE18F0ED-61EA-4400-8D5D-638E65FD2E5C}" dt="2020-03-17T08:00:58.880" v="11343" actId="1076"/>
          <ac:spMkLst>
            <pc:docMk/>
            <pc:sldMk cId="2840403519" sldId="1206"/>
            <ac:spMk id="87" creationId="{DF4E9AED-7383-431E-8C84-D6BC228433BB}"/>
          </ac:spMkLst>
        </pc:spChg>
        <pc:spChg chg="add mod">
          <ac:chgData name="park sehun" userId="a5dd5dda71ea150a" providerId="LiveId" clId="{EE18F0ED-61EA-4400-8D5D-638E65FD2E5C}" dt="2020-03-17T08:04:34.376" v="11438" actId="255"/>
          <ac:spMkLst>
            <pc:docMk/>
            <pc:sldMk cId="2840403519" sldId="1206"/>
            <ac:spMk id="88" creationId="{5AECE9EF-AC91-4F0C-B911-1DE8666A09A9}"/>
          </ac:spMkLst>
        </pc:spChg>
        <pc:spChg chg="add mod">
          <ac:chgData name="park sehun" userId="a5dd5dda71ea150a" providerId="LiveId" clId="{EE18F0ED-61EA-4400-8D5D-638E65FD2E5C}" dt="2020-03-17T08:07:30.261" v="11518" actId="1076"/>
          <ac:spMkLst>
            <pc:docMk/>
            <pc:sldMk cId="2840403519" sldId="1206"/>
            <ac:spMk id="89" creationId="{008ED956-79CC-4285-A158-98F5D5FEE613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4" creationId="{69119715-79A6-4964-8EF5-93FD7D702009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5" creationId="{B5DA5C71-10CD-4F0B-9174-5FC23440803E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6" creationId="{3AD5E2F2-C525-41FE-9D3E-409F620D4C20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08" creationId="{918C923B-D527-4086-A9D3-18FC0B7F1927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0" creationId="{7F666B64-144E-44C6-90D1-D5CD5EC13F7E}"/>
          </ac:spMkLst>
        </pc:spChg>
        <pc:spChg chg="del mod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1" creationId="{5E317841-9500-41A0-AFEE-A137AE286833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3" creationId="{8EBB0BE6-D185-4616-A3FA-72D4B6D80822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4" creationId="{AEBCE704-2F64-4ED5-8ECC-00793CAACF6C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6" creationId="{CA4CFFC0-42DE-4304-9EAC-3E62D1A3B079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7" creationId="{3332846B-7470-45CC-BDFC-FB09F925693F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19" creationId="{3AD5E2F2-C525-41FE-9D3E-409F620D4C20}"/>
          </ac:spMkLst>
        </pc:spChg>
        <pc:spChg chg="del">
          <ac:chgData name="park sehun" userId="a5dd5dda71ea150a" providerId="LiveId" clId="{EE18F0ED-61EA-4400-8D5D-638E65FD2E5C}" dt="2020-03-17T07:57:12.842" v="11096" actId="478"/>
          <ac:spMkLst>
            <pc:docMk/>
            <pc:sldMk cId="2840403519" sldId="1206"/>
            <ac:spMk id="120" creationId="{CCF280DA-08DC-4A94-8D44-DAD99E53B085}"/>
          </ac:spMkLst>
        </pc:spChg>
        <pc:spChg chg="mod">
          <ac:chgData name="park sehun" userId="a5dd5dda71ea150a" providerId="LiveId" clId="{EE18F0ED-61EA-4400-8D5D-638E65FD2E5C}" dt="2020-03-17T08:08:04.618" v="11523" actId="14100"/>
          <ac:spMkLst>
            <pc:docMk/>
            <pc:sldMk cId="2840403519" sldId="1206"/>
            <ac:spMk id="122" creationId="{5956407C-33AF-4CFF-96B9-2A8A2BF04538}"/>
          </ac:spMkLst>
        </pc:spChg>
        <pc:spChg chg="mod">
          <ac:chgData name="park sehun" userId="a5dd5dda71ea150a" providerId="LiveId" clId="{EE18F0ED-61EA-4400-8D5D-638E65FD2E5C}" dt="2020-03-17T08:01:08.821" v="11344" actId="14100"/>
          <ac:spMkLst>
            <pc:docMk/>
            <pc:sldMk cId="2840403519" sldId="1206"/>
            <ac:spMk id="123" creationId="{29A88D42-D0AF-4EF9-92CA-C682BC9F9AF2}"/>
          </ac:spMkLst>
        </pc:spChg>
        <pc:spChg chg="mod">
          <ac:chgData name="park sehun" userId="a5dd5dda71ea150a" providerId="LiveId" clId="{EE18F0ED-61EA-4400-8D5D-638E65FD2E5C}" dt="2020-03-17T08:07:51.361" v="11520" actId="14100"/>
          <ac:spMkLst>
            <pc:docMk/>
            <pc:sldMk cId="2840403519" sldId="1206"/>
            <ac:spMk id="124" creationId="{FA46A8B9-8A29-41B5-9DD3-BB636239C047}"/>
          </ac:spMkLst>
        </pc:spChg>
        <pc:spChg chg="mod">
          <ac:chgData name="park sehun" userId="a5dd5dda71ea150a" providerId="LiveId" clId="{EE18F0ED-61EA-4400-8D5D-638E65FD2E5C}" dt="2020-03-17T07:59:35.854" v="11279" actId="20577"/>
          <ac:spMkLst>
            <pc:docMk/>
            <pc:sldMk cId="2840403519" sldId="1206"/>
            <ac:spMk id="125" creationId="{FEF3F1AF-1EBC-4523-9E3B-938E194E77C9}"/>
          </ac:spMkLst>
        </pc:spChg>
        <pc:spChg chg="mod">
          <ac:chgData name="park sehun" userId="a5dd5dda71ea150a" providerId="LiveId" clId="{EE18F0ED-61EA-4400-8D5D-638E65FD2E5C}" dt="2020-03-17T07:59:33.629" v="11278" actId="20577"/>
          <ac:spMkLst>
            <pc:docMk/>
            <pc:sldMk cId="2840403519" sldId="1206"/>
            <ac:spMk id="126" creationId="{F4C21D66-D465-4C65-9223-83DC2B52DBC3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27" creationId="{0D1CD684-3F63-4057-A10F-CA091328EBA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28" creationId="{9DE52B7E-4D1C-4E8F-B0CC-164EA610449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0" creationId="{2E9FB8F5-E26F-4022-99F1-38FF2CBF3D7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1" creationId="{F8173851-A50D-4978-B64C-79C7E5AF633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6" creationId="{B6FE3E06-A97E-4DFD-9609-5E2EC420CEF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37" creationId="{4001E03E-76B1-4F64-9BC7-A35719DAD5A9}"/>
          </ac:spMkLst>
        </pc:spChg>
        <pc:spChg chg="mod">
          <ac:chgData name="park sehun" userId="a5dd5dda71ea150a" providerId="LiveId" clId="{EE18F0ED-61EA-4400-8D5D-638E65FD2E5C}" dt="2020-03-17T08:01:47.108" v="11354" actId="20577"/>
          <ac:spMkLst>
            <pc:docMk/>
            <pc:sldMk cId="2840403519" sldId="1206"/>
            <ac:spMk id="138" creationId="{B5A8285F-CD7C-4B45-871F-1EF840D611F4}"/>
          </ac:spMkLst>
        </pc:spChg>
        <pc:spChg chg="mod">
          <ac:chgData name="park sehun" userId="a5dd5dda71ea150a" providerId="LiveId" clId="{EE18F0ED-61EA-4400-8D5D-638E65FD2E5C}" dt="2020-03-17T07:59:02.073" v="11258" actId="14100"/>
          <ac:spMkLst>
            <pc:docMk/>
            <pc:sldMk cId="2840403519" sldId="1206"/>
            <ac:spMk id="141" creationId="{E6484351-331D-4968-8FCC-12163D804A48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42" creationId="{45D5DDD8-D97A-4248-A1BA-00E1E0CC78F0}"/>
          </ac:spMkLst>
        </pc:spChg>
        <pc:spChg chg="mod">
          <ac:chgData name="park sehun" userId="a5dd5dda71ea150a" providerId="LiveId" clId="{EE18F0ED-61EA-4400-8D5D-638E65FD2E5C}" dt="2020-03-17T08:07:46.688" v="11519" actId="14100"/>
          <ac:spMkLst>
            <pc:docMk/>
            <pc:sldMk cId="2840403519" sldId="1206"/>
            <ac:spMk id="143" creationId="{58920A5C-2317-4078-BB4C-653E876F70D5}"/>
          </ac:spMkLst>
        </pc:spChg>
        <pc:spChg chg="del">
          <ac:chgData name="park sehun" userId="a5dd5dda71ea150a" providerId="LiveId" clId="{EE18F0ED-61EA-4400-8D5D-638E65FD2E5C}" dt="2020-03-17T07:49:50.262" v="11017" actId="478"/>
          <ac:spMkLst>
            <pc:docMk/>
            <pc:sldMk cId="2840403519" sldId="1206"/>
            <ac:spMk id="144" creationId="{F7DA4AAB-1206-4616-B165-C69A8E8324F7}"/>
          </ac:spMkLst>
        </pc:spChg>
        <pc:spChg chg="del">
          <ac:chgData name="park sehun" userId="a5dd5dda71ea150a" providerId="LiveId" clId="{EE18F0ED-61EA-4400-8D5D-638E65FD2E5C}" dt="2020-03-17T07:49:54.738" v="11020" actId="478"/>
          <ac:spMkLst>
            <pc:docMk/>
            <pc:sldMk cId="2840403519" sldId="1206"/>
            <ac:spMk id="146" creationId="{90D16142-D034-4161-9F74-C10B081EE1A1}"/>
          </ac:spMkLst>
        </pc:spChg>
        <pc:spChg chg="mod">
          <ac:chgData name="park sehun" userId="a5dd5dda71ea150a" providerId="LiveId" clId="{EE18F0ED-61EA-4400-8D5D-638E65FD2E5C}" dt="2020-03-17T08:01:15.016" v="11346" actId="14100"/>
          <ac:spMkLst>
            <pc:docMk/>
            <pc:sldMk cId="2840403519" sldId="1206"/>
            <ac:spMk id="155" creationId="{EA6F08D6-6376-4BF3-9439-D63C8B7569E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56" creationId="{382063AE-AEB3-46E5-A572-E3CE5F8A717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58" creationId="{E0C2D20A-1CFA-48F1-8718-18290501A61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0" creationId="{EED026F0-8DAF-4B42-9B01-725BCE0B1079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1" creationId="{BDD403D7-C207-46CA-9A93-7D4DECDAD00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3" creationId="{62D7595E-C6BE-409D-8B9E-05F028F34D9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4" creationId="{91DDAC37-FC46-4582-9261-9B33D8731C84}"/>
          </ac:spMkLst>
        </pc:spChg>
        <pc:spChg chg="mod">
          <ac:chgData name="park sehun" userId="a5dd5dda71ea150a" providerId="LiveId" clId="{EE18F0ED-61EA-4400-8D5D-638E65FD2E5C}" dt="2020-03-17T08:01:55.698" v="11362" actId="20577"/>
          <ac:spMkLst>
            <pc:docMk/>
            <pc:sldMk cId="2840403519" sldId="1206"/>
            <ac:spMk id="165" creationId="{FDEF1356-0B0C-42E0-B25D-425D6DF7E018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7" creationId="{43A0BB69-85D5-4FBC-B55E-B5A128D7097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8" creationId="{FDA07B81-33B1-41CA-B029-0BCB1445DC6C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69" creationId="{25A81454-5BE9-4BEB-88F0-8F2DD82764E6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0" creationId="{4AC43D96-5232-41D8-87B6-2074670ECF57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1" creationId="{80F8B666-C3A4-45E0-B3A0-EA87285C0A2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2" creationId="{EAFA79AA-4AFC-43DC-92E1-31EE71362171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77" creationId="{FFEEF539-DE6E-4521-AD8A-DA215389829E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190" creationId="{C33EB4A9-4FB7-4051-A298-3B20CC57D833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2" creationId="{B107FE2A-2953-4546-9DAB-09CF06F8713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3" creationId="{5980C959-A98F-4AF3-BDFB-4F1BF60C87DD}"/>
          </ac:spMkLst>
        </pc:spChg>
        <pc:spChg chg="mod">
          <ac:chgData name="park sehun" userId="a5dd5dda71ea150a" providerId="LiveId" clId="{EE18F0ED-61EA-4400-8D5D-638E65FD2E5C}" dt="2020-03-17T07:57:28.468" v="11165" actId="1038"/>
          <ac:spMkLst>
            <pc:docMk/>
            <pc:sldMk cId="2840403519" sldId="1206"/>
            <ac:spMk id="205" creationId="{5A0509A7-085D-41DC-B327-BDD73F9442C1}"/>
          </ac:spMkLst>
        </pc:sp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50" creationId="{AA7171CE-0DE4-411A-87C9-037D611A0DB4}"/>
          </ac:cxnSpMkLst>
        </pc:cxnChg>
        <pc:cxnChg chg="add mod">
          <ac:chgData name="park sehun" userId="a5dd5dda71ea150a" providerId="LiveId" clId="{EE18F0ED-61EA-4400-8D5D-638E65FD2E5C}" dt="2020-03-17T07:58:35.150" v="11254" actId="1076"/>
          <ac:cxnSpMkLst>
            <pc:docMk/>
            <pc:sldMk cId="2840403519" sldId="1206"/>
            <ac:cxnSpMk id="78" creationId="{46324A2D-B8E1-4ACC-B344-896F0172C9E9}"/>
          </ac:cxnSpMkLst>
        </pc:cxnChg>
        <pc:cxnChg chg="add mod">
          <ac:chgData name="park sehun" userId="a5dd5dda71ea150a" providerId="LiveId" clId="{EE18F0ED-61EA-4400-8D5D-638E65FD2E5C}" dt="2020-03-17T07:58:40.530" v="11255" actId="478"/>
          <ac:cxnSpMkLst>
            <pc:docMk/>
            <pc:sldMk cId="2840403519" sldId="1206"/>
            <ac:cxnSpMk id="79" creationId="{6D4F4BDC-E588-4D42-93B0-BBEC93ED5411}"/>
          </ac:cxnSpMkLst>
        </pc:cxnChg>
        <pc:cxnChg chg="add mod">
          <ac:chgData name="park sehun" userId="a5dd5dda71ea150a" providerId="LiveId" clId="{EE18F0ED-61EA-4400-8D5D-638E65FD2E5C}" dt="2020-03-17T07:58:35.150" v="11254" actId="1076"/>
          <ac:cxnSpMkLst>
            <pc:docMk/>
            <pc:sldMk cId="2840403519" sldId="1206"/>
            <ac:cxnSpMk id="85" creationId="{EB08B692-354E-4310-95CE-9B93F46D4EB2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09" creationId="{A969775F-205F-4CE8-A83C-C1B5D775CBD6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12" creationId="{0FD22AD9-9F56-467D-B36A-7959011B7606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15" creationId="{917E94B7-E00D-4949-918C-C73177C30F19}"/>
          </ac:cxnSpMkLst>
        </pc:cxnChg>
        <pc:cxnChg chg="del">
          <ac:chgData name="park sehun" userId="a5dd5dda71ea150a" providerId="LiveId" clId="{EE18F0ED-61EA-4400-8D5D-638E65FD2E5C}" dt="2020-03-17T07:57:12.842" v="11096" actId="478"/>
          <ac:cxnSpMkLst>
            <pc:docMk/>
            <pc:sldMk cId="2840403519" sldId="1206"/>
            <ac:cxnSpMk id="121" creationId="{C8AAA004-100F-45B2-8D13-2031234C6C43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29" creationId="{2049EB34-2673-4FF6-ADE9-6D0E679F371B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32" creationId="{6F303630-F791-471C-85FB-7E102416E370}"/>
          </ac:cxnSpMkLst>
        </pc:cxnChg>
        <pc:cxnChg chg="del mod">
          <ac:chgData name="park sehun" userId="a5dd5dda71ea150a" providerId="LiveId" clId="{EE18F0ED-61EA-4400-8D5D-638E65FD2E5C}" dt="2020-03-17T07:49:51.585" v="11018" actId="478"/>
          <ac:cxnSpMkLst>
            <pc:docMk/>
            <pc:sldMk cId="2840403519" sldId="1206"/>
            <ac:cxnSpMk id="139" creationId="{177CC52F-5EC5-40F0-96F7-A3245CB764B2}"/>
          </ac:cxnSpMkLst>
        </pc:cxnChg>
        <pc:cxnChg chg="mod">
          <ac:chgData name="park sehun" userId="a5dd5dda71ea150a" providerId="LiveId" clId="{EE18F0ED-61EA-4400-8D5D-638E65FD2E5C}" dt="2020-03-17T07:59:02.073" v="11258" actId="14100"/>
          <ac:cxnSpMkLst>
            <pc:docMk/>
            <pc:sldMk cId="2840403519" sldId="1206"/>
            <ac:cxnSpMk id="140" creationId="{519EED41-BF6E-43C2-BE7C-106B7E940D55}"/>
          </ac:cxnSpMkLst>
        </pc:cxnChg>
        <pc:cxnChg chg="del mod">
          <ac:chgData name="park sehun" userId="a5dd5dda71ea150a" providerId="LiveId" clId="{EE18F0ED-61EA-4400-8D5D-638E65FD2E5C}" dt="2020-03-17T07:49:55.768" v="11021" actId="478"/>
          <ac:cxnSpMkLst>
            <pc:docMk/>
            <pc:sldMk cId="2840403519" sldId="1206"/>
            <ac:cxnSpMk id="148" creationId="{2ABB3475-C15B-4AE4-A07E-DE30F22563E2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57" creationId="{93F73B66-3619-4123-A26B-FF1CD4523DB2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59" creationId="{0E73A7B3-E68C-4097-8711-AC37C4A6773D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62" creationId="{AA9A262A-B59E-4700-9DF0-392396A79301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93" creationId="{BD2173C0-DEDB-46D3-A3A2-975C107E4ADA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196" creationId="{7549FCF7-2D70-415D-B7EC-1B2DB3C42F4B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207" creationId="{4C2309D1-35FB-4294-9B65-A584A2FC08D6}"/>
          </ac:cxnSpMkLst>
        </pc:cxnChg>
        <pc:cxnChg chg="mod">
          <ac:chgData name="park sehun" userId="a5dd5dda71ea150a" providerId="LiveId" clId="{EE18F0ED-61EA-4400-8D5D-638E65FD2E5C}" dt="2020-03-17T07:57:28.468" v="11165" actId="1038"/>
          <ac:cxnSpMkLst>
            <pc:docMk/>
            <pc:sldMk cId="2840403519" sldId="1206"/>
            <ac:cxnSpMk id="218" creationId="{119A11FA-D4FD-46E8-A698-A9ACAA39F7E2}"/>
          </ac:cxnSpMkLst>
        </pc:cxnChg>
      </pc:sldChg>
      <pc:sldChg chg="add del">
        <pc:chgData name="park sehun" userId="a5dd5dda71ea150a" providerId="LiveId" clId="{EE18F0ED-61EA-4400-8D5D-638E65FD2E5C}" dt="2020-03-17T07:22:04.447" v="10085"/>
        <pc:sldMkLst>
          <pc:docMk/>
          <pc:sldMk cId="3392741762" sldId="1206"/>
        </pc:sldMkLst>
      </pc:sldChg>
      <pc:sldChg chg="add del">
        <pc:chgData name="park sehun" userId="a5dd5dda71ea150a" providerId="LiveId" clId="{EE18F0ED-61EA-4400-8D5D-638E65FD2E5C}" dt="2020-03-17T08:08:25.530" v="11524" actId="47"/>
        <pc:sldMkLst>
          <pc:docMk/>
          <pc:sldMk cId="1259825487" sldId="1207"/>
        </pc:sldMkLst>
      </pc:sldChg>
      <pc:sldChg chg="addSp delSp modSp add">
        <pc:chgData name="park sehun" userId="a5dd5dda71ea150a" providerId="LiveId" clId="{EE18F0ED-61EA-4400-8D5D-638E65FD2E5C}" dt="2020-03-17T08:30:50.366" v="11954" actId="1036"/>
        <pc:sldMkLst>
          <pc:docMk/>
          <pc:sldMk cId="4108517493" sldId="1207"/>
        </pc:sldMkLst>
        <pc:spChg chg="add mod">
          <ac:chgData name="park sehun" userId="a5dd5dda71ea150a" providerId="LiveId" clId="{EE18F0ED-61EA-4400-8D5D-638E65FD2E5C}" dt="2020-03-17T08:18:38.942" v="11688" actId="14100"/>
          <ac:spMkLst>
            <pc:docMk/>
            <pc:sldMk cId="4108517493" sldId="1207"/>
            <ac:spMk id="4" creationId="{9A4083CB-9D71-4397-BF47-A993D1BC5C97}"/>
          </ac:spMkLst>
        </pc:spChg>
        <pc:spChg chg="add del mod">
          <ac:chgData name="park sehun" userId="a5dd5dda71ea150a" providerId="LiveId" clId="{EE18F0ED-61EA-4400-8D5D-638E65FD2E5C}" dt="2020-03-17T08:22:02.184" v="11804" actId="478"/>
          <ac:spMkLst>
            <pc:docMk/>
            <pc:sldMk cId="4108517493" sldId="1207"/>
            <ac:spMk id="5" creationId="{F2DCB63E-807E-4A4C-8DA5-9B09CB8E278E}"/>
          </ac:spMkLst>
        </pc:spChg>
        <pc:spChg chg="add del">
          <ac:chgData name="park sehun" userId="a5dd5dda71ea150a" providerId="LiveId" clId="{EE18F0ED-61EA-4400-8D5D-638E65FD2E5C}" dt="2020-03-17T08:22:45.448" v="11819"/>
          <ac:spMkLst>
            <pc:docMk/>
            <pc:sldMk cId="4108517493" sldId="1207"/>
            <ac:spMk id="6" creationId="{AC3A33CE-D6F6-4519-AA83-4F89AF911733}"/>
          </ac:spMkLst>
        </pc:spChg>
        <pc:spChg chg="add del">
          <ac:chgData name="park sehun" userId="a5dd5dda71ea150a" providerId="LiveId" clId="{EE18F0ED-61EA-4400-8D5D-638E65FD2E5C}" dt="2020-03-17T08:24:45.646" v="11851"/>
          <ac:spMkLst>
            <pc:docMk/>
            <pc:sldMk cId="4108517493" sldId="1207"/>
            <ac:spMk id="7" creationId="{159891EF-2456-493D-AC7A-C35FC692FC73}"/>
          </ac:spMkLst>
        </pc:spChg>
        <pc:spChg chg="mod">
          <ac:chgData name="park sehun" userId="a5dd5dda71ea150a" providerId="LiveId" clId="{EE18F0ED-61EA-4400-8D5D-638E65FD2E5C}" dt="2020-03-17T08:20:42.833" v="11786" actId="21"/>
          <ac:spMkLst>
            <pc:docMk/>
            <pc:sldMk cId="4108517493" sldId="1207"/>
            <ac:spMk id="54" creationId="{C29D6112-022A-4BE0-B087-9B0A74023A45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1" creationId="{59D153FA-6EA5-446E-9F3C-3344C943D5D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2" creationId="{F3DC1CC7-DFD0-44FB-A884-FEF4D90A256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3" creationId="{00598CEA-8D17-4AFC-B3C0-966FD6DB2DB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4" creationId="{A70C003D-D435-4F1F-848A-DB64F75A2829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5" creationId="{B78D98BD-CDE6-4FCD-9622-44863303D6C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6" creationId="{B8AD0869-952C-438B-9B46-93EAABE9836E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7" creationId="{938B8AB9-B41D-4CEF-968E-526CF1791A9C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68" creationId="{B7E93DF0-6CEC-4A76-B1CD-201EC02D378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0" creationId="{B4886DE4-077F-4BCF-BF7D-3D4F8C456BC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1" creationId="{EF9CA007-72DD-40A0-88DD-240ACF70ECA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3" creationId="{7F28D5B1-2B0B-40EC-8922-2E6FBF17819E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4" creationId="{8D2ADE8B-B787-44E9-BB49-FB7F97EAA970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75" creationId="{4E5D0C0B-2E87-4FE7-B6CE-BE381585C0A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77" creationId="{C9D7AF2C-EF8D-4B89-A696-B938C365A812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0" creationId="{3C7E88EC-9B51-4899-9CB0-D15885E7C3C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2" creationId="{279EC468-1116-4792-82B7-CA218937F61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3" creationId="{70D062D9-2235-4941-AF9F-6225328ED74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4" creationId="{F9E8CC95-BF1A-4B89-ABA8-1196FD5A023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86" creationId="{75F3C1E7-4ECD-4E6B-9F87-CD922602B4EF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7" creationId="{DF4E9AED-7383-431E-8C84-D6BC228433BB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8" creationId="{5AECE9EF-AC91-4F0C-B911-1DE8666A09A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89" creationId="{008ED956-79CC-4285-A158-98F5D5FEE61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0" creationId="{4FF94082-B832-4B92-850C-6EA2F04D69E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1" creationId="{770322EE-4DF9-4DEE-806A-A8A8FDAA903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2" creationId="{39334E59-A376-435C-818E-6F22C70C34FD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3" creationId="{71AEA9F3-C0ED-4A2A-8A65-BFFA4BD09A1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5" creationId="{30AE3424-6401-4223-AB25-693F3520DC9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6" creationId="{8DB46844-A03B-48BC-BB2F-A641B552D605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98" creationId="{A3278153-DDA6-4570-8F6A-DFF3B74FEE22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0" creationId="{D91886B2-951D-4102-9871-BC3AB81994B2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1" creationId="{BA261C36-8B15-4D06-BA18-C06E9E6B162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3" creationId="{71B82727-B7EA-4F72-AAA7-379810D542C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4" creationId="{7ED90AA5-9449-40EE-9EC1-C8F30A2F691F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5" creationId="{869D0380-B38B-4289-B279-D572CA35B0A8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6" creationId="{B399E811-D749-4ADA-BC92-D23169CF3480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7" creationId="{EBD3F618-1362-4708-909F-BE415B17BA8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8" creationId="{B0C40A2A-E0C8-4C91-9D74-2DDE2F853546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09" creationId="{955B8B0D-F796-44E0-BA4A-808E461DF0C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0" creationId="{8CA59D65-DA87-42FC-82AC-DBF7877815F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1" creationId="{0C1A7927-33D0-4B32-A7D7-6BE9DF89DEA3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2" creationId="{1E2982CF-BDC2-4A80-8F10-87836F08E02B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3" creationId="{D648BFB6-8D58-472F-BDF2-48EC78372914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6" creationId="{9B2B7ABE-2CBB-4D23-8495-0D9939459158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7" creationId="{6C45DE58-9D89-429E-B91A-22B80B57083A}"/>
          </ac:spMkLst>
        </pc:spChg>
        <pc:spChg chg="add mod">
          <ac:chgData name="park sehun" userId="a5dd5dda71ea150a" providerId="LiveId" clId="{EE18F0ED-61EA-4400-8D5D-638E65FD2E5C}" dt="2020-03-17T08:15:01.001" v="11666" actId="1037"/>
          <ac:spMkLst>
            <pc:docMk/>
            <pc:sldMk cId="4108517493" sldId="1207"/>
            <ac:spMk id="118" creationId="{33D8FD35-1FAE-4099-B394-C9924051378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2" creationId="{5956407C-33AF-4CFF-96B9-2A8A2BF0453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3" creationId="{29A88D42-D0AF-4EF9-92CA-C682BC9F9AF2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4" creationId="{FA46A8B9-8A29-41B5-9DD3-BB636239C047}"/>
          </ac:spMkLst>
        </pc:spChg>
        <pc:spChg chg="del">
          <ac:chgData name="park sehun" userId="a5dd5dda71ea150a" providerId="LiveId" clId="{EE18F0ED-61EA-4400-8D5D-638E65FD2E5C}" dt="2020-03-17T08:14:50.331" v="11596" actId="478"/>
          <ac:spMkLst>
            <pc:docMk/>
            <pc:sldMk cId="4108517493" sldId="1207"/>
            <ac:spMk id="125" creationId="{FEF3F1AF-1EBC-4523-9E3B-938E194E77C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6" creationId="{F4C21D66-D465-4C65-9223-83DC2B52DBC3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7" creationId="{0D1CD684-3F63-4057-A10F-CA091328EBA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28" creationId="{9DE52B7E-4D1C-4E8F-B0CC-164EA610449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0" creationId="{2E9FB8F5-E26F-4022-99F1-38FF2CBF3D7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1" creationId="{F8173851-A50D-4978-B64C-79C7E5AF6331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3" creationId="{67DEBD4C-A3E0-4CBF-8A73-C318DCFA1CA6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4" creationId="{D2349613-0883-40AC-ADDF-98D217D58CAE}"/>
          </ac:spMkLst>
        </pc:spChg>
        <pc:spChg chg="add del mod">
          <ac:chgData name="park sehun" userId="a5dd5dda71ea150a" providerId="LiveId" clId="{EE18F0ED-61EA-4400-8D5D-638E65FD2E5C}" dt="2020-03-17T08:21:43.232" v="11801"/>
          <ac:spMkLst>
            <pc:docMk/>
            <pc:sldMk cId="4108517493" sldId="1207"/>
            <ac:spMk id="135" creationId="{7A01D0FD-41C4-4004-920D-3AE6338E7BC0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6" creationId="{B6FE3E06-A97E-4DFD-9609-5E2EC420CEF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7" creationId="{4001E03E-76B1-4F64-9BC7-A35719DAD5A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38" creationId="{B5A8285F-CD7C-4B45-871F-1EF840D611F4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39" creationId="{9B7CDF77-9656-4AD0-9738-8EFF6F8001F4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1" creationId="{E6484351-331D-4968-8FCC-12163D804A4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2" creationId="{45D5DDD8-D97A-4248-A1BA-00E1E0CC78F0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43" creationId="{58920A5C-2317-4078-BB4C-653E876F70D5}"/>
          </ac:spMkLst>
        </pc:spChg>
        <pc:spChg chg="add mod">
          <ac:chgData name="park sehun" userId="a5dd5dda71ea150a" providerId="LiveId" clId="{EE18F0ED-61EA-4400-8D5D-638E65FD2E5C}" dt="2020-03-17T08:30:50.366" v="11954" actId="1036"/>
          <ac:spMkLst>
            <pc:docMk/>
            <pc:sldMk cId="4108517493" sldId="1207"/>
            <ac:spMk id="144" creationId="{90BC8423-22D7-4A6C-BB35-E1746279FE97}"/>
          </ac:spMkLst>
        </pc:spChg>
        <pc:spChg chg="add del mod">
          <ac:chgData name="park sehun" userId="a5dd5dda71ea150a" providerId="LiveId" clId="{EE18F0ED-61EA-4400-8D5D-638E65FD2E5C}" dt="2020-03-17T08:26:05.357" v="11882"/>
          <ac:spMkLst>
            <pc:docMk/>
            <pc:sldMk cId="4108517493" sldId="1207"/>
            <ac:spMk id="145" creationId="{1B975C98-FD79-46A8-ABDA-C24B078F251C}"/>
          </ac:spMkLst>
        </pc:spChg>
        <pc:spChg chg="add mod">
          <ac:chgData name="park sehun" userId="a5dd5dda71ea150a" providerId="LiveId" clId="{EE18F0ED-61EA-4400-8D5D-638E65FD2E5C}" dt="2020-03-17T08:30:43.005" v="11941" actId="1076"/>
          <ac:spMkLst>
            <pc:docMk/>
            <pc:sldMk cId="4108517493" sldId="1207"/>
            <ac:spMk id="146" creationId="{E08554D4-F815-4682-ABA2-1FD4B6EE409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5" creationId="{EA6F08D6-6376-4BF3-9439-D63C8B7569E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6" creationId="{382063AE-AEB3-46E5-A572-E3CE5F8A717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58" creationId="{E0C2D20A-1CFA-48F1-8718-18290501A61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0" creationId="{EED026F0-8DAF-4B42-9B01-725BCE0B1079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1" creationId="{BDD403D7-C207-46CA-9A93-7D4DECDAD00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3" creationId="{62D7595E-C6BE-409D-8B9E-05F028F34D9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4" creationId="{91DDAC37-FC46-4582-9261-9B33D8731C84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5" creationId="{FDEF1356-0B0C-42E0-B25D-425D6DF7E018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7" creationId="{43A0BB69-85D5-4FBC-B55E-B5A128D7097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8" creationId="{FDA07B81-33B1-41CA-B029-0BCB1445DC6C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69" creationId="{25A81454-5BE9-4BEB-88F0-8F2DD82764E6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0" creationId="{4AC43D96-5232-41D8-87B6-2074670ECF57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1" creationId="{80F8B666-C3A4-45E0-B3A0-EA87285C0A2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2" creationId="{EAFA79AA-4AFC-43DC-92E1-31EE71362171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77" creationId="{FFEEF539-DE6E-4521-AD8A-DA215389829E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190" creationId="{C33EB4A9-4FB7-4051-A298-3B20CC57D833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2" creationId="{B107FE2A-2953-4546-9DAB-09CF06F8713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3" creationId="{5980C959-A98F-4AF3-BDFB-4F1BF60C87DD}"/>
          </ac:spMkLst>
        </pc:spChg>
        <pc:spChg chg="del">
          <ac:chgData name="park sehun" userId="a5dd5dda71ea150a" providerId="LiveId" clId="{EE18F0ED-61EA-4400-8D5D-638E65FD2E5C}" dt="2020-03-17T08:14:41.218" v="11595" actId="478"/>
          <ac:spMkLst>
            <pc:docMk/>
            <pc:sldMk cId="4108517493" sldId="1207"/>
            <ac:spMk id="205" creationId="{5A0509A7-085D-41DC-B327-BDD73F9442C1}"/>
          </ac:spMkLst>
        </pc:spChg>
        <pc:spChg chg="mod">
          <ac:chgData name="park sehun" userId="a5dd5dda71ea150a" providerId="LiveId" clId="{EE18F0ED-61EA-4400-8D5D-638E65FD2E5C}" dt="2020-03-17T08:20:59.799" v="11796" actId="20577"/>
          <ac:spMkLst>
            <pc:docMk/>
            <pc:sldMk cId="4108517493" sldId="1207"/>
            <ac:spMk id="62466" creationId="{00000000-0000-0000-0000-000000000000}"/>
          </ac:spMkLst>
        </pc:spChg>
        <pc:picChg chg="add del mod">
          <ac:chgData name="park sehun" userId="a5dd5dda71ea150a" providerId="LiveId" clId="{EE18F0ED-61EA-4400-8D5D-638E65FD2E5C}" dt="2020-03-17T08:17:47.859" v="11680" actId="478"/>
          <ac:picMkLst>
            <pc:docMk/>
            <pc:sldMk cId="4108517493" sldId="1207"/>
            <ac:picMk id="3" creationId="{18E9CFE5-F1F9-4518-BF8A-2F34879ADDAA}"/>
          </ac:picMkLst>
        </pc:picChg>
        <pc:picChg chg="add mod">
          <ac:chgData name="park sehun" userId="a5dd5dda71ea150a" providerId="LiveId" clId="{EE18F0ED-61EA-4400-8D5D-638E65FD2E5C}" dt="2020-03-17T08:17:43.136" v="11679" actId="14100"/>
          <ac:picMkLst>
            <pc:docMk/>
            <pc:sldMk cId="4108517493" sldId="1207"/>
            <ac:picMk id="121" creationId="{48E433F3-5762-4224-8E3B-8E097D80DA4C}"/>
          </ac:picMkLst>
        </pc:pic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69" creationId="{83B1D984-8D26-4E6A-B0F6-B79060D81F6F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72" creationId="{E420A43D-B947-445F-A68F-69DAFC10C8D5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76" creationId="{5B4BA572-9D0A-41F8-8BF7-36091DCD4386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78" creationId="{46324A2D-B8E1-4ACC-B344-896F0172C9E9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79" creationId="{6D4F4BDC-E588-4D42-93B0-BBEC93ED541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81" creationId="{C9C9F302-06A0-4AD4-924E-8070E3FA3B94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85" creationId="{EB08B692-354E-4310-95CE-9B93F46D4EB2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4" creationId="{6043E537-7D89-4E2F-B307-804875B68345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7" creationId="{7B4DEBAA-707E-4D4C-90F6-AF760CFF14A0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99" creationId="{39EF5997-8A1E-4365-A3B5-2C5FB82C2D50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02" creationId="{8F1821F5-CC7B-4486-8E0E-6B673321B71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4" creationId="{A250A377-1F4E-486D-B1E7-C778F6C6A991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5" creationId="{3810B004-9B49-4A38-A345-DAA3AAE93D1C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19" creationId="{6D174B97-A799-426C-A5BE-70AE82A45A1A}"/>
          </ac:cxnSpMkLst>
        </pc:cxnChg>
        <pc:cxnChg chg="add mod">
          <ac:chgData name="park sehun" userId="a5dd5dda71ea150a" providerId="LiveId" clId="{EE18F0ED-61EA-4400-8D5D-638E65FD2E5C}" dt="2020-03-17T08:15:01.001" v="11666" actId="1037"/>
          <ac:cxnSpMkLst>
            <pc:docMk/>
            <pc:sldMk cId="4108517493" sldId="1207"/>
            <ac:cxnSpMk id="120" creationId="{C3BBC9B2-6F37-4876-9144-804FBD519673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29" creationId="{2049EB34-2673-4FF6-ADE9-6D0E679F371B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32" creationId="{6F303630-F791-471C-85FB-7E102416E370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40" creationId="{519EED41-BF6E-43C2-BE7C-106B7E940D55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57" creationId="{93F73B66-3619-4123-A26B-FF1CD4523DB2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59" creationId="{0E73A7B3-E68C-4097-8711-AC37C4A6773D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62" creationId="{AA9A262A-B59E-4700-9DF0-392396A79301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93" creationId="{BD2173C0-DEDB-46D3-A3A2-975C107E4ADA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196" creationId="{7549FCF7-2D70-415D-B7EC-1B2DB3C42F4B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207" creationId="{4C2309D1-35FB-4294-9B65-A584A2FC08D6}"/>
          </ac:cxnSpMkLst>
        </pc:cxnChg>
        <pc:cxnChg chg="del">
          <ac:chgData name="park sehun" userId="a5dd5dda71ea150a" providerId="LiveId" clId="{EE18F0ED-61EA-4400-8D5D-638E65FD2E5C}" dt="2020-03-17T08:14:41.218" v="11595" actId="478"/>
          <ac:cxnSpMkLst>
            <pc:docMk/>
            <pc:sldMk cId="4108517493" sldId="1207"/>
            <ac:cxnSpMk id="218" creationId="{119A11FA-D4FD-46E8-A698-A9ACAA39F7E2}"/>
          </ac:cxnSpMkLst>
        </pc:cxnChg>
      </pc:sldChg>
    </pc:docChg>
  </pc:docChgLst>
  <pc:docChgLst>
    <pc:chgData name="park sehun" userId="a5dd5dda71ea150a" providerId="LiveId" clId="{C43683D0-D4D9-4BED-9220-AD1E10ADF921}"/>
    <pc:docChg chg="undo custSel addSld delSld modSld sldOrd">
      <pc:chgData name="park sehun" userId="a5dd5dda71ea150a" providerId="LiveId" clId="{C43683D0-D4D9-4BED-9220-AD1E10ADF921}" dt="2020-04-27T02:40:30.442" v="11726"/>
      <pc:docMkLst>
        <pc:docMk/>
      </pc:docMkLst>
      <pc:sldChg chg="modSp">
        <pc:chgData name="park sehun" userId="a5dd5dda71ea150a" providerId="LiveId" clId="{C43683D0-D4D9-4BED-9220-AD1E10ADF921}" dt="2020-04-09T05:16:53.212" v="274" actId="1038"/>
        <pc:sldMkLst>
          <pc:docMk/>
          <pc:sldMk cId="2315492388" sldId="1111"/>
        </pc:sldMkLst>
        <pc:spChg chg="mod">
          <ac:chgData name="park sehun" userId="a5dd5dda71ea150a" providerId="LiveId" clId="{C43683D0-D4D9-4BED-9220-AD1E10ADF921}" dt="2020-04-09T02:59:02.755" v="204" actId="14100"/>
          <ac:spMkLst>
            <pc:docMk/>
            <pc:sldMk cId="2315492388" sldId="1111"/>
            <ac:spMk id="29" creationId="{EF441A25-7104-4C3A-99DA-66E46B88C68A}"/>
          </ac:spMkLst>
        </pc:spChg>
        <pc:spChg chg="mod">
          <ac:chgData name="park sehun" userId="a5dd5dda71ea150a" providerId="LiveId" clId="{C43683D0-D4D9-4BED-9220-AD1E10ADF921}" dt="2020-04-09T02:59:35.430" v="238" actId="14100"/>
          <ac:spMkLst>
            <pc:docMk/>
            <pc:sldMk cId="2315492388" sldId="1111"/>
            <ac:spMk id="30" creationId="{EDF1AA4D-09D0-4259-8EEC-7C4BE43CE48E}"/>
          </ac:spMkLst>
        </pc:spChg>
        <pc:spChg chg="mod">
          <ac:chgData name="park sehun" userId="a5dd5dda71ea150a" providerId="LiveId" clId="{C43683D0-D4D9-4BED-9220-AD1E10ADF921}" dt="2020-04-09T02:56:35.158" v="48" actId="20577"/>
          <ac:spMkLst>
            <pc:docMk/>
            <pc:sldMk cId="2315492388" sldId="1111"/>
            <ac:spMk id="34" creationId="{D3BF3F2A-3DBB-4275-B187-1FF5574B75A4}"/>
          </ac:spMkLst>
        </pc:spChg>
        <pc:spChg chg="mod">
          <ac:chgData name="park sehun" userId="a5dd5dda71ea150a" providerId="LiveId" clId="{C43683D0-D4D9-4BED-9220-AD1E10ADF921}" dt="2020-04-09T02:58:38.446" v="185" actId="20577"/>
          <ac:spMkLst>
            <pc:docMk/>
            <pc:sldMk cId="2315492388" sldId="1111"/>
            <ac:spMk id="38" creationId="{695D28C2-36BE-490B-8E46-FAB7D2D78682}"/>
          </ac:spMkLst>
        </pc:spChg>
        <pc:spChg chg="mod">
          <ac:chgData name="park sehun" userId="a5dd5dda71ea150a" providerId="LiveId" clId="{C43683D0-D4D9-4BED-9220-AD1E10ADF921}" dt="2020-04-09T02:59:04.986" v="205" actId="14100"/>
          <ac:spMkLst>
            <pc:docMk/>
            <pc:sldMk cId="2315492388" sldId="1111"/>
            <ac:spMk id="49" creationId="{2939660F-0B3E-4DF1-AFF4-25469CCD819D}"/>
          </ac:spMkLst>
        </pc:spChg>
        <pc:spChg chg="mod">
          <ac:chgData name="park sehun" userId="a5dd5dda71ea150a" providerId="LiveId" clId="{C43683D0-D4D9-4BED-9220-AD1E10ADF921}" dt="2020-04-09T05:16:53.212" v="274" actId="1038"/>
          <ac:spMkLst>
            <pc:docMk/>
            <pc:sldMk cId="2315492388" sldId="1111"/>
            <ac:spMk id="50" creationId="{8B455AF4-313D-457B-9C90-C346B75D96DF}"/>
          </ac:spMkLst>
        </pc:spChg>
        <pc:spChg chg="mod">
          <ac:chgData name="park sehun" userId="a5dd5dda71ea150a" providerId="LiveId" clId="{C43683D0-D4D9-4BED-9220-AD1E10ADF921}" dt="2020-04-09T02:58:58.389" v="203" actId="14100"/>
          <ac:spMkLst>
            <pc:docMk/>
            <pc:sldMk cId="2315492388" sldId="1111"/>
            <ac:spMk id="53" creationId="{8736B51D-EF28-48C7-A089-9BD5ED8D51B6}"/>
          </ac:spMkLst>
        </pc:spChg>
        <pc:spChg chg="mod">
          <ac:chgData name="park sehun" userId="a5dd5dda71ea150a" providerId="LiveId" clId="{C43683D0-D4D9-4BED-9220-AD1E10ADF921}" dt="2020-04-09T02:59:13.474" v="219" actId="1038"/>
          <ac:spMkLst>
            <pc:docMk/>
            <pc:sldMk cId="2315492388" sldId="1111"/>
            <ac:spMk id="54" creationId="{B77BEA32-E8C4-4037-8F3D-45158CC18FD7}"/>
          </ac:spMkLst>
        </pc:spChg>
        <pc:spChg chg="mod">
          <ac:chgData name="park sehun" userId="a5dd5dda71ea150a" providerId="LiveId" clId="{C43683D0-D4D9-4BED-9220-AD1E10ADF921}" dt="2020-04-09T02:59:25.575" v="236" actId="1038"/>
          <ac:spMkLst>
            <pc:docMk/>
            <pc:sldMk cId="2315492388" sldId="1111"/>
            <ac:spMk id="59" creationId="{3612D448-A150-47E9-9127-AB1AC0C6F909}"/>
          </ac:spMkLst>
        </pc:spChg>
        <pc:spChg chg="mod">
          <ac:chgData name="park sehun" userId="a5dd5dda71ea150a" providerId="LiveId" clId="{C43683D0-D4D9-4BED-9220-AD1E10ADF921}" dt="2020-04-09T02:58:30.838" v="177" actId="20577"/>
          <ac:spMkLst>
            <pc:docMk/>
            <pc:sldMk cId="2315492388" sldId="1111"/>
            <ac:spMk id="92" creationId="{D050E484-08F7-4045-BBB3-0B477736D022}"/>
          </ac:spMkLst>
        </pc:spChg>
        <pc:cxnChg chg="mod">
          <ac:chgData name="park sehun" userId="a5dd5dda71ea150a" providerId="LiveId" clId="{C43683D0-D4D9-4BED-9220-AD1E10ADF921}" dt="2020-04-09T05:16:53.212" v="274" actId="1038"/>
          <ac:cxnSpMkLst>
            <pc:docMk/>
            <pc:sldMk cId="2315492388" sldId="1111"/>
            <ac:cxnSpMk id="51" creationId="{6E36250F-3CDF-4E10-9E5B-F1D571A5DDD7}"/>
          </ac:cxnSpMkLst>
        </pc:cxnChg>
        <pc:cxnChg chg="mod">
          <ac:chgData name="park sehun" userId="a5dd5dda71ea150a" providerId="LiveId" clId="{C43683D0-D4D9-4BED-9220-AD1E10ADF921}" dt="2020-04-09T05:16:53.212" v="274" actId="1038"/>
          <ac:cxnSpMkLst>
            <pc:docMk/>
            <pc:sldMk cId="2315492388" sldId="1111"/>
            <ac:cxnSpMk id="52" creationId="{30738D3F-5A24-42E1-AA4D-F7502EC278BB}"/>
          </ac:cxnSpMkLst>
        </pc:cxnChg>
        <pc:cxnChg chg="mod">
          <ac:chgData name="park sehun" userId="a5dd5dda71ea150a" providerId="LiveId" clId="{C43683D0-D4D9-4BED-9220-AD1E10ADF921}" dt="2020-04-09T02:59:13.474" v="219" actId="1038"/>
          <ac:cxnSpMkLst>
            <pc:docMk/>
            <pc:sldMk cId="2315492388" sldId="1111"/>
            <ac:cxnSpMk id="55" creationId="{FC572E6C-B196-4A39-8AFA-A0A468992A14}"/>
          </ac:cxnSpMkLst>
        </pc:cxnChg>
        <pc:cxnChg chg="mod">
          <ac:chgData name="park sehun" userId="a5dd5dda71ea150a" providerId="LiveId" clId="{C43683D0-D4D9-4BED-9220-AD1E10ADF921}" dt="2020-04-09T02:59:25.575" v="236" actId="1038"/>
          <ac:cxnSpMkLst>
            <pc:docMk/>
            <pc:sldMk cId="2315492388" sldId="1111"/>
            <ac:cxnSpMk id="56" creationId="{8202010C-A34B-40B0-A332-EAEE137D02D3}"/>
          </ac:cxnSpMkLst>
        </pc:cxnChg>
        <pc:cxnChg chg="mod">
          <ac:chgData name="park sehun" userId="a5dd5dda71ea150a" providerId="LiveId" clId="{C43683D0-D4D9-4BED-9220-AD1E10ADF921}" dt="2020-04-09T02:59:02.755" v="204" actId="14100"/>
          <ac:cxnSpMkLst>
            <pc:docMk/>
            <pc:sldMk cId="2315492388" sldId="1111"/>
            <ac:cxnSpMk id="78" creationId="{E9CD6445-5549-48C4-AB77-83D105BD149D}"/>
          </ac:cxnSpMkLst>
        </pc:cxnChg>
        <pc:cxnChg chg="mod">
          <ac:chgData name="park sehun" userId="a5dd5dda71ea150a" providerId="LiveId" clId="{C43683D0-D4D9-4BED-9220-AD1E10ADF921}" dt="2020-04-09T02:59:13.474" v="219" actId="1038"/>
          <ac:cxnSpMkLst>
            <pc:docMk/>
            <pc:sldMk cId="2315492388" sldId="1111"/>
            <ac:cxnSpMk id="88" creationId="{B4EBAEBD-AC3C-4072-8906-36B121806D93}"/>
          </ac:cxnSpMkLst>
        </pc:cxnChg>
      </pc:sldChg>
      <pc:sldChg chg="modSp add del">
        <pc:chgData name="park sehun" userId="a5dd5dda71ea150a" providerId="LiveId" clId="{C43683D0-D4D9-4BED-9220-AD1E10ADF921}" dt="2020-04-24T06:04:43.704" v="8801" actId="47"/>
        <pc:sldMkLst>
          <pc:docMk/>
          <pc:sldMk cId="3184428390" sldId="1171"/>
        </pc:sldMkLst>
        <pc:spChg chg="mod">
          <ac:chgData name="park sehun" userId="a5dd5dda71ea150a" providerId="LiveId" clId="{C43683D0-D4D9-4BED-9220-AD1E10ADF921}" dt="2020-04-23T06:10:02.832" v="8799"/>
          <ac:spMkLst>
            <pc:docMk/>
            <pc:sldMk cId="3184428390" sldId="1171"/>
            <ac:spMk id="49154" creationId="{00000000-0000-0000-0000-000000000000}"/>
          </ac:spMkLst>
        </pc:spChg>
      </pc:sldChg>
      <pc:sldChg chg="add">
        <pc:chgData name="park sehun" userId="a5dd5dda71ea150a" providerId="LiveId" clId="{C43683D0-D4D9-4BED-9220-AD1E10ADF921}" dt="2020-04-27T02:29:50.468" v="11723"/>
        <pc:sldMkLst>
          <pc:docMk/>
          <pc:sldMk cId="3177499770" sldId="1173"/>
        </pc:sldMkLst>
      </pc:sldChg>
      <pc:sldChg chg="add">
        <pc:chgData name="park sehun" userId="a5dd5dda71ea150a" providerId="LiveId" clId="{C43683D0-D4D9-4BED-9220-AD1E10ADF921}" dt="2020-04-27T02:29:58.740" v="11724"/>
        <pc:sldMkLst>
          <pc:docMk/>
          <pc:sldMk cId="2106983602" sldId="1177"/>
        </pc:sldMkLst>
      </pc:sldChg>
      <pc:sldChg chg="del">
        <pc:chgData name="park sehun" userId="a5dd5dda71ea150a" providerId="LiveId" clId="{C43683D0-D4D9-4BED-9220-AD1E10ADF921}" dt="2020-04-23T06:05:25.562" v="8756" actId="47"/>
        <pc:sldMkLst>
          <pc:docMk/>
          <pc:sldMk cId="1112830151" sldId="1192"/>
        </pc:sldMkLst>
      </pc:sldChg>
      <pc:sldChg chg="addSp delSp modSp add">
        <pc:chgData name="park sehun" userId="a5dd5dda71ea150a" providerId="LiveId" clId="{C43683D0-D4D9-4BED-9220-AD1E10ADF921}" dt="2020-04-23T05:41:35.955" v="7931" actId="1036"/>
        <pc:sldMkLst>
          <pc:docMk/>
          <pc:sldMk cId="1883614509" sldId="1194"/>
        </pc:sldMkLst>
        <pc:spChg chg="mod">
          <ac:chgData name="park sehun" userId="a5dd5dda71ea150a" providerId="LiveId" clId="{C43683D0-D4D9-4BED-9220-AD1E10ADF921}" dt="2020-04-23T05:41:35.955" v="7931" actId="1036"/>
          <ac:spMkLst>
            <pc:docMk/>
            <pc:sldMk cId="1883614509" sldId="1194"/>
            <ac:spMk id="4" creationId="{9DA76C4A-1B38-4C07-A24B-3F7114B667CD}"/>
          </ac:spMkLst>
        </pc:spChg>
        <pc:spChg chg="add mod">
          <ac:chgData name="park sehun" userId="a5dd5dda71ea150a" providerId="LiveId" clId="{C43683D0-D4D9-4BED-9220-AD1E10ADF921}" dt="2020-04-23T05:28:11.769" v="7084" actId="1076"/>
          <ac:spMkLst>
            <pc:docMk/>
            <pc:sldMk cId="1883614509" sldId="1194"/>
            <ac:spMk id="31" creationId="{6B8D8EBD-40DD-4258-826B-C8A548C48E36}"/>
          </ac:spMkLst>
        </pc:spChg>
        <pc:spChg chg="add mod">
          <ac:chgData name="park sehun" userId="a5dd5dda71ea150a" providerId="LiveId" clId="{C43683D0-D4D9-4BED-9220-AD1E10ADF921}" dt="2020-04-23T05:39:00.358" v="7771" actId="1076"/>
          <ac:spMkLst>
            <pc:docMk/>
            <pc:sldMk cId="1883614509" sldId="1194"/>
            <ac:spMk id="38" creationId="{06AF87D0-D603-44F7-AEB6-7363D8AC5F18}"/>
          </ac:spMkLst>
        </pc:spChg>
        <pc:spChg chg="add mod">
          <ac:chgData name="park sehun" userId="a5dd5dda71ea150a" providerId="LiveId" clId="{C43683D0-D4D9-4BED-9220-AD1E10ADF921}" dt="2020-04-23T05:24:54.119" v="7059" actId="1076"/>
          <ac:spMkLst>
            <pc:docMk/>
            <pc:sldMk cId="1883614509" sldId="1194"/>
            <ac:spMk id="44" creationId="{73B166D3-BFE0-4EFA-A2EB-FABA3FB98657}"/>
          </ac:spMkLst>
        </pc:spChg>
        <pc:spChg chg="add mod">
          <ac:chgData name="park sehun" userId="a5dd5dda71ea150a" providerId="LiveId" clId="{C43683D0-D4D9-4BED-9220-AD1E10ADF921}" dt="2020-04-23T05:31:45.748" v="7361" actId="1038"/>
          <ac:spMkLst>
            <pc:docMk/>
            <pc:sldMk cId="1883614509" sldId="1194"/>
            <ac:spMk id="45" creationId="{645D5074-6A8C-41A5-8366-6D81A7F929E4}"/>
          </ac:spMkLst>
        </pc:spChg>
        <pc:spChg chg="add mod">
          <ac:chgData name="park sehun" userId="a5dd5dda71ea150a" providerId="LiveId" clId="{C43683D0-D4D9-4BED-9220-AD1E10ADF921}" dt="2020-04-23T05:23:30.284" v="7048" actId="1035"/>
          <ac:spMkLst>
            <pc:docMk/>
            <pc:sldMk cId="1883614509" sldId="1194"/>
            <ac:spMk id="46" creationId="{FBA52EF9-5C05-474B-A2BE-51D2D96F5A6E}"/>
          </ac:spMkLst>
        </pc:spChg>
        <pc:spChg chg="add mod">
          <ac:chgData name="park sehun" userId="a5dd5dda71ea150a" providerId="LiveId" clId="{C43683D0-D4D9-4BED-9220-AD1E10ADF921}" dt="2020-04-23T05:31:49.003" v="7364" actId="1038"/>
          <ac:spMkLst>
            <pc:docMk/>
            <pc:sldMk cId="1883614509" sldId="1194"/>
            <ac:spMk id="48" creationId="{23E0BB82-7A65-4E78-B5B7-C5A6C8E2C4C5}"/>
          </ac:spMkLst>
        </pc:spChg>
        <pc:spChg chg="add mod">
          <ac:chgData name="park sehun" userId="a5dd5dda71ea150a" providerId="LiveId" clId="{C43683D0-D4D9-4BED-9220-AD1E10ADF921}" dt="2020-04-23T05:34:50.597" v="7523" actId="1035"/>
          <ac:spMkLst>
            <pc:docMk/>
            <pc:sldMk cId="1883614509" sldId="1194"/>
            <ac:spMk id="50" creationId="{252913A6-9E42-4E81-ADBD-B2936903EE91}"/>
          </ac:spMkLst>
        </pc:spChg>
        <pc:spChg chg="mod">
          <ac:chgData name="park sehun" userId="a5dd5dda71ea150a" providerId="LiveId" clId="{C43683D0-D4D9-4BED-9220-AD1E10ADF921}" dt="2020-04-23T05:41:26.269" v="7915" actId="20577"/>
          <ac:spMkLst>
            <pc:docMk/>
            <pc:sldMk cId="1883614509" sldId="1194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3T05:17:54.557" v="6788" actId="478"/>
          <ac:spMkLst>
            <pc:docMk/>
            <pc:sldMk cId="1883614509" sldId="1194"/>
            <ac:spMk id="82" creationId="{A05A5C14-BDAD-4191-88FF-22A6514529FF}"/>
          </ac:spMkLst>
        </pc:spChg>
        <pc:spChg chg="mod">
          <ac:chgData name="park sehun" userId="a5dd5dda71ea150a" providerId="LiveId" clId="{C43683D0-D4D9-4BED-9220-AD1E10ADF921}" dt="2020-04-23T05:17:45.972" v="6787" actId="1076"/>
          <ac:spMkLst>
            <pc:docMk/>
            <pc:sldMk cId="1883614509" sldId="1194"/>
            <ac:spMk id="62466" creationId="{00000000-0000-0000-0000-000000000000}"/>
          </ac:spMkLst>
        </pc:spChg>
        <pc:graphicFrameChg chg="add mod modGraphic">
          <ac:chgData name="park sehun" userId="a5dd5dda71ea150a" providerId="LiveId" clId="{C43683D0-D4D9-4BED-9220-AD1E10ADF921}" dt="2020-04-23T05:36:57.074" v="7687" actId="20577"/>
          <ac:graphicFrameMkLst>
            <pc:docMk/>
            <pc:sldMk cId="1883614509" sldId="1194"/>
            <ac:graphicFrameMk id="36" creationId="{4E4FB4C6-424E-4D97-BE94-5532B1E8DB6A}"/>
          </ac:graphicFrameMkLst>
        </pc:graphicFrameChg>
        <pc:graphicFrameChg chg="add mod modGraphic">
          <ac:chgData name="park sehun" userId="a5dd5dda71ea150a" providerId="LiveId" clId="{C43683D0-D4D9-4BED-9220-AD1E10ADF921}" dt="2020-04-23T05:31:10.924" v="7343" actId="1038"/>
          <ac:graphicFrameMkLst>
            <pc:docMk/>
            <pc:sldMk cId="1883614509" sldId="1194"/>
            <ac:graphicFrameMk id="37" creationId="{00C16E2C-4851-40AF-B6A1-0AD71BDF27A5}"/>
          </ac:graphicFrameMkLst>
        </pc:graphicFrameChg>
        <pc:graphicFrameChg chg="mod modGraphic">
          <ac:chgData name="park sehun" userId="a5dd5dda71ea150a" providerId="LiveId" clId="{C43683D0-D4D9-4BED-9220-AD1E10ADF921}" dt="2020-04-23T05:28:45.524" v="7106" actId="1038"/>
          <ac:graphicFrameMkLst>
            <pc:docMk/>
            <pc:sldMk cId="1883614509" sldId="1194"/>
            <ac:graphicFrameMk id="40" creationId="{ECAD3212-31C3-4336-A475-6FA93CC392A5}"/>
          </ac:graphicFrameMkLst>
        </pc:graphicFrameChg>
        <pc:graphicFrameChg chg="mod modGraphic">
          <ac:chgData name="park sehun" userId="a5dd5dda71ea150a" providerId="LiveId" clId="{C43683D0-D4D9-4BED-9220-AD1E10ADF921}" dt="2020-04-23T05:38:54.939" v="7770" actId="20577"/>
          <ac:graphicFrameMkLst>
            <pc:docMk/>
            <pc:sldMk cId="1883614509" sldId="1194"/>
            <ac:graphicFrameMk id="41" creationId="{6309DDD5-0FFC-44D1-A3AC-BA5760A1D84F}"/>
          </ac:graphicFrameMkLst>
        </pc:graphicFrameChg>
        <pc:graphicFrameChg chg="del">
          <ac:chgData name="park sehun" userId="a5dd5dda71ea150a" providerId="LiveId" clId="{C43683D0-D4D9-4BED-9220-AD1E10ADF921}" dt="2020-04-23T05:17:39.669" v="6786" actId="478"/>
          <ac:graphicFrameMkLst>
            <pc:docMk/>
            <pc:sldMk cId="1883614509" sldId="1194"/>
            <ac:graphicFrameMk id="53" creationId="{671A8770-D518-46A1-9270-E031DE3D2678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55" creationId="{E9DCCBAA-2F45-48FE-AAC9-86936C6F9628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61" creationId="{92D54372-B38B-4804-AAAD-B4A39725A31A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72" creationId="{59410FA4-4444-43C1-A3B0-C3B8A1D1F161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77" creationId="{23BA5172-A8B1-4AB5-90DC-08C660A848C0}"/>
          </ac:graphicFrameMkLst>
        </pc:graphicFrameChg>
        <pc:graphicFrameChg chg="del">
          <ac:chgData name="park sehun" userId="a5dd5dda71ea150a" providerId="LiveId" clId="{C43683D0-D4D9-4BED-9220-AD1E10ADF921}" dt="2020-04-23T05:17:54.557" v="6788" actId="478"/>
          <ac:graphicFrameMkLst>
            <pc:docMk/>
            <pc:sldMk cId="1883614509" sldId="1194"/>
            <ac:graphicFrameMk id="78" creationId="{BEFA0AC7-61B9-4113-89E1-E481E407DB05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79" creationId="{1192350A-B3E3-443A-AF2F-D7017FCCC8EA}"/>
          </ac:graphicFrameMkLst>
        </pc:graphicFrameChg>
        <pc:graphicFrameChg chg="del">
          <ac:chgData name="park sehun" userId="a5dd5dda71ea150a" providerId="LiveId" clId="{C43683D0-D4D9-4BED-9220-AD1E10ADF921}" dt="2020-04-23T05:29:45.945" v="7227" actId="478"/>
          <ac:graphicFrameMkLst>
            <pc:docMk/>
            <pc:sldMk cId="1883614509" sldId="1194"/>
            <ac:graphicFrameMk id="85" creationId="{3372C960-1782-412A-8D9C-FF1E89892C78}"/>
          </ac:graphicFrameMkLst>
        </pc:graphicFrameChg>
        <pc:graphicFrameChg chg="del">
          <ac:chgData name="park sehun" userId="a5dd5dda71ea150a" providerId="LiveId" clId="{C43683D0-D4D9-4BED-9220-AD1E10ADF921}" dt="2020-04-23T05:21:06.065" v="6950" actId="21"/>
          <ac:graphicFrameMkLst>
            <pc:docMk/>
            <pc:sldMk cId="1883614509" sldId="1194"/>
            <ac:graphicFrameMk id="88" creationId="{51CBD5D6-D02C-4C15-97DD-9AF4C1931B47}"/>
          </ac:graphicFrameMkLst>
        </pc:graphicFrameChg>
        <pc:cxnChg chg="mod">
          <ac:chgData name="park sehun" userId="a5dd5dda71ea150a" providerId="LiveId" clId="{C43683D0-D4D9-4BED-9220-AD1E10ADF921}" dt="2020-04-23T05:38:07.312" v="7749" actId="14100"/>
          <ac:cxnSpMkLst>
            <pc:docMk/>
            <pc:sldMk cId="1883614509" sldId="1194"/>
            <ac:cxnSpMk id="42" creationId="{004DC728-ED79-41D6-B30D-E24AA588478B}"/>
          </ac:cxnSpMkLst>
        </pc:cxnChg>
        <pc:cxnChg chg="add mod">
          <ac:chgData name="park sehun" userId="a5dd5dda71ea150a" providerId="LiveId" clId="{C43683D0-D4D9-4BED-9220-AD1E10ADF921}" dt="2020-04-23T05:31:40.733" v="7353" actId="1038"/>
          <ac:cxnSpMkLst>
            <pc:docMk/>
            <pc:sldMk cId="1883614509" sldId="1194"/>
            <ac:cxnSpMk id="49" creationId="{D2061183-64CC-477F-90E7-E8A64608C557}"/>
          </ac:cxnSpMkLst>
        </pc:cxnChg>
        <pc:cxnChg chg="mod">
          <ac:chgData name="park sehun" userId="a5dd5dda71ea150a" providerId="LiveId" clId="{C43683D0-D4D9-4BED-9220-AD1E10ADF921}" dt="2020-04-23T05:31:10.924" v="7343" actId="1038"/>
          <ac:cxnSpMkLst>
            <pc:docMk/>
            <pc:sldMk cId="1883614509" sldId="1194"/>
            <ac:cxnSpMk id="63" creationId="{8D5F7D45-9904-45EE-A102-12D41C74B10D}"/>
          </ac:cxnSpMkLst>
        </pc:cxnChg>
        <pc:cxnChg chg="del">
          <ac:chgData name="park sehun" userId="a5dd5dda71ea150a" providerId="LiveId" clId="{C43683D0-D4D9-4BED-9220-AD1E10ADF921}" dt="2020-04-23T05:17:54.557" v="6788" actId="478"/>
          <ac:cxnSpMkLst>
            <pc:docMk/>
            <pc:sldMk cId="1883614509" sldId="1194"/>
            <ac:cxnSpMk id="71" creationId="{49A2843E-4F4D-453D-80C0-58DBDB7805E9}"/>
          </ac:cxnSpMkLst>
        </pc:cxnChg>
        <pc:cxnChg chg="del mod">
          <ac:chgData name="park sehun" userId="a5dd5dda71ea150a" providerId="LiveId" clId="{C43683D0-D4D9-4BED-9220-AD1E10ADF921}" dt="2020-04-23T05:18:37.594" v="6795" actId="478"/>
          <ac:cxnSpMkLst>
            <pc:docMk/>
            <pc:sldMk cId="1883614509" sldId="1194"/>
            <ac:cxnSpMk id="75" creationId="{4946B02F-C4F0-4E80-B56E-ABDE9C178B05}"/>
          </ac:cxnSpMkLst>
        </pc:cxnChg>
        <pc:cxnChg chg="mod">
          <ac:chgData name="park sehun" userId="a5dd5dda71ea150a" providerId="LiveId" clId="{C43683D0-D4D9-4BED-9220-AD1E10ADF921}" dt="2020-04-23T05:39:00.358" v="7771" actId="1076"/>
          <ac:cxnSpMkLst>
            <pc:docMk/>
            <pc:sldMk cId="1883614509" sldId="1194"/>
            <ac:cxnSpMk id="80" creationId="{456E2CB4-E9F5-41BE-A16A-47B5B8E81E67}"/>
          </ac:cxnSpMkLst>
        </pc:cxnChg>
        <pc:cxnChg chg="del">
          <ac:chgData name="park sehun" userId="a5dd5dda71ea150a" providerId="LiveId" clId="{C43683D0-D4D9-4BED-9220-AD1E10ADF921}" dt="2020-04-23T05:17:54.557" v="6788" actId="478"/>
          <ac:cxnSpMkLst>
            <pc:docMk/>
            <pc:sldMk cId="1883614509" sldId="1194"/>
            <ac:cxnSpMk id="83" creationId="{5911E639-9C59-4BFB-B433-B25003DDEBDE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4" creationId="{7FA37833-9B2B-4DA6-9821-5B52080EAACA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6" creationId="{0550E0FA-88DF-4726-85B7-2198F55EB086}"/>
          </ac:cxnSpMkLst>
        </pc:cxnChg>
        <pc:cxnChg chg="del mod">
          <ac:chgData name="park sehun" userId="a5dd5dda71ea150a" providerId="LiveId" clId="{C43683D0-D4D9-4BED-9220-AD1E10ADF921}" dt="2020-04-23T05:29:45.945" v="7227" actId="478"/>
          <ac:cxnSpMkLst>
            <pc:docMk/>
            <pc:sldMk cId="1883614509" sldId="1194"/>
            <ac:cxnSpMk id="87" creationId="{6BB07642-AF4D-496C-91C6-7A9AC05FBD95}"/>
          </ac:cxnSpMkLst>
        </pc:cxnChg>
        <pc:cxnChg chg="mod">
          <ac:chgData name="park sehun" userId="a5dd5dda71ea150a" providerId="LiveId" clId="{C43683D0-D4D9-4BED-9220-AD1E10ADF921}" dt="2020-04-23T05:29:20.205" v="7191" actId="1038"/>
          <ac:cxnSpMkLst>
            <pc:docMk/>
            <pc:sldMk cId="1883614509" sldId="1194"/>
            <ac:cxnSpMk id="89" creationId="{42672B5F-02FB-4060-AC79-EF6C7B22DA8F}"/>
          </ac:cxnSpMkLst>
        </pc:cxnChg>
        <pc:cxnChg chg="mod">
          <ac:chgData name="park sehun" userId="a5dd5dda71ea150a" providerId="LiveId" clId="{C43683D0-D4D9-4BED-9220-AD1E10ADF921}" dt="2020-04-23T05:38:07.312" v="7749" actId="14100"/>
          <ac:cxnSpMkLst>
            <pc:docMk/>
            <pc:sldMk cId="1883614509" sldId="1194"/>
            <ac:cxnSpMk id="91" creationId="{87A08DE2-AC4A-4A32-9F06-5CD87D138443}"/>
          </ac:cxnSpMkLst>
        </pc:cxnChg>
      </pc:sldChg>
      <pc:sldChg chg="del">
        <pc:chgData name="park sehun" userId="a5dd5dda71ea150a" providerId="LiveId" clId="{C43683D0-D4D9-4BED-9220-AD1E10ADF921}" dt="2020-04-27T02:40:27.752" v="11725" actId="2696"/>
        <pc:sldMkLst>
          <pc:docMk/>
          <pc:sldMk cId="3673328656" sldId="1197"/>
        </pc:sldMkLst>
      </pc:sldChg>
      <pc:sldChg chg="add">
        <pc:chgData name="park sehun" userId="a5dd5dda71ea150a" providerId="LiveId" clId="{C43683D0-D4D9-4BED-9220-AD1E10ADF921}" dt="2020-04-27T02:40:30.442" v="11726"/>
        <pc:sldMkLst>
          <pc:docMk/>
          <pc:sldMk cId="3947405510" sldId="1197"/>
        </pc:sldMkLst>
      </pc:sldChg>
      <pc:sldChg chg="modSp del">
        <pc:chgData name="park sehun" userId="a5dd5dda71ea150a" providerId="LiveId" clId="{C43683D0-D4D9-4BED-9220-AD1E10ADF921}" dt="2020-04-20T02:34:25.953" v="348" actId="2696"/>
        <pc:sldMkLst>
          <pc:docMk/>
          <pc:sldMk cId="2174125512" sldId="1200"/>
        </pc:sldMkLst>
        <pc:spChg chg="mod">
          <ac:chgData name="park sehun" userId="a5dd5dda71ea150a" providerId="LiveId" clId="{C43683D0-D4D9-4BED-9220-AD1E10ADF921}" dt="2020-04-20T02:31:13.868" v="310" actId="14100"/>
          <ac:spMkLst>
            <pc:docMk/>
            <pc:sldMk cId="2174125512" sldId="1200"/>
            <ac:spMk id="53" creationId="{F2B44A66-F63F-4489-A2DB-F7E798DAEAC5}"/>
          </ac:spMkLst>
        </pc:spChg>
      </pc:sldChg>
      <pc:sldChg chg="modSp add">
        <pc:chgData name="park sehun" userId="a5dd5dda71ea150a" providerId="LiveId" clId="{C43683D0-D4D9-4BED-9220-AD1E10ADF921}" dt="2020-04-20T05:33:08.239" v="4013" actId="1076"/>
        <pc:sldMkLst>
          <pc:docMk/>
          <pc:sldMk cId="2200675376" sldId="1200"/>
        </pc:sldMkLst>
        <pc:spChg chg="mod">
          <ac:chgData name="park sehun" userId="a5dd5dda71ea150a" providerId="LiveId" clId="{C43683D0-D4D9-4BED-9220-AD1E10ADF921}" dt="2020-04-20T05:33:08.239" v="4013" actId="1076"/>
          <ac:spMkLst>
            <pc:docMk/>
            <pc:sldMk cId="2200675376" sldId="1200"/>
            <ac:spMk id="40" creationId="{067DF4BC-D816-476B-B6CF-496EC5944DAE}"/>
          </ac:spMkLst>
        </pc:spChg>
        <pc:spChg chg="mod">
          <ac:chgData name="park sehun" userId="a5dd5dda71ea150a" providerId="LiveId" clId="{C43683D0-D4D9-4BED-9220-AD1E10ADF921}" dt="2020-04-20T05:33:05.685" v="4012" actId="1076"/>
          <ac:spMkLst>
            <pc:docMk/>
            <pc:sldMk cId="2200675376" sldId="1200"/>
            <ac:spMk id="41" creationId="{C92C3A17-9069-46C5-BD77-77274CF61402}"/>
          </ac:spMkLst>
        </pc:spChg>
      </pc:sldChg>
      <pc:sldChg chg="addSp modSp add">
        <pc:chgData name="park sehun" userId="a5dd5dda71ea150a" providerId="LiveId" clId="{C43683D0-D4D9-4BED-9220-AD1E10ADF921}" dt="2020-04-23T06:03:28.221" v="8755" actId="14100"/>
        <pc:sldMkLst>
          <pc:docMk/>
          <pc:sldMk cId="1897634802" sldId="1201"/>
        </pc:sldMkLst>
        <pc:spChg chg="add mod">
          <ac:chgData name="park sehun" userId="a5dd5dda71ea150a" providerId="LiveId" clId="{C43683D0-D4D9-4BED-9220-AD1E10ADF921}" dt="2020-04-23T06:00:08.363" v="8741" actId="20577"/>
          <ac:spMkLst>
            <pc:docMk/>
            <pc:sldMk cId="1897634802" sldId="1201"/>
            <ac:spMk id="5" creationId="{A50BE466-E55C-455B-A76F-E27140400DA0}"/>
          </ac:spMkLst>
        </pc:spChg>
        <pc:graphicFrameChg chg="add mod modGraphic">
          <ac:chgData name="park sehun" userId="a5dd5dda71ea150a" providerId="LiveId" clId="{C43683D0-D4D9-4BED-9220-AD1E10ADF921}" dt="2020-04-23T06:03:28.221" v="8755" actId="14100"/>
          <ac:graphicFrameMkLst>
            <pc:docMk/>
            <pc:sldMk cId="1897634802" sldId="1201"/>
            <ac:graphicFrameMk id="2" creationId="{40EAE69F-E975-4FE7-BCD1-63BB78192797}"/>
          </ac:graphicFrameMkLst>
        </pc:graphicFrameChg>
      </pc:sldChg>
      <pc:sldChg chg="delSp modSp del">
        <pc:chgData name="park sehun" userId="a5dd5dda71ea150a" providerId="LiveId" clId="{C43683D0-D4D9-4BED-9220-AD1E10ADF921}" dt="2020-04-20T06:05:00.748" v="5446" actId="2696"/>
        <pc:sldMkLst>
          <pc:docMk/>
          <pc:sldMk cId="3465176172" sldId="1201"/>
        </pc:sldMkLst>
        <pc:spChg chg="del">
          <ac:chgData name="park sehun" userId="a5dd5dda71ea150a" providerId="LiveId" clId="{C43683D0-D4D9-4BED-9220-AD1E10ADF921}" dt="2020-04-09T03:01:56.206" v="257" actId="478"/>
          <ac:spMkLst>
            <pc:docMk/>
            <pc:sldMk cId="3465176172" sldId="1201"/>
            <ac:spMk id="51" creationId="{6E497FE8-ACB2-4270-AE46-10B163AEEAD0}"/>
          </ac:spMkLst>
        </pc:spChg>
        <pc:spChg chg="del">
          <ac:chgData name="park sehun" userId="a5dd5dda71ea150a" providerId="LiveId" clId="{C43683D0-D4D9-4BED-9220-AD1E10ADF921}" dt="2020-04-09T03:01:44.655" v="256" actId="478"/>
          <ac:spMkLst>
            <pc:docMk/>
            <pc:sldMk cId="3465176172" sldId="1201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09T03:01:33.704" v="255" actId="20577"/>
          <ac:spMkLst>
            <pc:docMk/>
            <pc:sldMk cId="3465176172" sldId="1201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09T03:02:31.695" v="266" actId="6549"/>
          <ac:spMkLst>
            <pc:docMk/>
            <pc:sldMk cId="3465176172" sldId="1201"/>
            <ac:spMk id="62466" creationId="{00000000-0000-0000-0000-000000000000}"/>
          </ac:spMkLst>
        </pc:spChg>
        <pc:cxnChg chg="mod">
          <ac:chgData name="park sehun" userId="a5dd5dda71ea150a" providerId="LiveId" clId="{C43683D0-D4D9-4BED-9220-AD1E10ADF921}" dt="2020-04-09T03:02:01.578" v="265" actId="1036"/>
          <ac:cxnSpMkLst>
            <pc:docMk/>
            <pc:sldMk cId="3465176172" sldId="1201"/>
            <ac:cxnSpMk id="16" creationId="{6F9B0103-0B6F-464E-A331-2D9AE93B5EC2}"/>
          </ac:cxnSpMkLst>
        </pc:cxnChg>
      </pc:sldChg>
      <pc:sldChg chg="del">
        <pc:chgData name="park sehun" userId="a5dd5dda71ea150a" providerId="LiveId" clId="{C43683D0-D4D9-4BED-9220-AD1E10ADF921}" dt="2020-04-20T06:59:06.247" v="6150" actId="47"/>
        <pc:sldMkLst>
          <pc:docMk/>
          <pc:sldMk cId="2557724074" sldId="1202"/>
        </pc:sldMkLst>
      </pc:sldChg>
      <pc:sldChg chg="modSp">
        <pc:chgData name="park sehun" userId="a5dd5dda71ea150a" providerId="LiveId" clId="{C43683D0-D4D9-4BED-9220-AD1E10ADF921}" dt="2020-04-20T07:01:39.563" v="6263" actId="20577"/>
        <pc:sldMkLst>
          <pc:docMk/>
          <pc:sldMk cId="1403437371" sldId="1203"/>
        </pc:sldMkLst>
        <pc:spChg chg="mod">
          <ac:chgData name="park sehun" userId="a5dd5dda71ea150a" providerId="LiveId" clId="{C43683D0-D4D9-4BED-9220-AD1E10ADF921}" dt="2020-04-20T07:01:39.563" v="6263" actId="20577"/>
          <ac:spMkLst>
            <pc:docMk/>
            <pc:sldMk cId="1403437371" sldId="1203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6:36:03.808" v="5449" actId="6549"/>
          <ac:spMkLst>
            <pc:docMk/>
            <pc:sldMk cId="1403437371" sldId="1203"/>
            <ac:spMk id="62466" creationId="{00000000-0000-0000-0000-000000000000}"/>
          </ac:spMkLst>
        </pc:spChg>
      </pc:sldChg>
      <pc:sldChg chg="addSp modSp">
        <pc:chgData name="park sehun" userId="a5dd5dda71ea150a" providerId="LiveId" clId="{C43683D0-D4D9-4BED-9220-AD1E10ADF921}" dt="2020-04-20T06:38:54.893" v="5668" actId="1037"/>
        <pc:sldMkLst>
          <pc:docMk/>
          <pc:sldMk cId="3166953388" sldId="1205"/>
        </pc:sldMkLst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29" creationId="{B905D88A-DEF2-4395-816E-0E8DB9210F39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44" creationId="{390CF0EA-5978-4C4F-A088-2D4C70EBC793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6:37:14.389" v="5548" actId="6549"/>
          <ac:spMkLst>
            <pc:docMk/>
            <pc:sldMk cId="3166953388" sldId="1205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6:37:19.349" v="5551" actId="1035"/>
          <ac:spMkLst>
            <pc:docMk/>
            <pc:sldMk cId="3166953388" sldId="1205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0T06:37:19.349" v="5551" actId="1035"/>
          <ac:spMkLst>
            <pc:docMk/>
            <pc:sldMk cId="3166953388" sldId="1205"/>
            <ac:spMk id="66" creationId="{186D568E-3C76-4B43-8ACD-7EFA2134FAAA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67" creationId="{E0764F22-D0C3-4645-90C2-1F683D54B16B}"/>
          </ac:spMkLst>
        </pc:spChg>
        <pc:spChg chg="mod">
          <ac:chgData name="park sehun" userId="a5dd5dda71ea150a" providerId="LiveId" clId="{C43683D0-D4D9-4BED-9220-AD1E10ADF921}" dt="2020-04-20T06:37:29.884" v="5565" actId="1036"/>
          <ac:spMkLst>
            <pc:docMk/>
            <pc:sldMk cId="3166953388" sldId="1205"/>
            <ac:spMk id="79" creationId="{A951E3B4-AD16-48AC-955D-E4A7EBE0EAD8}"/>
          </ac:spMkLst>
        </pc:spChg>
        <pc:spChg chg="mod">
          <ac:chgData name="park sehun" userId="a5dd5dda71ea150a" providerId="LiveId" clId="{C43683D0-D4D9-4BED-9220-AD1E10ADF921}" dt="2020-04-20T06:36:28.465" v="5453" actId="20577"/>
          <ac:spMkLst>
            <pc:docMk/>
            <pc:sldMk cId="3166953388" sldId="1205"/>
            <ac:spMk id="62466" creationId="{00000000-0000-0000-0000-000000000000}"/>
          </ac:spMkLst>
        </pc:sp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2" creationId="{B38F4016-3A99-4D13-A24F-D2CE37D0F7CF}"/>
          </ac:graphicFrameMkLst>
        </pc:graphicFrameChg>
        <pc:graphicFrameChg chg="add mod modGraphic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3" creationId="{425057D4-8B04-45BF-848C-E099E6C4F679}"/>
          </ac:graphicFrameMkLst>
        </pc:graphicFrameChg>
        <pc:graphicFrameChg chg="add mod">
          <ac:chgData name="park sehun" userId="a5dd5dda71ea150a" providerId="LiveId" clId="{C43683D0-D4D9-4BED-9220-AD1E10ADF921}" dt="2020-04-20T06:38:54.893" v="5668" actId="1037"/>
          <ac:graphicFrameMkLst>
            <pc:docMk/>
            <pc:sldMk cId="3166953388" sldId="1205"/>
            <ac:graphicFrameMk id="45" creationId="{D42FCB12-D95D-4637-AEFB-A5B46FFFE69E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49" creationId="{7D6C96EB-DF84-403B-8082-150F2D6B09E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2" creationId="{AA3823FD-3347-4382-8970-CB5BB1CBF4C3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7" creationId="{FE446AD7-D469-498B-A0BC-714AE4F3A239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58" creationId="{F967257F-3565-478C-9674-5339408F3497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68" creationId="{6009DEB4-06BB-4D4C-B5A2-BC6924AEC812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69" creationId="{04BC5D41-31C6-49D6-9270-3C3A6E74A819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70" creationId="{362FCB37-2BC2-46E0-ABB8-8DFFA973F46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72" creationId="{5440D69C-441C-4618-BB44-0AA8626259F6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0" creationId="{0AFC8000-C27F-4D54-B01C-4EF5AEBE818F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1" creationId="{5369E0A6-C624-4A29-8BE0-169F30F525B8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2" creationId="{47E92242-4430-49C4-8D29-0A5244A65937}"/>
          </ac:graphicFrameMkLst>
        </pc:graphicFrameChg>
        <pc:graphicFrameChg chg="mod">
          <ac:chgData name="park sehun" userId="a5dd5dda71ea150a" providerId="LiveId" clId="{C43683D0-D4D9-4BED-9220-AD1E10ADF921}" dt="2020-04-20T06:37:29.884" v="5565" actId="1036"/>
          <ac:graphicFrameMkLst>
            <pc:docMk/>
            <pc:sldMk cId="3166953388" sldId="1205"/>
            <ac:graphicFrameMk id="83" creationId="{7667D68B-90C5-46B4-B3C6-AB3605E4B218}"/>
          </ac:graphicFrameMkLst>
        </pc:graphicFrame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12" creationId="{B8AA127B-AD8A-42FE-824A-2F28744C5A72}"/>
          </ac:cxnSpMkLst>
        </pc:cxnChg>
        <pc:cxnChg chg="mod">
          <ac:chgData name="park sehun" userId="a5dd5dda71ea150a" providerId="LiveId" clId="{C43683D0-D4D9-4BED-9220-AD1E10ADF921}" dt="2020-04-20T06:37:24.924" v="5560" actId="1035"/>
          <ac:cxnSpMkLst>
            <pc:docMk/>
            <pc:sldMk cId="3166953388" sldId="1205"/>
            <ac:cxnSpMk id="16" creationId="{6F9B0103-0B6F-464E-A331-2D9AE93B5EC2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59" creationId="{65D8F20C-26B9-4A3C-B31E-D491E42800BA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60" creationId="{87CF2606-D3D7-4684-A78C-BF2C8365B1E8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62" creationId="{16ABFDED-741C-40AE-81EE-8A14ACF41FB8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3" creationId="{9A30E74A-F850-49D1-B1D5-E541933E6D16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4" creationId="{99956735-793C-4DC4-97B1-A91B98698BC5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75" creationId="{24008AEB-51C2-4C6E-B644-50D3B568CF5D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4" creationId="{DDC63F22-04D0-480A-962A-4F0B490306F6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5" creationId="{FADA253E-6EFD-463B-A75B-7C3D9E56C7A5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6" creationId="{4C24C48F-48EA-46D3-B2EB-84F57560054B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7" creationId="{DF47BA7A-5D49-4766-80E6-8C0E2040B184}"/>
          </ac:cxnSpMkLst>
        </pc:cxnChg>
        <pc:cxnChg chg="mod">
          <ac:chgData name="park sehun" userId="a5dd5dda71ea150a" providerId="LiveId" clId="{C43683D0-D4D9-4BED-9220-AD1E10ADF921}" dt="2020-04-20T06:37:29.884" v="5565" actId="1036"/>
          <ac:cxnSpMkLst>
            <pc:docMk/>
            <pc:sldMk cId="3166953388" sldId="1205"/>
            <ac:cxnSpMk id="88" creationId="{097B7E9B-ACE1-48EB-AA3D-37AA74F1163E}"/>
          </ac:cxnSpMkLst>
        </pc:cxnChg>
      </pc:sldChg>
      <pc:sldChg chg="del">
        <pc:chgData name="park sehun" userId="a5dd5dda71ea150a" providerId="LiveId" clId="{C43683D0-D4D9-4BED-9220-AD1E10ADF921}" dt="2020-04-20T06:55:23.363" v="6149" actId="47"/>
        <pc:sldMkLst>
          <pc:docMk/>
          <pc:sldMk cId="4108517493" sldId="1207"/>
        </pc:sldMkLst>
      </pc:sldChg>
      <pc:sldChg chg="addSp delSp modSp add delAnim modNotesTx">
        <pc:chgData name="park sehun" userId="a5dd5dda71ea150a" providerId="LiveId" clId="{C43683D0-D4D9-4BED-9220-AD1E10ADF921}" dt="2020-04-27T02:27:24.210" v="11722" actId="207"/>
        <pc:sldMkLst>
          <pc:docMk/>
          <pc:sldMk cId="3781453481" sldId="1208"/>
        </pc:sldMkLst>
        <pc:spChg chg="add del mod">
          <ac:chgData name="park sehun" userId="a5dd5dda71ea150a" providerId="LiveId" clId="{C43683D0-D4D9-4BED-9220-AD1E10ADF921}" dt="2020-04-20T02:33:19.095" v="314" actId="478"/>
          <ac:spMkLst>
            <pc:docMk/>
            <pc:sldMk cId="3781453481" sldId="1208"/>
            <ac:spMk id="3" creationId="{7E92A464-92F3-46F9-89E5-9EE133CDDD7F}"/>
          </ac:spMkLst>
        </pc:spChg>
        <pc:spChg chg="del">
          <ac:chgData name="park sehun" userId="a5dd5dda71ea150a" providerId="LiveId" clId="{C43683D0-D4D9-4BED-9220-AD1E10ADF921}" dt="2020-04-20T02:33:05.987" v="312" actId="478"/>
          <ac:spMkLst>
            <pc:docMk/>
            <pc:sldMk cId="3781453481" sldId="1208"/>
            <ac:spMk id="4" creationId="{9DA76C4A-1B38-4C07-A24B-3F7114B667CD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10" creationId="{F9AEA2BA-799E-470C-87A7-61505A44881D}"/>
          </ac:spMkLst>
        </pc:spChg>
        <pc:spChg chg="add del mod">
          <ac:chgData name="park sehun" userId="a5dd5dda71ea150a" providerId="LiveId" clId="{C43683D0-D4D9-4BED-9220-AD1E10ADF921}" dt="2020-04-20T02:50:08.269" v="1322" actId="478"/>
          <ac:spMkLst>
            <pc:docMk/>
            <pc:sldMk cId="3781453481" sldId="1208"/>
            <ac:spMk id="15" creationId="{D74D9933-032F-4482-9CA5-2301BD627F5B}"/>
          </ac:spMkLst>
        </pc:spChg>
        <pc:spChg chg="del mod">
          <ac:chgData name="park sehun" userId="a5dd5dda71ea150a" providerId="LiveId" clId="{C43683D0-D4D9-4BED-9220-AD1E10ADF921}" dt="2020-04-20T02:52:31.232" v="1471" actId="478"/>
          <ac:spMkLst>
            <pc:docMk/>
            <pc:sldMk cId="3781453481" sldId="1208"/>
            <ac:spMk id="29" creationId="{B905D88A-DEF2-4395-816E-0E8DB9210F39}"/>
          </ac:spMkLst>
        </pc:spChg>
        <pc:spChg chg="del mod">
          <ac:chgData name="park sehun" userId="a5dd5dda71ea150a" providerId="LiveId" clId="{C43683D0-D4D9-4BED-9220-AD1E10ADF921}" dt="2020-04-20T03:18:45.854" v="2420" actId="478"/>
          <ac:spMkLst>
            <pc:docMk/>
            <pc:sldMk cId="3781453481" sldId="1208"/>
            <ac:spMk id="32" creationId="{7B2A9D1B-6100-4E94-BE12-672593546DCC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40" creationId="{067DF4BC-D816-476B-B6CF-496EC5944DAE}"/>
          </ac:spMkLst>
        </pc:spChg>
        <pc:spChg chg="del mod">
          <ac:chgData name="park sehun" userId="a5dd5dda71ea150a" providerId="LiveId" clId="{C43683D0-D4D9-4BED-9220-AD1E10ADF921}" dt="2020-04-20T02:53:44.802" v="1475" actId="478"/>
          <ac:spMkLst>
            <pc:docMk/>
            <pc:sldMk cId="3781453481" sldId="1208"/>
            <ac:spMk id="41" creationId="{C92C3A17-9069-46C5-BD77-77274CF61402}"/>
          </ac:spMkLst>
        </pc:spChg>
        <pc:spChg chg="del mod">
          <ac:chgData name="park sehun" userId="a5dd5dda71ea150a" providerId="LiveId" clId="{C43683D0-D4D9-4BED-9220-AD1E10ADF921}" dt="2020-04-20T02:49:41.647" v="1317" actId="478"/>
          <ac:spMkLst>
            <pc:docMk/>
            <pc:sldMk cId="3781453481" sldId="1208"/>
            <ac:spMk id="42" creationId="{B1C9A060-973F-44B0-87E2-38BF88A3FD4E}"/>
          </ac:spMkLst>
        </pc:spChg>
        <pc:spChg chg="del mod">
          <ac:chgData name="park sehun" userId="a5dd5dda71ea150a" providerId="LiveId" clId="{C43683D0-D4D9-4BED-9220-AD1E10ADF921}" dt="2020-04-20T02:49:43.770" v="1318" actId="478"/>
          <ac:spMkLst>
            <pc:docMk/>
            <pc:sldMk cId="3781453481" sldId="1208"/>
            <ac:spMk id="43" creationId="{8EF3060A-A8CF-4439-A760-418616147283}"/>
          </ac:spMkLst>
        </pc:spChg>
        <pc:spChg chg="mod">
          <ac:chgData name="park sehun" userId="a5dd5dda71ea150a" providerId="LiveId" clId="{C43683D0-D4D9-4BED-9220-AD1E10ADF921}" dt="2020-04-20T02:43:33.294" v="1090" actId="1036"/>
          <ac:spMkLst>
            <pc:docMk/>
            <pc:sldMk cId="3781453481" sldId="1208"/>
            <ac:spMk id="44" creationId="{390CF0EA-5978-4C4F-A088-2D4C70EBC793}"/>
          </ac:spMkLst>
        </pc:spChg>
        <pc:spChg chg="del mod">
          <ac:chgData name="park sehun" userId="a5dd5dda71ea150a" providerId="LiveId" clId="{C43683D0-D4D9-4BED-9220-AD1E10ADF921}" dt="2020-04-20T02:51:00.319" v="1386" actId="478"/>
          <ac:spMkLst>
            <pc:docMk/>
            <pc:sldMk cId="3781453481" sldId="1208"/>
            <ac:spMk id="45" creationId="{A1B408C6-843F-4A9F-BBA4-416D9B02B161}"/>
          </ac:spMkLst>
        </pc:spChg>
        <pc:spChg chg="mod">
          <ac:chgData name="park sehun" userId="a5dd5dda71ea150a" providerId="LiveId" clId="{C43683D0-D4D9-4BED-9220-AD1E10ADF921}" dt="2020-04-20T02:43:33.294" v="1090" actId="1036"/>
          <ac:spMkLst>
            <pc:docMk/>
            <pc:sldMk cId="3781453481" sldId="1208"/>
            <ac:spMk id="47" creationId="{B2711BC8-8BBB-464D-923D-5476D78556CA}"/>
          </ac:spMkLst>
        </pc:spChg>
        <pc:spChg chg="del mod">
          <ac:chgData name="park sehun" userId="a5dd5dda71ea150a" providerId="LiveId" clId="{C43683D0-D4D9-4BED-9220-AD1E10ADF921}" dt="2020-04-20T03:18:20.186" v="2403" actId="478"/>
          <ac:spMkLst>
            <pc:docMk/>
            <pc:sldMk cId="3781453481" sldId="1208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5:28:33.710" v="4011" actId="20577"/>
          <ac:spMkLst>
            <pc:docMk/>
            <pc:sldMk cId="3781453481" sldId="1208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55" creationId="{03A165D2-3D2D-4C51-844B-512A16A883D0}"/>
          </ac:spMkLst>
        </pc:spChg>
        <pc:spChg chg="del mod">
          <ac:chgData name="park sehun" userId="a5dd5dda71ea150a" providerId="LiveId" clId="{C43683D0-D4D9-4BED-9220-AD1E10ADF921}" dt="2020-04-20T02:33:47.452" v="346" actId="478"/>
          <ac:spMkLst>
            <pc:docMk/>
            <pc:sldMk cId="3781453481" sldId="1208"/>
            <ac:spMk id="56" creationId="{BB41BF06-9C33-4E67-B580-716DF1A1550F}"/>
          </ac:spMkLst>
        </pc:spChg>
        <pc:spChg chg="add mod ord">
          <ac:chgData name="park sehun" userId="a5dd5dda71ea150a" providerId="LiveId" clId="{C43683D0-D4D9-4BED-9220-AD1E10ADF921}" dt="2020-04-27T02:07:33.631" v="11543" actId="167"/>
          <ac:spMkLst>
            <pc:docMk/>
            <pc:sldMk cId="3781453481" sldId="1208"/>
            <ac:spMk id="59" creationId="{0B92FDA9-F02A-4F3F-A708-912D2F2FF0A5}"/>
          </ac:spMkLst>
        </pc:spChg>
        <pc:spChg chg="add mod ord">
          <ac:chgData name="park sehun" userId="a5dd5dda71ea150a" providerId="LiveId" clId="{C43683D0-D4D9-4BED-9220-AD1E10ADF921}" dt="2020-04-27T02:07:33.975" v="11544" actId="167"/>
          <ac:spMkLst>
            <pc:docMk/>
            <pc:sldMk cId="3781453481" sldId="1208"/>
            <ac:spMk id="60" creationId="{0694F256-E96C-4DDD-89FF-9313D619D357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61" creationId="{564B67B8-3547-4D76-B4AD-EBE3D12F0D39}"/>
          </ac:spMkLst>
        </pc:spChg>
        <pc:spChg chg="add mod">
          <ac:chgData name="park sehun" userId="a5dd5dda71ea150a" providerId="LiveId" clId="{C43683D0-D4D9-4BED-9220-AD1E10ADF921}" dt="2020-04-20T05:34:47.271" v="4064" actId="5793"/>
          <ac:spMkLst>
            <pc:docMk/>
            <pc:sldMk cId="3781453481" sldId="1208"/>
            <ac:spMk id="62" creationId="{899E7FB2-A5EB-44DD-BEF4-A941E2E29CA4}"/>
          </ac:spMkLst>
        </pc:spChg>
        <pc:spChg chg="del mod">
          <ac:chgData name="park sehun" userId="a5dd5dda71ea150a" providerId="LiveId" clId="{C43683D0-D4D9-4BED-9220-AD1E10ADF921}" dt="2020-04-20T02:44:38.347" v="1100" actId="478"/>
          <ac:spMkLst>
            <pc:docMk/>
            <pc:sldMk cId="3781453481" sldId="1208"/>
            <ac:spMk id="63" creationId="{8CF57F6D-10C1-4AB8-AFA1-02FA3FA793E8}"/>
          </ac:spMkLst>
        </pc:spChg>
        <pc:spChg chg="del">
          <ac:chgData name="park sehun" userId="a5dd5dda71ea150a" providerId="LiveId" clId="{C43683D0-D4D9-4BED-9220-AD1E10ADF921}" dt="2020-04-20T02:33:22.286" v="315" actId="478"/>
          <ac:spMkLst>
            <pc:docMk/>
            <pc:sldMk cId="3781453481" sldId="1208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0T03:21:13.168" v="2622" actId="1038"/>
          <ac:spMkLst>
            <pc:docMk/>
            <pc:sldMk cId="3781453481" sldId="1208"/>
            <ac:spMk id="66" creationId="{186D568E-3C76-4B43-8ACD-7EFA2134FAAA}"/>
          </ac:spMkLst>
        </pc:spChg>
        <pc:spChg chg="add del mod">
          <ac:chgData name="park sehun" userId="a5dd5dda71ea150a" providerId="LiveId" clId="{C43683D0-D4D9-4BED-9220-AD1E10ADF921}" dt="2020-04-20T03:08:42.036" v="1818" actId="478"/>
          <ac:spMkLst>
            <pc:docMk/>
            <pc:sldMk cId="3781453481" sldId="1208"/>
            <ac:spMk id="67" creationId="{F5B72AAB-12AE-487E-AC2A-A384DD3E1709}"/>
          </ac:spMkLst>
        </pc:spChg>
        <pc:spChg chg="add mod ord">
          <ac:chgData name="park sehun" userId="a5dd5dda71ea150a" providerId="LiveId" clId="{C43683D0-D4D9-4BED-9220-AD1E10ADF921}" dt="2020-04-27T02:27:24.210" v="11722" actId="207"/>
          <ac:spMkLst>
            <pc:docMk/>
            <pc:sldMk cId="3781453481" sldId="1208"/>
            <ac:spMk id="69" creationId="{A8D81E8C-0F18-4405-8032-12136E8CF1A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70" creationId="{58B26106-CE24-4DF6-94BF-CD7965880E94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71" creationId="{68612BC9-CDE7-495C-BD01-5B173DA8540C}"/>
          </ac:spMkLst>
        </pc:spChg>
        <pc:spChg chg="add del mod">
          <ac:chgData name="park sehun" userId="a5dd5dda71ea150a" providerId="LiveId" clId="{C43683D0-D4D9-4BED-9220-AD1E10ADF921}" dt="2020-04-20T03:10:03.078" v="1947" actId="478"/>
          <ac:spMkLst>
            <pc:docMk/>
            <pc:sldMk cId="3781453481" sldId="1208"/>
            <ac:spMk id="73" creationId="{4EB3A861-4D08-4E17-96D1-0C6EB9B52367}"/>
          </ac:spMkLst>
        </pc:spChg>
        <pc:spChg chg="add del mod">
          <ac:chgData name="park sehun" userId="a5dd5dda71ea150a" providerId="LiveId" clId="{C43683D0-D4D9-4BED-9220-AD1E10ADF921}" dt="2020-04-20T03:14:59.225" v="2130" actId="478"/>
          <ac:spMkLst>
            <pc:docMk/>
            <pc:sldMk cId="3781453481" sldId="1208"/>
            <ac:spMk id="74" creationId="{12B75383-8DB7-4FC3-99B4-E0A00D245BC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75" creationId="{3AA7D2DD-E7FE-4168-9FE5-C4B7BDCEED78}"/>
          </ac:spMkLst>
        </pc:spChg>
        <pc:spChg chg="del mod">
          <ac:chgData name="park sehun" userId="a5dd5dda71ea150a" providerId="LiveId" clId="{C43683D0-D4D9-4BED-9220-AD1E10ADF921}" dt="2020-04-20T02:41:20.249" v="969" actId="478"/>
          <ac:spMkLst>
            <pc:docMk/>
            <pc:sldMk cId="3781453481" sldId="1208"/>
            <ac:spMk id="76" creationId="{B5EB5AE6-A589-4A54-B05C-856791F34305}"/>
          </ac:spMkLst>
        </pc:spChg>
        <pc:spChg chg="del">
          <ac:chgData name="park sehun" userId="a5dd5dda71ea150a" providerId="LiveId" clId="{C43683D0-D4D9-4BED-9220-AD1E10ADF921}" dt="2020-04-20T02:33:13.501" v="313" actId="478"/>
          <ac:spMkLst>
            <pc:docMk/>
            <pc:sldMk cId="3781453481" sldId="1208"/>
            <ac:spMk id="77" creationId="{A1C9CBBB-442E-4A27-BC56-34EE4B2C71D5}"/>
          </ac:spMkLst>
        </pc:spChg>
        <pc:spChg chg="del mod">
          <ac:chgData name="park sehun" userId="a5dd5dda71ea150a" providerId="LiveId" clId="{C43683D0-D4D9-4BED-9220-AD1E10ADF921}" dt="2020-04-20T02:33:50.454" v="347" actId="478"/>
          <ac:spMkLst>
            <pc:docMk/>
            <pc:sldMk cId="3781453481" sldId="1208"/>
            <ac:spMk id="78" creationId="{0B83E74A-4A4E-4E0C-AD94-7D5E324DE748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79" creationId="{22C8B154-8F81-497D-AD84-961756A86719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0" creationId="{06B45362-0C80-480D-B468-0040D9973F0B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2" creationId="{F25D5700-C340-4457-940B-50F38AFC8208}"/>
          </ac:spMkLst>
        </pc:spChg>
        <pc:spChg chg="add mod">
          <ac:chgData name="park sehun" userId="a5dd5dda71ea150a" providerId="LiveId" clId="{C43683D0-D4D9-4BED-9220-AD1E10ADF921}" dt="2020-04-27T02:26:14.284" v="11676" actId="1037"/>
          <ac:spMkLst>
            <pc:docMk/>
            <pc:sldMk cId="3781453481" sldId="1208"/>
            <ac:spMk id="83" creationId="{24754FE3-F411-46AD-8A43-E9D8E86C67F6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4" creationId="{919870A6-078C-4D82-9BC1-C47E8F5D26A8}"/>
          </ac:spMkLst>
        </pc:spChg>
        <pc:spChg chg="add del mod">
          <ac:chgData name="park sehun" userId="a5dd5dda71ea150a" providerId="LiveId" clId="{C43683D0-D4D9-4BED-9220-AD1E10ADF921}" dt="2020-04-20T03:30:56.951" v="3019" actId="478"/>
          <ac:spMkLst>
            <pc:docMk/>
            <pc:sldMk cId="3781453481" sldId="1208"/>
            <ac:spMk id="85" creationId="{99B885CE-5093-42D7-AE86-707F935B8593}"/>
          </ac:spMkLst>
        </pc:spChg>
        <pc:spChg chg="add mod">
          <ac:chgData name="park sehun" userId="a5dd5dda71ea150a" providerId="LiveId" clId="{C43683D0-D4D9-4BED-9220-AD1E10ADF921}" dt="2020-04-27T02:26:31.492" v="11720" actId="1037"/>
          <ac:spMkLst>
            <pc:docMk/>
            <pc:sldMk cId="3781453481" sldId="1208"/>
            <ac:spMk id="86" creationId="{06BB79E9-CBBA-401A-A08C-B0A6E71E76EB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7" creationId="{5B423BC7-151A-4F32-BB41-A2A610860BA3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8" creationId="{6213DE15-AF20-4D9F-9441-4648F445EAB8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89" creationId="{3EF0D022-18FC-459F-9FA3-AF43E7A039E4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0" creationId="{7F95010F-7679-4A1E-8F63-C873E11C5B52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1" creationId="{D678E3D2-61B6-4A74-804D-49AE0DA70BFB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2" creationId="{B474EDD5-1EB6-4BB5-AED9-FEE40063728B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3" creationId="{28837ACE-4C6A-4118-A623-DCCACEA932D8}"/>
          </ac:spMkLst>
        </pc:spChg>
        <pc:spChg chg="add del mod">
          <ac:chgData name="park sehun" userId="a5dd5dda71ea150a" providerId="LiveId" clId="{C43683D0-D4D9-4BED-9220-AD1E10ADF921}" dt="2020-04-20T03:06:39.385" v="1677" actId="478"/>
          <ac:spMkLst>
            <pc:docMk/>
            <pc:sldMk cId="3781453481" sldId="1208"/>
            <ac:spMk id="94" creationId="{0F423308-7C06-4B35-B2D1-0B62F417F38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95" creationId="{37B6EEFD-0C64-4656-AA9E-C01DD2A77B60}"/>
          </ac:spMkLst>
        </pc:spChg>
        <pc:spChg chg="add mod ord">
          <ac:chgData name="park sehun" userId="a5dd5dda71ea150a" providerId="LiveId" clId="{C43683D0-D4D9-4BED-9220-AD1E10ADF921}" dt="2020-04-27T02:24:07.576" v="11577" actId="20577"/>
          <ac:spMkLst>
            <pc:docMk/>
            <pc:sldMk cId="3781453481" sldId="1208"/>
            <ac:spMk id="96" creationId="{686D61C0-B6B9-46D7-8EEE-41B7E606331B}"/>
          </ac:spMkLst>
        </pc:spChg>
        <pc:spChg chg="add del mod">
          <ac:chgData name="park sehun" userId="a5dd5dda71ea150a" providerId="LiveId" clId="{C43683D0-D4D9-4BED-9220-AD1E10ADF921}" dt="2020-04-20T03:15:01.941" v="2131" actId="478"/>
          <ac:spMkLst>
            <pc:docMk/>
            <pc:sldMk cId="3781453481" sldId="1208"/>
            <ac:spMk id="97" creationId="{1425C0A2-E2D1-4D77-BF25-B19F8A42EC33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0" creationId="{CC456FF7-5269-4B9A-9C72-CBF715D837F0}"/>
          </ac:spMkLst>
        </pc:spChg>
        <pc:spChg chg="add del mod">
          <ac:chgData name="park sehun" userId="a5dd5dda71ea150a" providerId="LiveId" clId="{C43683D0-D4D9-4BED-9220-AD1E10ADF921}" dt="2020-04-20T03:15:01.941" v="2131" actId="478"/>
          <ac:spMkLst>
            <pc:docMk/>
            <pc:sldMk cId="3781453481" sldId="1208"/>
            <ac:spMk id="101" creationId="{39A68612-F27F-47D3-B233-0DDCAED9B9F3}"/>
          </ac:spMkLst>
        </pc:spChg>
        <pc:spChg chg="add del mod">
          <ac:chgData name="park sehun" userId="a5dd5dda71ea150a" providerId="LiveId" clId="{C43683D0-D4D9-4BED-9220-AD1E10ADF921}" dt="2020-04-20T03:05:56.943" v="1652" actId="478"/>
          <ac:spMkLst>
            <pc:docMk/>
            <pc:sldMk cId="3781453481" sldId="1208"/>
            <ac:spMk id="102" creationId="{2414F1BB-4067-46C1-8627-11CF564404A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5" creationId="{B098883D-6FF2-49A1-86C3-9B767CF77E60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8" creationId="{39FC9577-60CC-4DB6-8657-345425F53F35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09" creationId="{DC912C84-81BF-41B5-8080-259CAFFB42E8}"/>
          </ac:spMkLst>
        </pc:spChg>
        <pc:spChg chg="add del mod">
          <ac:chgData name="park sehun" userId="a5dd5dda71ea150a" providerId="LiveId" clId="{C43683D0-D4D9-4BED-9220-AD1E10ADF921}" dt="2020-04-20T03:15:14.443" v="2159" actId="478"/>
          <ac:spMkLst>
            <pc:docMk/>
            <pc:sldMk cId="3781453481" sldId="1208"/>
            <ac:spMk id="110" creationId="{583F0DE1-97D3-4512-809D-AFDAD39674A2}"/>
          </ac:spMkLst>
        </pc:spChg>
        <pc:spChg chg="add del mod">
          <ac:chgData name="park sehun" userId="a5dd5dda71ea150a" providerId="LiveId" clId="{C43683D0-D4D9-4BED-9220-AD1E10ADF921}" dt="2020-04-20T03:28:49.542" v="3016" actId="478"/>
          <ac:spMkLst>
            <pc:docMk/>
            <pc:sldMk cId="3781453481" sldId="1208"/>
            <ac:spMk id="111" creationId="{FBBE1913-D8D1-4E13-AD02-8BA29FB7710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2" creationId="{2AE071D7-0DAC-4F07-A39B-B2377040E26F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3" creationId="{ED1D169D-8CF8-423E-924B-C5A274A3F9FB}"/>
          </ac:spMkLst>
        </pc:spChg>
        <pc:spChg chg="add del mod">
          <ac:chgData name="park sehun" userId="a5dd5dda71ea150a" providerId="LiveId" clId="{C43683D0-D4D9-4BED-9220-AD1E10ADF921}" dt="2020-04-20T03:28:54.574" v="3018" actId="478"/>
          <ac:spMkLst>
            <pc:docMk/>
            <pc:sldMk cId="3781453481" sldId="1208"/>
            <ac:spMk id="114" creationId="{040462A6-B4A5-43C2-9E46-620BA975D84C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5" creationId="{3CAF58BA-E757-47E2-9ECC-C5363217A9E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6" creationId="{626F7338-1CB4-4894-A41A-CCF6D1A5F76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19" creationId="{FD056480-4942-4F22-B084-03762EE2E4CF}"/>
          </ac:spMkLst>
        </pc:spChg>
        <pc:spChg chg="add del mod">
          <ac:chgData name="park sehun" userId="a5dd5dda71ea150a" providerId="LiveId" clId="{C43683D0-D4D9-4BED-9220-AD1E10ADF921}" dt="2020-04-20T03:15:21.743" v="2161" actId="478"/>
          <ac:spMkLst>
            <pc:docMk/>
            <pc:sldMk cId="3781453481" sldId="1208"/>
            <ac:spMk id="121" creationId="{1FBF54DA-43E9-4F15-9C2C-CC2A831FC63F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7" creationId="{CAC32801-31A2-447C-A006-0419EAA02BDD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8" creationId="{0B483F55-4953-4879-943E-522F78B7D0A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49" creationId="{0C76395F-741D-483A-8F7B-13F7010249C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0" creationId="{5810B8EE-FD31-488E-A361-EFCAAD578ACF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1" creationId="{238344FA-3B30-4200-866D-974FE4AF5091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2" creationId="{7A56C2AE-2EBA-4128-A2CC-A9FCB9DBF5F4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3" creationId="{B8B870BF-737C-492C-B2AD-F49E14D681FA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4" creationId="{A888B4C4-2A2F-4547-A94E-5A50AB2E0463}"/>
          </ac:spMkLst>
        </pc:spChg>
        <pc:spChg chg="add del mod">
          <ac:chgData name="park sehun" userId="a5dd5dda71ea150a" providerId="LiveId" clId="{C43683D0-D4D9-4BED-9220-AD1E10ADF921}" dt="2020-04-20T05:14:30.529" v="3499" actId="478"/>
          <ac:spMkLst>
            <pc:docMk/>
            <pc:sldMk cId="3781453481" sldId="1208"/>
            <ac:spMk id="156" creationId="{8F20887A-3428-42CA-A8F4-8CE1A0D83011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78" creationId="{8B2F67FC-A8D9-48FD-9BBD-F0FA77E900D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82" creationId="{E2AAC60E-CB80-4149-8666-BB4F173652C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85" creationId="{63E423CF-70C1-43A8-B63D-5AB4B472DBD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91" creationId="{F3CFD2CC-9A84-4DE6-BA72-D53042D4EE30}"/>
          </ac:spMkLst>
        </pc:spChg>
        <pc:spChg chg="add mod">
          <ac:chgData name="park sehun" userId="a5dd5dda71ea150a" providerId="LiveId" clId="{C43683D0-D4D9-4BED-9220-AD1E10ADF921}" dt="2020-04-27T02:25:53.037" v="11633" actId="1036"/>
          <ac:spMkLst>
            <pc:docMk/>
            <pc:sldMk cId="3781453481" sldId="1208"/>
            <ac:spMk id="196" creationId="{0F600599-1B34-4668-8517-D60FF77F3CE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197" creationId="{8CEFDBB4-345D-4FC8-A5C8-6006AA6FEBB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07" creationId="{E251340F-1B2F-4B69-8E8E-BF963C7341FD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33" creationId="{D4A132BE-5B55-4BF7-BF7E-FFAC890B9712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44" creationId="{61C75766-79A1-40F1-948E-6C67B8232DCF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49" creationId="{71B68858-B5C2-41D2-A069-6C4DB3E6104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0" creationId="{D60886F6-DCD3-45C4-90B1-195566083E7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1" creationId="{2186DB4D-CB8C-479D-AA87-1A0AE3B35FF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2" creationId="{3B069E67-C0E8-42F6-A0CD-6FE732A56039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3" creationId="{25E8C0AF-02D6-4ECA-86CD-C42EE456ECDB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4" creationId="{292DB14C-429C-4B87-B413-7A3E449B1EA6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6" creationId="{4D808C78-472E-4288-B527-66EF035A6928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58" creationId="{2C71B874-2146-4540-A061-90D952F4AAA4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0" creationId="{BEEBF01F-9F4F-4CAD-A8BD-69B491985D9A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1" creationId="{6BAFA3EE-F965-4D64-972B-105CBA916EC9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62" creationId="{70F73540-73F0-4074-B566-CF9D08AF6112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72" creationId="{C6C022A4-FAA2-4ED9-B655-FAF8C68297F7}"/>
          </ac:spMkLst>
        </pc:spChg>
        <pc:spChg chg="add mod">
          <ac:chgData name="park sehun" userId="a5dd5dda71ea150a" providerId="LiveId" clId="{C43683D0-D4D9-4BED-9220-AD1E10ADF921}" dt="2020-04-20T05:34:08.951" v="4030" actId="1036"/>
          <ac:spMkLst>
            <pc:docMk/>
            <pc:sldMk cId="3781453481" sldId="1208"/>
            <ac:spMk id="287" creationId="{6E7BA10B-8C38-43F3-B4AB-93F7AAECFAEA}"/>
          </ac:spMkLst>
        </pc:spChg>
        <pc:spChg chg="add mod ord">
          <ac:chgData name="park sehun" userId="a5dd5dda71ea150a" providerId="LiveId" clId="{C43683D0-D4D9-4BED-9220-AD1E10ADF921}" dt="2020-04-27T02:07:32.695" v="11542" actId="167"/>
          <ac:spMkLst>
            <pc:docMk/>
            <pc:sldMk cId="3781453481" sldId="1208"/>
            <ac:spMk id="296" creationId="{1A7B5293-8023-4B09-8A97-477281FCF786}"/>
          </ac:spMkLst>
        </pc:spChg>
        <pc:spChg chg="add mod">
          <ac:chgData name="park sehun" userId="a5dd5dda71ea150a" providerId="LiveId" clId="{C43683D0-D4D9-4BED-9220-AD1E10ADF921}" dt="2020-04-20T05:36:03.559" v="4162" actId="1036"/>
          <ac:spMkLst>
            <pc:docMk/>
            <pc:sldMk cId="3781453481" sldId="1208"/>
            <ac:spMk id="297" creationId="{921533C3-8A98-483E-9B50-F552337036BC}"/>
          </ac:spMkLst>
        </pc:spChg>
        <pc:spChg chg="add mod">
          <ac:chgData name="park sehun" userId="a5dd5dda71ea150a" providerId="LiveId" clId="{C43683D0-D4D9-4BED-9220-AD1E10ADF921}" dt="2020-04-20T05:36:03.559" v="4162" actId="1036"/>
          <ac:spMkLst>
            <pc:docMk/>
            <pc:sldMk cId="3781453481" sldId="1208"/>
            <ac:spMk id="298" creationId="{06BC72D6-5426-406F-9BB3-D75EC799448F}"/>
          </ac:spMkLst>
        </pc:spChg>
        <pc:spChg chg="mod">
          <ac:chgData name="park sehun" userId="a5dd5dda71ea150a" providerId="LiveId" clId="{C43683D0-D4D9-4BED-9220-AD1E10ADF921}" dt="2020-04-20T05:40:28.760" v="4209"/>
          <ac:spMkLst>
            <pc:docMk/>
            <pc:sldMk cId="3781453481" sldId="1208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0T03:20:57.953" v="2582" actId="1036"/>
          <ac:graphicFrameMkLst>
            <pc:docMk/>
            <pc:sldMk cId="3781453481" sldId="1208"/>
            <ac:graphicFrameMk id="2" creationId="{811A7EBA-E1AD-458F-8685-69A517FB66EB}"/>
          </ac:graphicFrameMkLst>
        </pc:graphicFrameChg>
        <pc:graphicFrameChg chg="mod modGraphic">
          <ac:chgData name="park sehun" userId="a5dd5dda71ea150a" providerId="LiveId" clId="{C43683D0-D4D9-4BED-9220-AD1E10ADF921}" dt="2020-04-20T03:19:36.848" v="2451" actId="1035"/>
          <ac:graphicFrameMkLst>
            <pc:docMk/>
            <pc:sldMk cId="3781453481" sldId="1208"/>
            <ac:graphicFrameMk id="36" creationId="{08881BD9-DC01-46DF-9742-A9787B92A60F}"/>
          </ac:graphicFrameMkLst>
        </pc:graphicFrameChg>
        <pc:graphicFrameChg chg="del mod">
          <ac:chgData name="park sehun" userId="a5dd5dda71ea150a" providerId="LiveId" clId="{C43683D0-D4D9-4BED-9220-AD1E10ADF921}" dt="2020-04-20T02:49:39.504" v="1316" actId="478"/>
          <ac:graphicFrameMkLst>
            <pc:docMk/>
            <pc:sldMk cId="3781453481" sldId="1208"/>
            <ac:graphicFrameMk id="37" creationId="{B404B55C-E378-450B-8567-8123BE4AEFCE}"/>
          </ac:graphicFrameMkLst>
        </pc:graphicFrameChg>
        <pc:graphicFrameChg chg="del mod">
          <ac:chgData name="park sehun" userId="a5dd5dda71ea150a" providerId="LiveId" clId="{C43683D0-D4D9-4BED-9220-AD1E10ADF921}" dt="2020-04-20T02:49:49.079" v="1319" actId="478"/>
          <ac:graphicFrameMkLst>
            <pc:docMk/>
            <pc:sldMk cId="3781453481" sldId="1208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0T03:20:12.156" v="2527" actId="1035"/>
          <ac:graphicFrameMkLst>
            <pc:docMk/>
            <pc:sldMk cId="3781453481" sldId="1208"/>
            <ac:graphicFrameMk id="52" creationId="{6F811F15-16A0-485B-BCFE-7F89A807F64A}"/>
          </ac:graphicFrameMkLst>
        </pc:graphicFrameChg>
        <pc:picChg chg="add mod">
          <ac:chgData name="park sehun" userId="a5dd5dda71ea150a" providerId="LiveId" clId="{C43683D0-D4D9-4BED-9220-AD1E10ADF921}" dt="2020-04-20T05:44:24.208" v="4214" actId="1038"/>
          <ac:picMkLst>
            <pc:docMk/>
            <pc:sldMk cId="3781453481" sldId="1208"/>
            <ac:picMk id="243" creationId="{9545C373-16C9-4734-9DCC-4BD7DDBFFE50}"/>
          </ac:picMkLst>
        </pc:picChg>
        <pc:cxnChg chg="del mod">
          <ac:chgData name="park sehun" userId="a5dd5dda71ea150a" providerId="LiveId" clId="{C43683D0-D4D9-4BED-9220-AD1E10ADF921}" dt="2020-04-20T02:49:54.550" v="1321" actId="478"/>
          <ac:cxnSpMkLst>
            <pc:docMk/>
            <pc:sldMk cId="3781453481" sldId="1208"/>
            <ac:cxnSpMk id="39" creationId="{C851932A-4916-4E8E-ADCE-BBDCE58175C0}"/>
          </ac:cxnSpMkLst>
        </pc:cxnChg>
        <pc:cxnChg chg="del mod">
          <ac:chgData name="park sehun" userId="a5dd5dda71ea150a" providerId="LiveId" clId="{C43683D0-D4D9-4BED-9220-AD1E10ADF921}" dt="2020-04-20T03:18:41.305" v="2419" actId="478"/>
          <ac:cxnSpMkLst>
            <pc:docMk/>
            <pc:sldMk cId="3781453481" sldId="1208"/>
            <ac:cxnSpMk id="46" creationId="{ED63783E-00B0-4DE2-BAA1-7DBBAD23574D}"/>
          </ac:cxnSpMkLst>
        </pc:cxnChg>
        <pc:cxnChg chg="del mod">
          <ac:chgData name="park sehun" userId="a5dd5dda71ea150a" providerId="LiveId" clId="{C43683D0-D4D9-4BED-9220-AD1E10ADF921}" dt="2020-04-20T02:39:09.590" v="768" actId="478"/>
          <ac:cxnSpMkLst>
            <pc:docMk/>
            <pc:sldMk cId="3781453481" sldId="1208"/>
            <ac:cxnSpMk id="48" creationId="{1F0AC650-39C6-425E-9CBF-0F333F010677}"/>
          </ac:cxnSpMkLst>
        </pc:cxnChg>
        <pc:cxnChg chg="add del mod">
          <ac:chgData name="park sehun" userId="a5dd5dda71ea150a" providerId="LiveId" clId="{C43683D0-D4D9-4BED-9220-AD1E10ADF921}" dt="2020-04-20T02:49:51.849" v="1320" actId="478"/>
          <ac:cxnSpMkLst>
            <pc:docMk/>
            <pc:sldMk cId="3781453481" sldId="1208"/>
            <ac:cxnSpMk id="49" creationId="{0C69831C-336A-4A75-89C5-4D740ACA9F74}"/>
          </ac:cxnSpMkLst>
        </pc:cxnChg>
        <pc:cxnChg chg="mod">
          <ac:chgData name="park sehun" userId="a5dd5dda71ea150a" providerId="LiveId" clId="{C43683D0-D4D9-4BED-9220-AD1E10ADF921}" dt="2020-04-20T05:15:03.040" v="3541" actId="1037"/>
          <ac:cxnSpMkLst>
            <pc:docMk/>
            <pc:sldMk cId="3781453481" sldId="1208"/>
            <ac:cxnSpMk id="50" creationId="{AA7171CE-0DE4-411A-87C9-037D611A0DB4}"/>
          </ac:cxnSpMkLst>
        </pc:cxnChg>
        <pc:cxnChg chg="add del mod">
          <ac:chgData name="park sehun" userId="a5dd5dda71ea150a" providerId="LiveId" clId="{C43683D0-D4D9-4BED-9220-AD1E10ADF921}" dt="2020-04-20T02:51:02.809" v="1387" actId="478"/>
          <ac:cxnSpMkLst>
            <pc:docMk/>
            <pc:sldMk cId="3781453481" sldId="1208"/>
            <ac:cxnSpMk id="57" creationId="{C10A3DDC-B8D7-49AB-8B6F-E5602E2EA736}"/>
          </ac:cxnSpMkLst>
        </pc:cxnChg>
        <pc:cxnChg chg="add del mod">
          <ac:chgData name="park sehun" userId="a5dd5dda71ea150a" providerId="LiveId" clId="{C43683D0-D4D9-4BED-9220-AD1E10ADF921}" dt="2020-04-20T03:18:38.421" v="2418" actId="478"/>
          <ac:cxnSpMkLst>
            <pc:docMk/>
            <pc:sldMk cId="3781453481" sldId="1208"/>
            <ac:cxnSpMk id="58" creationId="{2EEFCD3F-D442-47B8-A976-9031F2564BF4}"/>
          </ac:cxnSpMkLst>
        </pc:cxnChg>
        <pc:cxnChg chg="del">
          <ac:chgData name="park sehun" userId="a5dd5dda71ea150a" providerId="LiveId" clId="{C43683D0-D4D9-4BED-9220-AD1E10ADF921}" dt="2020-04-20T02:33:24.697" v="316" actId="478"/>
          <ac:cxnSpMkLst>
            <pc:docMk/>
            <pc:sldMk cId="3781453481" sldId="1208"/>
            <ac:cxnSpMk id="64" creationId="{5270DB07-824E-40A1-BADC-DE6D19836E63}"/>
          </ac:cxnSpMkLst>
        </pc:cxnChg>
        <pc:cxnChg chg="add del mod">
          <ac:chgData name="park sehun" userId="a5dd5dda71ea150a" providerId="LiveId" clId="{C43683D0-D4D9-4BED-9220-AD1E10ADF921}" dt="2020-04-20T03:10:05.094" v="1948" actId="478"/>
          <ac:cxnSpMkLst>
            <pc:docMk/>
            <pc:sldMk cId="3781453481" sldId="1208"/>
            <ac:cxnSpMk id="68" creationId="{AB7317E3-46E2-445D-8FAF-5F5395C57302}"/>
          </ac:cxnSpMkLst>
        </pc:cxnChg>
        <pc:cxnChg chg="add del mod">
          <ac:chgData name="park sehun" userId="a5dd5dda71ea150a" providerId="LiveId" clId="{C43683D0-D4D9-4BED-9220-AD1E10ADF921}" dt="2020-04-20T03:13:32.694" v="2086" actId="478"/>
          <ac:cxnSpMkLst>
            <pc:docMk/>
            <pc:sldMk cId="3781453481" sldId="1208"/>
            <ac:cxnSpMk id="72" creationId="{A5A295E3-1E3E-4FCE-A610-915ADB425CE6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1" creationId="{97644D7C-19AE-49FC-B51D-C881E0919316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3" creationId="{3AAF33FE-2ED6-42CD-9929-A54BDEDC0B71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86" creationId="{412E6D31-6C78-4C48-8D39-6D905A8E0934}"/>
          </ac:cxnSpMkLst>
        </pc:cxnChg>
        <pc:cxnChg chg="add mod">
          <ac:chgData name="park sehun" userId="a5dd5dda71ea150a" providerId="LiveId" clId="{C43683D0-D4D9-4BED-9220-AD1E10ADF921}" dt="2020-04-27T02:23:53.258" v="11566" actId="14100"/>
          <ac:cxnSpMkLst>
            <pc:docMk/>
            <pc:sldMk cId="3781453481" sldId="1208"/>
            <ac:cxnSpMk id="98" creationId="{26ECBB47-1524-4385-9B4D-BB703B9B9E17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99" creationId="{7886D65E-6682-4437-8090-4595BAD82509}"/>
          </ac:cxnSpMkLst>
        </pc:cxnChg>
        <pc:cxnChg chg="add del mod">
          <ac:chgData name="park sehun" userId="a5dd5dda71ea150a" providerId="LiveId" clId="{C43683D0-D4D9-4BED-9220-AD1E10ADF921}" dt="2020-04-20T03:05:56.943" v="1652" actId="478"/>
          <ac:cxnSpMkLst>
            <pc:docMk/>
            <pc:sldMk cId="3781453481" sldId="1208"/>
            <ac:cxnSpMk id="103" creationId="{DD21B2E1-E985-466A-9206-9487065F06D4}"/>
          </ac:cxnSpMkLst>
        </pc:cxnChg>
        <pc:cxnChg chg="add mod ord">
          <ac:chgData name="park sehun" userId="a5dd5dda71ea150a" providerId="LiveId" clId="{C43683D0-D4D9-4BED-9220-AD1E10ADF921}" dt="2020-04-27T02:25:53.037" v="11633" actId="1036"/>
          <ac:cxnSpMkLst>
            <pc:docMk/>
            <pc:sldMk cId="3781453481" sldId="1208"/>
            <ac:cxnSpMk id="104" creationId="{B8A37B7A-307E-4D09-B10D-5EA8EF2163B0}"/>
          </ac:cxnSpMkLst>
        </pc:cxnChg>
        <pc:cxnChg chg="add del mod">
          <ac:chgData name="park sehun" userId="a5dd5dda71ea150a" providerId="LiveId" clId="{C43683D0-D4D9-4BED-9220-AD1E10ADF921}" dt="2020-04-20T03:30:58.933" v="3020" actId="478"/>
          <ac:cxnSpMkLst>
            <pc:docMk/>
            <pc:sldMk cId="3781453481" sldId="1208"/>
            <ac:cxnSpMk id="106" creationId="{C69C10A7-6FBB-4CB6-89C6-20A9FAFA71B8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17" creationId="{212ED298-1FB7-4FDA-94F0-C27DA0BB1F49}"/>
          </ac:cxnSpMkLst>
        </pc:cxnChg>
        <pc:cxnChg chg="add del mod">
          <ac:chgData name="park sehun" userId="a5dd5dda71ea150a" providerId="LiveId" clId="{C43683D0-D4D9-4BED-9220-AD1E10ADF921}" dt="2020-04-20T03:15:24.648" v="2162" actId="478"/>
          <ac:cxnSpMkLst>
            <pc:docMk/>
            <pc:sldMk cId="3781453481" sldId="1208"/>
            <ac:cxnSpMk id="118" creationId="{0D2AE1B5-FABC-4BD3-B92B-472197CFADE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20" creationId="{4B091FDF-EA11-4AE6-AFE4-055F7719D4EB}"/>
          </ac:cxnSpMkLst>
        </pc:cxnChg>
        <pc:cxnChg chg="add del mod">
          <ac:chgData name="park sehun" userId="a5dd5dda71ea150a" providerId="LiveId" clId="{C43683D0-D4D9-4BED-9220-AD1E10ADF921}" dt="2020-04-20T03:28:52.408" v="3017" actId="478"/>
          <ac:cxnSpMkLst>
            <pc:docMk/>
            <pc:sldMk cId="3781453481" sldId="1208"/>
            <ac:cxnSpMk id="122" creationId="{D85FC46F-A98D-435A-9F17-6375201AF6BB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5" creationId="{6349BBF5-BA81-49B5-B233-F7551FB14978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7" creationId="{6B0152B4-DE92-476E-A935-A776E3ACA819}"/>
          </ac:cxnSpMkLst>
        </pc:cxnChg>
        <pc:cxnChg chg="add del mod">
          <ac:chgData name="park sehun" userId="a5dd5dda71ea150a" providerId="LiveId" clId="{C43683D0-D4D9-4BED-9220-AD1E10ADF921}" dt="2020-04-20T05:14:30.529" v="3499" actId="478"/>
          <ac:cxnSpMkLst>
            <pc:docMk/>
            <pc:sldMk cId="3781453481" sldId="1208"/>
            <ac:cxnSpMk id="158" creationId="{145C4FD7-29A2-4ACA-ABB9-D9CED2E7BE49}"/>
          </ac:cxnSpMkLst>
        </pc:cxnChg>
        <pc:cxnChg chg="add del mod">
          <ac:chgData name="park sehun" userId="a5dd5dda71ea150a" providerId="LiveId" clId="{C43683D0-D4D9-4BED-9220-AD1E10ADF921}" dt="2020-04-20T03:20:44.541" v="2533" actId="478"/>
          <ac:cxnSpMkLst>
            <pc:docMk/>
            <pc:sldMk cId="3781453481" sldId="1208"/>
            <ac:cxnSpMk id="162" creationId="{7CE3F499-9F3B-40B3-BAA9-53A05EDAC5BA}"/>
          </ac:cxnSpMkLst>
        </pc:cxnChg>
        <pc:cxnChg chg="add">
          <ac:chgData name="park sehun" userId="a5dd5dda71ea150a" providerId="LiveId" clId="{C43683D0-D4D9-4BED-9220-AD1E10ADF921}" dt="2020-04-20T03:19:17.696" v="2435"/>
          <ac:cxnSpMkLst>
            <pc:docMk/>
            <pc:sldMk cId="3781453481" sldId="1208"/>
            <ac:cxnSpMk id="165" creationId="{7658C0C1-DD6C-492F-9139-CB551BE558ED}"/>
          </ac:cxnSpMkLst>
        </pc:cxnChg>
        <pc:cxnChg chg="add mod">
          <ac:chgData name="park sehun" userId="a5dd5dda71ea150a" providerId="LiveId" clId="{C43683D0-D4D9-4BED-9220-AD1E10ADF921}" dt="2020-04-20T03:20:37.807" v="2532" actId="14100"/>
          <ac:cxnSpMkLst>
            <pc:docMk/>
            <pc:sldMk cId="3781453481" sldId="1208"/>
            <ac:cxnSpMk id="168" creationId="{C57B0319-933B-45EC-BA4C-4A641198DA50}"/>
          </ac:cxnSpMkLst>
        </pc:cxnChg>
        <pc:cxnChg chg="add mod">
          <ac:chgData name="park sehun" userId="a5dd5dda71ea150a" providerId="LiveId" clId="{C43683D0-D4D9-4BED-9220-AD1E10ADF921}" dt="2020-04-20T03:20:53.600" v="2570" actId="1036"/>
          <ac:cxnSpMkLst>
            <pc:docMk/>
            <pc:sldMk cId="3781453481" sldId="1208"/>
            <ac:cxnSpMk id="177" creationId="{F41504FE-66A2-4EDC-9DCF-CE5EB9113CF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79" creationId="{2003C1DE-AFBB-4800-80D5-866326CABC41}"/>
          </ac:cxnSpMkLst>
        </pc:cxnChg>
        <pc:cxnChg chg="add del mod">
          <ac:chgData name="park sehun" userId="a5dd5dda71ea150a" providerId="LiveId" clId="{C43683D0-D4D9-4BED-9220-AD1E10ADF921}" dt="2020-04-20T03:24:17.272" v="2792"/>
          <ac:cxnSpMkLst>
            <pc:docMk/>
            <pc:sldMk cId="3781453481" sldId="1208"/>
            <ac:cxnSpMk id="181" creationId="{4BE1FDEA-3541-460A-84D0-260724245E7B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186" creationId="{078EB9DE-54B0-4215-8D79-AFC20792A93F}"/>
          </ac:cxnSpMkLst>
        </pc:cxnChg>
        <pc:cxnChg chg="add mod ord">
          <ac:chgData name="park sehun" userId="a5dd5dda71ea150a" providerId="LiveId" clId="{C43683D0-D4D9-4BED-9220-AD1E10ADF921}" dt="2020-04-27T02:26:23.520" v="11678" actId="14100"/>
          <ac:cxnSpMkLst>
            <pc:docMk/>
            <pc:sldMk cId="3781453481" sldId="1208"/>
            <ac:cxnSpMk id="203" creationId="{303B5C7B-ABE3-44E4-AD3D-DE7397C59F3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08" creationId="{E394138D-81D8-4F1E-A327-E47364CD9E74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20" creationId="{28E572D5-5F04-4EE9-9457-4FB5368FD8C3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35" creationId="{9D587F4E-7931-4EB4-82AF-81E6C681B476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5" creationId="{AC37B69E-8012-4C92-84CE-0B2600DFE93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7" creationId="{B4576EF1-57AD-4E61-ACE5-D2A4EAA8AD7E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59" creationId="{99766F95-056E-4E0F-BE65-4C1B30455000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63" creationId="{B79AA4D7-B438-448D-849A-6F1633CC2A7F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64" creationId="{F80E9979-538A-4740-8AD9-8600CE74B93D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73" creationId="{367AA08F-D2CB-4B48-AF93-1A811D06B01C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79" creationId="{79E3868E-3769-4CAF-82E2-A81727FA291D}"/>
          </ac:cxnSpMkLst>
        </pc:cxnChg>
        <pc:cxnChg chg="add mod">
          <ac:chgData name="park sehun" userId="a5dd5dda71ea150a" providerId="LiveId" clId="{C43683D0-D4D9-4BED-9220-AD1E10ADF921}" dt="2020-04-20T05:34:08.951" v="4030" actId="1036"/>
          <ac:cxnSpMkLst>
            <pc:docMk/>
            <pc:sldMk cId="3781453481" sldId="1208"/>
            <ac:cxnSpMk id="291" creationId="{B4A388BA-24F0-4FF0-9D85-AE3DD2408B42}"/>
          </ac:cxnSpMkLst>
        </pc:cxnChg>
      </pc:sldChg>
      <pc:sldChg chg="addSp delSp modSp add ord">
        <pc:chgData name="park sehun" userId="a5dd5dda71ea150a" providerId="LiveId" clId="{C43683D0-D4D9-4BED-9220-AD1E10ADF921}" dt="2020-04-20T05:40:22.745" v="4208"/>
        <pc:sldMkLst>
          <pc:docMk/>
          <pc:sldMk cId="4159965400" sldId="1209"/>
        </pc:sldMkLst>
        <pc:spChg chg="mod">
          <ac:chgData name="park sehun" userId="a5dd5dda71ea150a" providerId="LiveId" clId="{C43683D0-D4D9-4BED-9220-AD1E10ADF921}" dt="2020-04-20T05:33:18.316" v="4019" actId="1037"/>
          <ac:spMkLst>
            <pc:docMk/>
            <pc:sldMk cId="4159965400" sldId="1209"/>
            <ac:spMk id="42" creationId="{B1C9A060-973F-44B0-87E2-38BF88A3FD4E}"/>
          </ac:spMkLst>
        </pc:spChg>
        <pc:spChg chg="mod">
          <ac:chgData name="park sehun" userId="a5dd5dda71ea150a" providerId="LiveId" clId="{C43683D0-D4D9-4BED-9220-AD1E10ADF921}" dt="2020-04-20T02:54:45.226" v="1565"/>
          <ac:spMkLst>
            <pc:docMk/>
            <pc:sldMk cId="4159965400" sldId="1209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5:40:22.745" v="4208"/>
          <ac:spMkLst>
            <pc:docMk/>
            <pc:sldMk cId="4159965400" sldId="1209"/>
            <ac:spMk id="62466" creationId="{00000000-0000-0000-0000-000000000000}"/>
          </ac:spMkLst>
        </pc:spChg>
        <pc:graphicFrameChg chg="add mod">
          <ac:chgData name="park sehun" userId="a5dd5dda71ea150a" providerId="LiveId" clId="{C43683D0-D4D9-4BED-9220-AD1E10ADF921}" dt="2020-04-20T05:33:18.316" v="4019" actId="1037"/>
          <ac:graphicFrameMkLst>
            <pc:docMk/>
            <pc:sldMk cId="4159965400" sldId="1209"/>
            <ac:graphicFrameMk id="30" creationId="{DBF1DB92-50D9-45BF-9879-7BE559572975}"/>
          </ac:graphicFrameMkLst>
        </pc:graphicFrameChg>
        <pc:graphicFrameChg chg="mod">
          <ac:chgData name="park sehun" userId="a5dd5dda71ea150a" providerId="LiveId" clId="{C43683D0-D4D9-4BED-9220-AD1E10ADF921}" dt="2020-04-20T05:33:30.053" v="4025" actId="1038"/>
          <ac:graphicFrameMkLst>
            <pc:docMk/>
            <pc:sldMk cId="4159965400" sldId="1209"/>
            <ac:graphicFrameMk id="36" creationId="{08881BD9-DC01-46DF-9742-A9787B92A60F}"/>
          </ac:graphicFrameMkLst>
        </pc:graphicFrameChg>
        <pc:graphicFrameChg chg="del">
          <ac:chgData name="park sehun" userId="a5dd5dda71ea150a" providerId="LiveId" clId="{C43683D0-D4D9-4BED-9220-AD1E10ADF921}" dt="2020-04-20T02:49:36.446" v="1315" actId="478"/>
          <ac:graphicFrameMkLst>
            <pc:docMk/>
            <pc:sldMk cId="4159965400" sldId="1209"/>
            <ac:graphicFrameMk id="37" creationId="{B404B55C-E378-450B-8567-8123BE4AEFCE}"/>
          </ac:graphicFrameMkLst>
        </pc:graphicFrameChg>
        <pc:graphicFrameChg chg="modGraphic">
          <ac:chgData name="park sehun" userId="a5dd5dda71ea150a" providerId="LiveId" clId="{C43683D0-D4D9-4BED-9220-AD1E10ADF921}" dt="2020-04-20T02:55:14.325" v="1572" actId="20577"/>
          <ac:graphicFrameMkLst>
            <pc:docMk/>
            <pc:sldMk cId="4159965400" sldId="1209"/>
            <ac:graphicFrameMk id="52" creationId="{6F811F15-16A0-485B-BCFE-7F89A807F64A}"/>
          </ac:graphicFrameMkLst>
        </pc:graphicFrameChg>
        <pc:cxnChg chg="mod">
          <ac:chgData name="park sehun" userId="a5dd5dda71ea150a" providerId="LiveId" clId="{C43683D0-D4D9-4BED-9220-AD1E10ADF921}" dt="2020-04-20T05:33:22.277" v="4020" actId="14100"/>
          <ac:cxnSpMkLst>
            <pc:docMk/>
            <pc:sldMk cId="4159965400" sldId="1209"/>
            <ac:cxnSpMk id="39" creationId="{C851932A-4916-4E8E-ADCE-BBDCE58175C0}"/>
          </ac:cxnSpMkLst>
        </pc:cxnChg>
        <pc:cxnChg chg="mod">
          <ac:chgData name="park sehun" userId="a5dd5dda71ea150a" providerId="LiveId" clId="{C43683D0-D4D9-4BED-9220-AD1E10ADF921}" dt="2020-04-20T05:33:30.053" v="4025" actId="1038"/>
          <ac:cxnSpMkLst>
            <pc:docMk/>
            <pc:sldMk cId="4159965400" sldId="1209"/>
            <ac:cxnSpMk id="46" creationId="{ED63783E-00B0-4DE2-BAA1-7DBBAD23574D}"/>
          </ac:cxnSpMkLst>
        </pc:cxnChg>
        <pc:cxnChg chg="mod">
          <ac:chgData name="park sehun" userId="a5dd5dda71ea150a" providerId="LiveId" clId="{C43683D0-D4D9-4BED-9220-AD1E10ADF921}" dt="2020-04-20T05:33:30.053" v="4025" actId="1038"/>
          <ac:cxnSpMkLst>
            <pc:docMk/>
            <pc:sldMk cId="4159965400" sldId="1209"/>
            <ac:cxnSpMk id="57" creationId="{C10A3DDC-B8D7-49AB-8B6F-E5602E2EA736}"/>
          </ac:cxnSpMkLst>
        </pc:cxnChg>
      </pc:sldChg>
      <pc:sldChg chg="add del">
        <pc:chgData name="park sehun" userId="a5dd5dda71ea150a" providerId="LiveId" clId="{C43683D0-D4D9-4BED-9220-AD1E10ADF921}" dt="2020-04-20T05:36:27.417" v="4206" actId="47"/>
        <pc:sldMkLst>
          <pc:docMk/>
          <pc:sldMk cId="168730994" sldId="1210"/>
        </pc:sldMkLst>
      </pc:sldChg>
      <pc:sldChg chg="modSp add del">
        <pc:chgData name="park sehun" userId="a5dd5dda71ea150a" providerId="LiveId" clId="{C43683D0-D4D9-4BED-9220-AD1E10ADF921}" dt="2020-04-20T06:04:56.662" v="5445" actId="47"/>
        <pc:sldMkLst>
          <pc:docMk/>
          <pc:sldMk cId="1580370531" sldId="1210"/>
        </pc:sldMkLst>
        <pc:spChg chg="mod">
          <ac:chgData name="park sehun" userId="a5dd5dda71ea150a" providerId="LiveId" clId="{C43683D0-D4D9-4BED-9220-AD1E10ADF921}" dt="2020-04-20T05:42:15.592" v="4211"/>
          <ac:spMkLst>
            <pc:docMk/>
            <pc:sldMk cId="1580370531" sldId="1210"/>
            <ac:spMk id="62466" creationId="{00000000-0000-0000-0000-000000000000}"/>
          </ac:spMkLst>
        </pc:spChg>
      </pc:sldChg>
      <pc:sldChg chg="addSp delSp modSp add delAnim modNotesTx">
        <pc:chgData name="park sehun" userId="a5dd5dda71ea150a" providerId="LiveId" clId="{C43683D0-D4D9-4BED-9220-AD1E10ADF921}" dt="2020-04-20T06:04:36.269" v="5444" actId="6549"/>
        <pc:sldMkLst>
          <pc:docMk/>
          <pc:sldMk cId="4281092093" sldId="1211"/>
        </pc:sldMkLst>
        <pc:spChg chg="mod">
          <ac:chgData name="park sehun" userId="a5dd5dda71ea150a" providerId="LiveId" clId="{C43683D0-D4D9-4BED-9220-AD1E10ADF921}" dt="2020-04-20T05:50:23.864" v="4512" actId="20577"/>
          <ac:spMkLst>
            <pc:docMk/>
            <pc:sldMk cId="4281092093" sldId="1211"/>
            <ac:spMk id="4" creationId="{9DA76C4A-1B38-4C07-A24B-3F7114B667CD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10" creationId="{F9AEA2BA-799E-470C-87A7-61505A44881D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29" creationId="{B905D88A-DEF2-4395-816E-0E8DB9210F39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32" creationId="{7B2A9D1B-6100-4E94-BE12-672593546DCC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40" creationId="{067DF4BC-D816-476B-B6CF-496EC5944DAE}"/>
          </ac:spMkLst>
        </pc:spChg>
        <pc:spChg chg="del mod">
          <ac:chgData name="park sehun" userId="a5dd5dda71ea150a" providerId="LiveId" clId="{C43683D0-D4D9-4BED-9220-AD1E10ADF921}" dt="2020-04-20T06:04:05.668" v="5443" actId="478"/>
          <ac:spMkLst>
            <pc:docMk/>
            <pc:sldMk cId="4281092093" sldId="1211"/>
            <ac:spMk id="41" creationId="{C92C3A17-9069-46C5-BD77-77274CF61402}"/>
          </ac:spMkLst>
        </pc:spChg>
        <pc:spChg chg="mod">
          <ac:chgData name="park sehun" userId="a5dd5dda71ea150a" providerId="LiveId" clId="{C43683D0-D4D9-4BED-9220-AD1E10ADF921}" dt="2020-04-20T05:59:04.483" v="4937" actId="1076"/>
          <ac:spMkLst>
            <pc:docMk/>
            <pc:sldMk cId="4281092093" sldId="1211"/>
            <ac:spMk id="42" creationId="{B1C9A060-973F-44B0-87E2-38BF88A3FD4E}"/>
          </ac:spMkLst>
        </pc:spChg>
        <pc:spChg chg="mod">
          <ac:chgData name="park sehun" userId="a5dd5dda71ea150a" providerId="LiveId" clId="{C43683D0-D4D9-4BED-9220-AD1E10ADF921}" dt="2020-04-20T05:59:59.973" v="5158" actId="1038"/>
          <ac:spMkLst>
            <pc:docMk/>
            <pc:sldMk cId="4281092093" sldId="1211"/>
            <ac:spMk id="43" creationId="{8EF3060A-A8CF-4439-A760-418616147283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44" creationId="{390CF0EA-5978-4C4F-A088-2D4C70EBC793}"/>
          </ac:spMkLst>
        </pc:spChg>
        <pc:spChg chg="mod">
          <ac:chgData name="park sehun" userId="a5dd5dda71ea150a" providerId="LiveId" clId="{C43683D0-D4D9-4BED-9220-AD1E10ADF921}" dt="2020-04-20T06:02:23.181" v="5232" actId="1036"/>
          <ac:spMkLst>
            <pc:docMk/>
            <pc:sldMk cId="4281092093" sldId="1211"/>
            <ac:spMk id="45" creationId="{A1B408C6-843F-4A9F-BBA4-416D9B02B161}"/>
          </ac:spMkLst>
        </pc:spChg>
        <pc:spChg chg="del">
          <ac:chgData name="park sehun" userId="a5dd5dda71ea150a" providerId="LiveId" clId="{C43683D0-D4D9-4BED-9220-AD1E10ADF921}" dt="2020-04-20T05:55:46.188" v="4725" actId="478"/>
          <ac:spMkLst>
            <pc:docMk/>
            <pc:sldMk cId="4281092093" sldId="1211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5:51:14.884" v="4548" actId="20577"/>
          <ac:spMkLst>
            <pc:docMk/>
            <pc:sldMk cId="4281092093" sldId="1211"/>
            <ac:spMk id="51" creationId="{6E497FE8-ACB2-4270-AE46-10B163AEEAD0}"/>
          </ac:spMkLst>
        </pc:spChg>
        <pc:spChg chg="add mod">
          <ac:chgData name="park sehun" userId="a5dd5dda71ea150a" providerId="LiveId" clId="{C43683D0-D4D9-4BED-9220-AD1E10ADF921}" dt="2020-04-20T05:55:05.445" v="4703" actId="1076"/>
          <ac:spMkLst>
            <pc:docMk/>
            <pc:sldMk cId="4281092093" sldId="1211"/>
            <ac:spMk id="52" creationId="{03516CA8-42D3-4B71-89F7-4FA963E8AC46}"/>
          </ac:spMkLst>
        </pc:spChg>
        <pc:spChg chg="mod">
          <ac:chgData name="park sehun" userId="a5dd5dda71ea150a" providerId="LiveId" clId="{C43683D0-D4D9-4BED-9220-AD1E10ADF921}" dt="2020-04-20T06:00:26.802" v="5169" actId="20577"/>
          <ac:spMkLst>
            <pc:docMk/>
            <pc:sldMk cId="4281092093" sldId="1211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0T05:47:12.790" v="4453" actId="20577"/>
          <ac:spMkLst>
            <pc:docMk/>
            <pc:sldMk cId="4281092093" sldId="1211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5:47:43.575" v="4457" actId="478"/>
          <ac:spMkLst>
            <pc:docMk/>
            <pc:sldMk cId="4281092093" sldId="1211"/>
            <ac:spMk id="55" creationId="{03A165D2-3D2D-4C51-844B-512A16A883D0}"/>
          </ac:spMkLst>
        </pc:spChg>
        <pc:spChg chg="del">
          <ac:chgData name="park sehun" userId="a5dd5dda71ea150a" providerId="LiveId" clId="{C43683D0-D4D9-4BED-9220-AD1E10ADF921}" dt="2020-04-20T05:52:54.965" v="4591" actId="478"/>
          <ac:spMkLst>
            <pc:docMk/>
            <pc:sldMk cId="4281092093" sldId="1211"/>
            <ac:spMk id="56" creationId="{BB41BF06-9C33-4E67-B580-716DF1A1550F}"/>
          </ac:spMkLst>
        </pc:spChg>
        <pc:spChg chg="del">
          <ac:chgData name="park sehun" userId="a5dd5dda71ea150a" providerId="LiveId" clId="{C43683D0-D4D9-4BED-9220-AD1E10ADF921}" dt="2020-04-20T05:47:39.494" v="4455" actId="478"/>
          <ac:spMkLst>
            <pc:docMk/>
            <pc:sldMk cId="4281092093" sldId="1211"/>
            <ac:spMk id="61" creationId="{564B67B8-3547-4D76-B4AD-EBE3D12F0D39}"/>
          </ac:spMkLst>
        </pc:spChg>
        <pc:spChg chg="del mod">
          <ac:chgData name="park sehun" userId="a5dd5dda71ea150a" providerId="LiveId" clId="{C43683D0-D4D9-4BED-9220-AD1E10ADF921}" dt="2020-04-20T05:52:52.229" v="4590" actId="478"/>
          <ac:spMkLst>
            <pc:docMk/>
            <pc:sldMk cId="4281092093" sldId="1211"/>
            <ac:spMk id="63" creationId="{8CF57F6D-10C1-4AB8-AFA1-02FA3FA793E8}"/>
          </ac:spMkLst>
        </pc:spChg>
        <pc:spChg chg="add mod">
          <ac:chgData name="park sehun" userId="a5dd5dda71ea150a" providerId="LiveId" clId="{C43683D0-D4D9-4BED-9220-AD1E10ADF921}" dt="2020-04-20T05:56:17.380" v="4771" actId="1037"/>
          <ac:spMkLst>
            <pc:docMk/>
            <pc:sldMk cId="4281092093" sldId="1211"/>
            <ac:spMk id="67" creationId="{0D9D1E2A-D0A2-4FE7-B197-2EFFBA5D1A09}"/>
          </ac:spMkLst>
        </pc:spChg>
        <pc:spChg chg="add mod">
          <ac:chgData name="park sehun" userId="a5dd5dda71ea150a" providerId="LiveId" clId="{C43683D0-D4D9-4BED-9220-AD1E10ADF921}" dt="2020-04-20T05:59:18.068" v="4988" actId="1036"/>
          <ac:spMkLst>
            <pc:docMk/>
            <pc:sldMk cId="4281092093" sldId="1211"/>
            <ac:spMk id="70" creationId="{B387CF70-D830-47D8-9D87-B17252F27E48}"/>
          </ac:spMkLst>
        </pc:spChg>
        <pc:spChg chg="del">
          <ac:chgData name="park sehun" userId="a5dd5dda71ea150a" providerId="LiveId" clId="{C43683D0-D4D9-4BED-9220-AD1E10ADF921}" dt="2020-04-20T05:47:41.634" v="4456" actId="478"/>
          <ac:spMkLst>
            <pc:docMk/>
            <pc:sldMk cId="4281092093" sldId="1211"/>
            <ac:spMk id="71" creationId="{68612BC9-CDE7-495C-BD01-5B173DA8540C}"/>
          </ac:spMkLst>
        </pc:spChg>
        <pc:spChg chg="add mod">
          <ac:chgData name="park sehun" userId="a5dd5dda71ea150a" providerId="LiveId" clId="{C43683D0-D4D9-4BED-9220-AD1E10ADF921}" dt="2020-04-20T05:59:21.815" v="5014" actId="1035"/>
          <ac:spMkLst>
            <pc:docMk/>
            <pc:sldMk cId="4281092093" sldId="1211"/>
            <ac:spMk id="72" creationId="{1093BFF0-5363-4B76-9605-BAAD5018D494}"/>
          </ac:spMkLst>
        </pc:spChg>
        <pc:spChg chg="add mod">
          <ac:chgData name="park sehun" userId="a5dd5dda71ea150a" providerId="LiveId" clId="{C43683D0-D4D9-4BED-9220-AD1E10ADF921}" dt="2020-04-20T05:59:30.278" v="5039" actId="20577"/>
          <ac:spMkLst>
            <pc:docMk/>
            <pc:sldMk cId="4281092093" sldId="1211"/>
            <ac:spMk id="73" creationId="{1883C4F8-BD04-48C9-BDE5-DD2070F21DAF}"/>
          </ac:spMkLst>
        </pc:spChg>
        <pc:spChg chg="add mod">
          <ac:chgData name="park sehun" userId="a5dd5dda71ea150a" providerId="LiveId" clId="{C43683D0-D4D9-4BED-9220-AD1E10ADF921}" dt="2020-04-20T06:03:23.013" v="5406" actId="1036"/>
          <ac:spMkLst>
            <pc:docMk/>
            <pc:sldMk cId="4281092093" sldId="1211"/>
            <ac:spMk id="74" creationId="{E5F8E690-ACEC-4227-B405-693F7AC18798}"/>
          </ac:spMkLst>
        </pc:spChg>
        <pc:spChg chg="add mod">
          <ac:chgData name="park sehun" userId="a5dd5dda71ea150a" providerId="LiveId" clId="{C43683D0-D4D9-4BED-9220-AD1E10ADF921}" dt="2020-04-20T06:02:33.563" v="5252" actId="20577"/>
          <ac:spMkLst>
            <pc:docMk/>
            <pc:sldMk cId="4281092093" sldId="1211"/>
            <ac:spMk id="75" creationId="{7AC08CE9-1913-4899-8E4C-B4028663D46C}"/>
          </ac:spMkLst>
        </pc:spChg>
        <pc:spChg chg="del mod">
          <ac:chgData name="park sehun" userId="a5dd5dda71ea150a" providerId="LiveId" clId="{C43683D0-D4D9-4BED-9220-AD1E10ADF921}" dt="2020-04-20T05:53:04.210" v="4595" actId="478"/>
          <ac:spMkLst>
            <pc:docMk/>
            <pc:sldMk cId="4281092093" sldId="1211"/>
            <ac:spMk id="76" creationId="{B5EB5AE6-A589-4A54-B05C-856791F34305}"/>
          </ac:spMkLst>
        </pc:spChg>
        <pc:spChg chg="del">
          <ac:chgData name="park sehun" userId="a5dd5dda71ea150a" providerId="LiveId" clId="{C43683D0-D4D9-4BED-9220-AD1E10ADF921}" dt="2020-04-20T05:47:37.662" v="4454" actId="478"/>
          <ac:spMkLst>
            <pc:docMk/>
            <pc:sldMk cId="4281092093" sldId="1211"/>
            <ac:spMk id="77" creationId="{A1C9CBBB-442E-4A27-BC56-34EE4B2C71D5}"/>
          </ac:spMkLst>
        </pc:spChg>
        <pc:spChg chg="del">
          <ac:chgData name="park sehun" userId="a5dd5dda71ea150a" providerId="LiveId" clId="{C43683D0-D4D9-4BED-9220-AD1E10ADF921}" dt="2020-04-20T05:52:57.704" v="4592" actId="478"/>
          <ac:spMkLst>
            <pc:docMk/>
            <pc:sldMk cId="4281092093" sldId="1211"/>
            <ac:spMk id="78" creationId="{0B83E74A-4A4E-4E0C-AD94-7D5E324DE748}"/>
          </ac:spMkLst>
        </pc:spChg>
        <pc:spChg chg="add mod">
          <ac:chgData name="park sehun" userId="a5dd5dda71ea150a" providerId="LiveId" clId="{C43683D0-D4D9-4BED-9220-AD1E10ADF921}" dt="2020-04-20T06:03:32.708" v="5415" actId="1038"/>
          <ac:spMkLst>
            <pc:docMk/>
            <pc:sldMk cId="4281092093" sldId="1211"/>
            <ac:spMk id="79" creationId="{B405020A-BE9D-48A5-8B2E-F7B7DD0360D7}"/>
          </ac:spMkLst>
        </pc:spChg>
        <pc:spChg chg="add mod">
          <ac:chgData name="park sehun" userId="a5dd5dda71ea150a" providerId="LiveId" clId="{C43683D0-D4D9-4BED-9220-AD1E10ADF921}" dt="2020-04-20T06:03:26.677" v="5408" actId="1036"/>
          <ac:spMkLst>
            <pc:docMk/>
            <pc:sldMk cId="4281092093" sldId="1211"/>
            <ac:spMk id="80" creationId="{37B3D2FC-7048-40B8-A426-85ED31E64E52}"/>
          </ac:spMkLst>
        </pc:spChg>
        <pc:spChg chg="add mod">
          <ac:chgData name="park sehun" userId="a5dd5dda71ea150a" providerId="LiveId" clId="{C43683D0-D4D9-4BED-9220-AD1E10ADF921}" dt="2020-04-20T06:03:37.509" v="5417" actId="1035"/>
          <ac:spMkLst>
            <pc:docMk/>
            <pc:sldMk cId="4281092093" sldId="1211"/>
            <ac:spMk id="81" creationId="{14F1C483-95D8-4DCE-BC95-98459742FD6F}"/>
          </ac:spMkLst>
        </pc:spChg>
        <pc:spChg chg="add mod">
          <ac:chgData name="park sehun" userId="a5dd5dda71ea150a" providerId="LiveId" clId="{C43683D0-D4D9-4BED-9220-AD1E10ADF921}" dt="2020-04-20T06:04:00.020" v="5442" actId="20577"/>
          <ac:spMkLst>
            <pc:docMk/>
            <pc:sldMk cId="4281092093" sldId="1211"/>
            <ac:spMk id="82" creationId="{DEE3959A-E83D-42DF-95F0-CEA425AAEF65}"/>
          </ac:spMkLst>
        </pc:spChg>
        <pc:spChg chg="mod">
          <ac:chgData name="park sehun" userId="a5dd5dda71ea150a" providerId="LiveId" clId="{C43683D0-D4D9-4BED-9220-AD1E10ADF921}" dt="2020-04-20T05:43:50.560" v="4213"/>
          <ac:spMkLst>
            <pc:docMk/>
            <pc:sldMk cId="4281092093" sldId="1211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0T05:53:14.460" v="4607" actId="1036"/>
          <ac:graphicFrameMkLst>
            <pc:docMk/>
            <pc:sldMk cId="4281092093" sldId="1211"/>
            <ac:graphicFrameMk id="2" creationId="{811A7EBA-E1AD-458F-8685-69A517FB66EB}"/>
          </ac:graphicFrameMkLst>
        </pc:graphicFrameChg>
        <pc:graphicFrameChg chg="add del mod">
          <ac:chgData name="park sehun" userId="a5dd5dda71ea150a" providerId="LiveId" clId="{C43683D0-D4D9-4BED-9220-AD1E10ADF921}" dt="2020-04-20T05:55:46.188" v="4725" actId="478"/>
          <ac:graphicFrameMkLst>
            <pc:docMk/>
            <pc:sldMk cId="4281092093" sldId="1211"/>
            <ac:graphicFrameMk id="36" creationId="{08881BD9-DC01-46DF-9742-A9787B92A60F}"/>
          </ac:graphicFrameMkLst>
        </pc:graphicFrameChg>
        <pc:graphicFrameChg chg="mod modGraphic">
          <ac:chgData name="park sehun" userId="a5dd5dda71ea150a" providerId="LiveId" clId="{C43683D0-D4D9-4BED-9220-AD1E10ADF921}" dt="2020-04-20T05:54:18.068" v="4674" actId="1035"/>
          <ac:graphicFrameMkLst>
            <pc:docMk/>
            <pc:sldMk cId="4281092093" sldId="1211"/>
            <ac:graphicFrameMk id="37" creationId="{B404B55C-E378-450B-8567-8123BE4AEFCE}"/>
          </ac:graphicFrameMkLst>
        </pc:graphicFrameChg>
        <pc:graphicFrameChg chg="del">
          <ac:chgData name="park sehun" userId="a5dd5dda71ea150a" providerId="LiveId" clId="{C43683D0-D4D9-4BED-9220-AD1E10ADF921}" dt="2020-04-20T05:54:09.324" v="4658" actId="478"/>
          <ac:graphicFrameMkLst>
            <pc:docMk/>
            <pc:sldMk cId="4281092093" sldId="1211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0T05:55:30.963" v="4724" actId="20577"/>
          <ac:graphicFrameMkLst>
            <pc:docMk/>
            <pc:sldMk cId="4281092093" sldId="1211"/>
            <ac:graphicFrameMk id="49" creationId="{322D74D3-1E39-4F43-830A-BFEC933AE1FE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58" creationId="{F317B2E5-6EAD-49B1-837E-888D29D51389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59" creationId="{B1857691-C5F7-445E-A759-5BB7A01E7DE1}"/>
          </ac:graphicFrameMkLst>
        </pc:graphicFrameChg>
        <pc:graphicFrameChg chg="add mod">
          <ac:chgData name="park sehun" userId="a5dd5dda71ea150a" providerId="LiveId" clId="{C43683D0-D4D9-4BED-9220-AD1E10ADF921}" dt="2020-04-20T05:56:17.380" v="4771" actId="1037"/>
          <ac:graphicFrameMkLst>
            <pc:docMk/>
            <pc:sldMk cId="4281092093" sldId="1211"/>
            <ac:graphicFrameMk id="62" creationId="{A0C4B59B-9259-4FFF-91D0-5B7500DE551D}"/>
          </ac:graphicFrameMkLst>
        </pc:graphicFrameChg>
        <pc:cxnChg chg="mod">
          <ac:chgData name="park sehun" userId="a5dd5dda71ea150a" providerId="LiveId" clId="{C43683D0-D4D9-4BED-9220-AD1E10ADF921}" dt="2020-04-20T05:55:05.445" v="4703" actId="1076"/>
          <ac:cxnSpMkLst>
            <pc:docMk/>
            <pc:sldMk cId="4281092093" sldId="1211"/>
            <ac:cxnSpMk id="39" creationId="{C851932A-4916-4E8E-ADCE-BBDCE58175C0}"/>
          </ac:cxnSpMkLst>
        </pc:cxnChg>
        <pc:cxnChg chg="del mod">
          <ac:chgData name="park sehun" userId="a5dd5dda71ea150a" providerId="LiveId" clId="{C43683D0-D4D9-4BED-9220-AD1E10ADF921}" dt="2020-04-20T05:55:46.188" v="4725" actId="478"/>
          <ac:cxnSpMkLst>
            <pc:docMk/>
            <pc:sldMk cId="4281092093" sldId="1211"/>
            <ac:cxnSpMk id="46" creationId="{ED63783E-00B0-4DE2-BAA1-7DBBAD23574D}"/>
          </ac:cxnSpMkLst>
        </pc:cxnChg>
        <pc:cxnChg chg="del">
          <ac:chgData name="park sehun" userId="a5dd5dda71ea150a" providerId="LiveId" clId="{C43683D0-D4D9-4BED-9220-AD1E10ADF921}" dt="2020-04-20T05:55:46.188" v="4725" actId="478"/>
          <ac:cxnSpMkLst>
            <pc:docMk/>
            <pc:sldMk cId="4281092093" sldId="1211"/>
            <ac:cxnSpMk id="48" creationId="{1F0AC650-39C6-425E-9CBF-0F333F010677}"/>
          </ac:cxnSpMkLst>
        </pc:cxnChg>
        <pc:cxnChg chg="add mod">
          <ac:chgData name="park sehun" userId="a5dd5dda71ea150a" providerId="LiveId" clId="{C43683D0-D4D9-4BED-9220-AD1E10ADF921}" dt="2020-04-20T05:55:26.540" v="4719" actId="1036"/>
          <ac:cxnSpMkLst>
            <pc:docMk/>
            <pc:sldMk cId="4281092093" sldId="1211"/>
            <ac:cxnSpMk id="57" creationId="{B000BEB6-A138-4AE8-839D-52FB73914601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0" creationId="{349CCEEA-C45E-41A2-9B24-A9336CC0A39C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8" creationId="{933AE329-BB7C-4770-8AA2-9ACE76B90A61}"/>
          </ac:cxnSpMkLst>
        </pc:cxnChg>
        <pc:cxnChg chg="add mod">
          <ac:chgData name="park sehun" userId="a5dd5dda71ea150a" providerId="LiveId" clId="{C43683D0-D4D9-4BED-9220-AD1E10ADF921}" dt="2020-04-20T05:56:17.380" v="4771" actId="1037"/>
          <ac:cxnSpMkLst>
            <pc:docMk/>
            <pc:sldMk cId="4281092093" sldId="1211"/>
            <ac:cxnSpMk id="69" creationId="{25D10368-56B5-47FA-9332-EA42D2760BEA}"/>
          </ac:cxnSpMkLst>
        </pc:cxnChg>
      </pc:sldChg>
      <pc:sldChg chg="addSp delSp modSp add modAnim">
        <pc:chgData name="park sehun" userId="a5dd5dda71ea150a" providerId="LiveId" clId="{C43683D0-D4D9-4BED-9220-AD1E10ADF921}" dt="2020-04-20T07:02:39.575" v="6280" actId="478"/>
        <pc:sldMkLst>
          <pc:docMk/>
          <pc:sldMk cId="3595305684" sldId="1212"/>
        </pc:sldMkLst>
        <pc:spChg chg="add mod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3" creationId="{91CAE03D-76B5-4BB3-AFEA-A0E051BF4A9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" creationId="{9DA76C4A-1B38-4C07-A24B-3F7114B667CD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29" creationId="{B905D88A-DEF2-4395-816E-0E8DB9210F39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4" creationId="{390CF0EA-5978-4C4F-A088-2D4C70EBC793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47" creationId="{B2711BC8-8BBB-464D-923D-5476D78556CA}"/>
          </ac:spMkLst>
        </pc:spChg>
        <pc:spChg chg="mod">
          <ac:chgData name="park sehun" userId="a5dd5dda71ea150a" providerId="LiveId" clId="{C43683D0-D4D9-4BED-9220-AD1E10ADF921}" dt="2020-04-20T07:02:26.733" v="6279"/>
          <ac:spMkLst>
            <pc:docMk/>
            <pc:sldMk cId="3595305684" sldId="1212"/>
            <ac:spMk id="54" creationId="{C29D6112-022A-4BE0-B087-9B0A74023A4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61" creationId="{564B67B8-3547-4D76-B4AD-EBE3D12F0D39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67" creationId="{E0764F22-D0C3-4645-90C2-1F683D54B16B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1" creationId="{68612BC9-CDE7-495C-BD01-5B173DA8540C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7" creationId="{A1C9CBBB-442E-4A27-BC56-34EE4B2C71D5}"/>
          </ac:spMkLst>
        </pc:spChg>
        <pc:spChg chg="del">
          <ac:chgData name="park sehun" userId="a5dd5dda71ea150a" providerId="LiveId" clId="{C43683D0-D4D9-4BED-9220-AD1E10ADF921}" dt="2020-04-20T07:02:39.575" v="6280" actId="478"/>
          <ac:spMkLst>
            <pc:docMk/>
            <pc:sldMk cId="3595305684" sldId="1212"/>
            <ac:spMk id="79" creationId="{A951E3B4-AD16-48AC-955D-E4A7EBE0EAD8}"/>
          </ac:spMkLst>
        </pc:spChg>
        <pc:spChg chg="mod">
          <ac:chgData name="park sehun" userId="a5dd5dda71ea150a" providerId="LiveId" clId="{C43683D0-D4D9-4BED-9220-AD1E10ADF921}" dt="2020-04-20T07:02:17.307" v="6267" actId="6549"/>
          <ac:spMkLst>
            <pc:docMk/>
            <pc:sldMk cId="3595305684" sldId="1212"/>
            <ac:spMk id="62466" creationId="{00000000-0000-0000-0000-000000000000}"/>
          </ac:spMkLst>
        </pc:sp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2" creationId="{811A7EBA-E1AD-458F-8685-69A517FB66EB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2" creationId="{B38F4016-3A99-4D13-A24F-D2CE37D0F7CF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3" creationId="{425057D4-8B04-45BF-848C-E099E6C4F67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5" creationId="{D42FCB12-D95D-4637-AEFB-A5B46FFFE69E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49" creationId="{7D6C96EB-DF84-403B-8082-150F2D6B09E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2" creationId="{AA3823FD-3347-4382-8970-CB5BB1CBF4C3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7" creationId="{FE446AD7-D469-498B-A0BC-714AE4F3A23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58" creationId="{F967257F-3565-478C-9674-5339408F3497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68" creationId="{6009DEB4-06BB-4D4C-B5A2-BC6924AEC812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69" creationId="{04BC5D41-31C6-49D6-9270-3C3A6E74A819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70" creationId="{362FCB37-2BC2-46E0-ABB8-8DFFA973F46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72" creationId="{5440D69C-441C-4618-BB44-0AA8626259F6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0" creationId="{0AFC8000-C27F-4D54-B01C-4EF5AEBE818F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1" creationId="{5369E0A6-C624-4A29-8BE0-169F30F525B8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2" creationId="{47E92242-4430-49C4-8D29-0A5244A65937}"/>
          </ac:graphicFrameMkLst>
        </pc:graphicFrameChg>
        <pc:graphicFrameChg chg="del">
          <ac:chgData name="park sehun" userId="a5dd5dda71ea150a" providerId="LiveId" clId="{C43683D0-D4D9-4BED-9220-AD1E10ADF921}" dt="2020-04-20T07:02:39.575" v="6280" actId="478"/>
          <ac:graphicFrameMkLst>
            <pc:docMk/>
            <pc:sldMk cId="3595305684" sldId="1212"/>
            <ac:graphicFrameMk id="83" creationId="{7667D68B-90C5-46B4-B3C6-AB3605E4B218}"/>
          </ac:graphicFrameMkLst>
        </pc:graphicFrame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12" creationId="{B8AA127B-AD8A-42FE-824A-2F28744C5A72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59" creationId="{65D8F20C-26B9-4A3C-B31E-D491E42800BA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60" creationId="{87CF2606-D3D7-4684-A78C-BF2C8365B1E8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62" creationId="{16ABFDED-741C-40AE-81EE-8A14ACF41FB8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3" creationId="{9A30E74A-F850-49D1-B1D5-E541933E6D16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4" creationId="{99956735-793C-4DC4-97B1-A91B98698BC5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75" creationId="{24008AEB-51C2-4C6E-B644-50D3B568CF5D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4" creationId="{DDC63F22-04D0-480A-962A-4F0B490306F6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5" creationId="{FADA253E-6EFD-463B-A75B-7C3D9E56C7A5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6" creationId="{4C24C48F-48EA-46D3-B2EB-84F57560054B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7" creationId="{DF47BA7A-5D49-4766-80E6-8C0E2040B184}"/>
          </ac:cxnSpMkLst>
        </pc:cxnChg>
        <pc:cxnChg chg="del">
          <ac:chgData name="park sehun" userId="a5dd5dda71ea150a" providerId="LiveId" clId="{C43683D0-D4D9-4BED-9220-AD1E10ADF921}" dt="2020-04-20T07:02:39.575" v="6280" actId="478"/>
          <ac:cxnSpMkLst>
            <pc:docMk/>
            <pc:sldMk cId="3595305684" sldId="1212"/>
            <ac:cxnSpMk id="88" creationId="{097B7E9B-ACE1-48EB-AA3D-37AA74F1163E}"/>
          </ac:cxnSpMkLst>
        </pc:cxnChg>
      </pc:sldChg>
      <pc:sldChg chg="modSp add">
        <pc:chgData name="park sehun" userId="a5dd5dda71ea150a" providerId="LiveId" clId="{C43683D0-D4D9-4BED-9220-AD1E10ADF921}" dt="2020-04-20T07:03:08.543" v="6282"/>
        <pc:sldMkLst>
          <pc:docMk/>
          <pc:sldMk cId="1466102245" sldId="1213"/>
        </pc:sldMkLst>
        <pc:spChg chg="mod">
          <ac:chgData name="park sehun" userId="a5dd5dda71ea150a" providerId="LiveId" clId="{C43683D0-D4D9-4BED-9220-AD1E10ADF921}" dt="2020-04-20T07:03:08.543" v="6282"/>
          <ac:spMkLst>
            <pc:docMk/>
            <pc:sldMk cId="1466102245" sldId="1213"/>
            <ac:spMk id="62466" creationId="{00000000-0000-0000-0000-000000000000}"/>
          </ac:spMkLst>
        </pc:spChg>
      </pc:sldChg>
      <pc:sldChg chg="modSp add del">
        <pc:chgData name="park sehun" userId="a5dd5dda71ea150a" providerId="LiveId" clId="{C43683D0-D4D9-4BED-9220-AD1E10ADF921}" dt="2020-04-27T02:07:39.249" v="11548" actId="47"/>
        <pc:sldMkLst>
          <pc:docMk/>
          <pc:sldMk cId="3101088972" sldId="1214"/>
        </pc:sldMkLst>
        <pc:spChg chg="mod">
          <ac:chgData name="park sehun" userId="a5dd5dda71ea150a" providerId="LiveId" clId="{C43683D0-D4D9-4BED-9220-AD1E10ADF921}" dt="2020-04-20T07:04:22.911" v="6285" actId="6549"/>
          <ac:spMkLst>
            <pc:docMk/>
            <pc:sldMk cId="3101088972" sldId="1214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4T06:55:00.696" v="11535" actId="6549"/>
          <ac:spMkLst>
            <pc:docMk/>
            <pc:sldMk cId="3101088972" sldId="1214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0T07:04:18.170" v="6284"/>
          <ac:spMkLst>
            <pc:docMk/>
            <pc:sldMk cId="3101088972" sldId="1214"/>
            <ac:spMk id="62466" creationId="{00000000-0000-0000-0000-000000000000}"/>
          </ac:spMkLst>
        </pc:spChg>
      </pc:sldChg>
      <pc:sldChg chg="modSp add del">
        <pc:chgData name="park sehun" userId="a5dd5dda71ea150a" providerId="LiveId" clId="{C43683D0-D4D9-4BED-9220-AD1E10ADF921}" dt="2020-04-23T05:44:07.882" v="7968" actId="47"/>
        <pc:sldMkLst>
          <pc:docMk/>
          <pc:sldMk cId="3526425381" sldId="1215"/>
        </pc:sldMkLst>
        <pc:spChg chg="mod">
          <ac:chgData name="park sehun" userId="a5dd5dda71ea150a" providerId="LiveId" clId="{C43683D0-D4D9-4BED-9220-AD1E10ADF921}" dt="2020-04-23T05:42:37.479" v="7967" actId="20577"/>
          <ac:spMkLst>
            <pc:docMk/>
            <pc:sldMk cId="3526425381" sldId="1215"/>
            <ac:spMk id="54" creationId="{C29D6112-022A-4BE0-B087-9B0A74023A45}"/>
          </ac:spMkLst>
        </pc:spChg>
      </pc:sldChg>
      <pc:sldChg chg="addSp delSp modSp add">
        <pc:chgData name="park sehun" userId="a5dd5dda71ea150a" providerId="LiveId" clId="{C43683D0-D4D9-4BED-9220-AD1E10ADF921}" dt="2020-04-23T05:55:46.536" v="8698" actId="6549"/>
        <pc:sldMkLst>
          <pc:docMk/>
          <pc:sldMk cId="3942243655" sldId="1215"/>
        </pc:sldMkLst>
        <pc:spChg chg="mod">
          <ac:chgData name="park sehun" userId="a5dd5dda71ea150a" providerId="LiveId" clId="{C43683D0-D4D9-4BED-9220-AD1E10ADF921}" dt="2020-04-23T05:48:47.002" v="8096" actId="255"/>
          <ac:spMkLst>
            <pc:docMk/>
            <pc:sldMk cId="3942243655" sldId="1215"/>
            <ac:spMk id="4" creationId="{9DA76C4A-1B38-4C07-A24B-3F7114B667CD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27" creationId="{F4A11494-B244-45B1-BB14-C8660C6B2A0A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38" creationId="{5CE80584-6102-4791-8519-9674361324DF}"/>
          </ac:spMkLst>
        </pc:spChg>
        <pc:spChg chg="add mod">
          <ac:chgData name="park sehun" userId="a5dd5dda71ea150a" providerId="LiveId" clId="{C43683D0-D4D9-4BED-9220-AD1E10ADF921}" dt="2020-04-23T05:49:27.446" v="8219" actId="1038"/>
          <ac:spMkLst>
            <pc:docMk/>
            <pc:sldMk cId="3942243655" sldId="1215"/>
            <ac:spMk id="41" creationId="{5A8193FB-C156-4BE3-83B7-263C5BC4C2CF}"/>
          </ac:spMkLst>
        </pc:spChg>
        <pc:spChg chg="add mod">
          <ac:chgData name="park sehun" userId="a5dd5dda71ea150a" providerId="LiveId" clId="{C43683D0-D4D9-4BED-9220-AD1E10ADF921}" dt="2020-04-23T05:52:52.092" v="8416" actId="20577"/>
          <ac:spMkLst>
            <pc:docMk/>
            <pc:sldMk cId="3942243655" sldId="1215"/>
            <ac:spMk id="42" creationId="{7548568A-A020-4F83-B412-9F4A6B1DD6BC}"/>
          </ac:spMkLst>
        </pc:spChg>
        <pc:spChg chg="mod">
          <ac:chgData name="park sehun" userId="a5dd5dda71ea150a" providerId="LiveId" clId="{C43683D0-D4D9-4BED-9220-AD1E10ADF921}" dt="2020-04-23T05:55:46.536" v="8698" actId="6549"/>
          <ac:spMkLst>
            <pc:docMk/>
            <pc:sldMk cId="3942243655" sldId="1215"/>
            <ac:spMk id="54" creationId="{C29D6112-022A-4BE0-B087-9B0A74023A45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56" creationId="{BBD94C56-1AB2-4634-A417-DB8456950166}"/>
          </ac:spMkLst>
        </pc:spChg>
        <pc:spChg chg="mod">
          <ac:chgData name="park sehun" userId="a5dd5dda71ea150a" providerId="LiveId" clId="{C43683D0-D4D9-4BED-9220-AD1E10ADF921}" dt="2020-04-23T05:48:54.468" v="8108" actId="1037"/>
          <ac:spMkLst>
            <pc:docMk/>
            <pc:sldMk cId="3942243655" sldId="1215"/>
            <ac:spMk id="65" creationId="{53F129E3-6D7B-48BB-9761-A6DEE22347C5}"/>
          </ac:spMkLst>
        </pc:spChg>
        <pc:spChg chg="mod">
          <ac:chgData name="park sehun" userId="a5dd5dda71ea150a" providerId="LiveId" clId="{C43683D0-D4D9-4BED-9220-AD1E10ADF921}" dt="2020-04-23T05:49:07.195" v="8144" actId="1038"/>
          <ac:spMkLst>
            <pc:docMk/>
            <pc:sldMk cId="3942243655" sldId="1215"/>
            <ac:spMk id="66" creationId="{186D568E-3C76-4B43-8ACD-7EFA2134FAAA}"/>
          </ac:spMkLst>
        </pc:spChg>
        <pc:spChg chg="mod">
          <ac:chgData name="park sehun" userId="a5dd5dda71ea150a" providerId="LiveId" clId="{C43683D0-D4D9-4BED-9220-AD1E10ADF921}" dt="2020-04-23T05:49:00.299" v="8118" actId="1038"/>
          <ac:spMkLst>
            <pc:docMk/>
            <pc:sldMk cId="3942243655" sldId="1215"/>
            <ac:spMk id="67" creationId="{39346690-3BEF-44A0-8418-84CF2E4A1C15}"/>
          </ac:spMkLst>
        </pc:spChg>
        <pc:spChg chg="mod">
          <ac:chgData name="park sehun" userId="a5dd5dda71ea150a" providerId="LiveId" clId="{C43683D0-D4D9-4BED-9220-AD1E10ADF921}" dt="2020-04-23T05:44:26.385" v="7970"/>
          <ac:spMkLst>
            <pc:docMk/>
            <pc:sldMk cId="3942243655" sldId="1215"/>
            <ac:spMk id="62466" creationId="{00000000-0000-0000-0000-000000000000}"/>
          </ac:spMkLst>
        </pc:sp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2" creationId="{811A7EBA-E1AD-458F-8685-69A517FB66EB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25" creationId="{C0C9126C-331F-45FC-9F71-90CD554395D2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36" creationId="{E9D3725D-62E1-4F87-9B5F-393DE2602C4D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39" creationId="{A62F05A6-AD69-45C6-B6A2-4C6E055825D9}"/>
          </ac:graphicFrameMkLst>
        </pc:graphicFrameChg>
        <pc:graphicFrameChg chg="del">
          <ac:chgData name="park sehun" userId="a5dd5dda71ea150a" providerId="LiveId" clId="{C43683D0-D4D9-4BED-9220-AD1E10ADF921}" dt="2020-04-23T05:48:38.275" v="8094" actId="478"/>
          <ac:graphicFrameMkLst>
            <pc:docMk/>
            <pc:sldMk cId="3942243655" sldId="1215"/>
            <ac:graphicFrameMk id="45" creationId="{4F7618DE-36EE-4765-8BE9-DF6922922D4D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48" creationId="{87178D6C-577A-479D-BEE8-1A6E381AA27D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51" creationId="{9F71E50D-78E1-483D-8077-44726D149E8E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57" creationId="{E1213A3D-C31D-4080-B17C-41127E37F211}"/>
          </ac:graphicFrameMkLst>
        </pc:graphicFrameChg>
        <pc:graphicFrameChg chg="mod">
          <ac:chgData name="park sehun" userId="a5dd5dda71ea150a" providerId="LiveId" clId="{C43683D0-D4D9-4BED-9220-AD1E10ADF921}" dt="2020-04-23T05:49:00.299" v="8118" actId="1038"/>
          <ac:graphicFrameMkLst>
            <pc:docMk/>
            <pc:sldMk cId="3942243655" sldId="1215"/>
            <ac:graphicFrameMk id="58" creationId="{CBCCB4A7-8D86-4B0B-8949-A768A9CD6E8C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59" creationId="{252F9E7E-1DEB-4E86-ACD6-F96FE451999F}"/>
          </ac:graphicFrameMkLst>
        </pc:graphicFrameChg>
        <pc:graphicFrameChg chg="del">
          <ac:chgData name="park sehun" userId="a5dd5dda71ea150a" providerId="LiveId" clId="{C43683D0-D4D9-4BED-9220-AD1E10ADF921}" dt="2020-04-23T05:47:30.037" v="7998" actId="478"/>
          <ac:graphicFrameMkLst>
            <pc:docMk/>
            <pc:sldMk cId="3942243655" sldId="1215"/>
            <ac:graphicFrameMk id="70" creationId="{EF79CE71-FB9D-4706-886A-72D9A4661C7D}"/>
          </ac:graphicFrameMkLst>
        </pc:graphicFrame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26" creationId="{24A1FD71-0A62-4C6B-B42B-C9BD7AEE4BD7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37" creationId="{CC32A748-25A8-4893-BE2C-14AE3E88D9F8}"/>
          </ac:cxnSpMkLst>
        </pc:cxnChg>
        <pc:cxnChg chg="add mod">
          <ac:chgData name="park sehun" userId="a5dd5dda71ea150a" providerId="LiveId" clId="{C43683D0-D4D9-4BED-9220-AD1E10ADF921}" dt="2020-04-23T05:49:14.708" v="8216" actId="1037"/>
          <ac:cxnSpMkLst>
            <pc:docMk/>
            <pc:sldMk cId="3942243655" sldId="1215"/>
            <ac:cxnSpMk id="40" creationId="{153BC309-4858-4CF9-B64C-E36F123F857C}"/>
          </ac:cxnSpMkLst>
        </pc:cxnChg>
        <pc:cxnChg chg="del mod">
          <ac:chgData name="park sehun" userId="a5dd5dda71ea150a" providerId="LiveId" clId="{C43683D0-D4D9-4BED-9220-AD1E10ADF921}" dt="2020-04-23T05:48:38.275" v="8094" actId="478"/>
          <ac:cxnSpMkLst>
            <pc:docMk/>
            <pc:sldMk cId="3942243655" sldId="1215"/>
            <ac:cxnSpMk id="49" creationId="{265931F9-8747-424F-9F40-FDAC67124494}"/>
          </ac:cxnSpMkLst>
        </pc:cxnChg>
        <pc:cxnChg chg="del mod">
          <ac:chgData name="park sehun" userId="a5dd5dda71ea150a" providerId="LiveId" clId="{C43683D0-D4D9-4BED-9220-AD1E10ADF921}" dt="2020-04-23T05:48:40.442" v="8095" actId="478"/>
          <ac:cxnSpMkLst>
            <pc:docMk/>
            <pc:sldMk cId="3942243655" sldId="1215"/>
            <ac:cxnSpMk id="50" creationId="{00EDB15A-4C26-4C3B-BAB5-A91CA44BF3BF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52" creationId="{E43F0DF3-A70C-44BC-A835-09782FF6B9EB}"/>
          </ac:cxnSpMkLst>
        </pc:cxnChg>
        <pc:cxnChg chg="del">
          <ac:chgData name="park sehun" userId="a5dd5dda71ea150a" providerId="LiveId" clId="{C43683D0-D4D9-4BED-9220-AD1E10ADF921}" dt="2020-04-23T05:47:36.067" v="7999" actId="478"/>
          <ac:cxnSpMkLst>
            <pc:docMk/>
            <pc:sldMk cId="3942243655" sldId="1215"/>
            <ac:cxnSpMk id="60" creationId="{12995058-9B82-4184-A709-3D8D807FA9F2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62" creationId="{F06CA079-FB4D-41F8-AFD9-603361352D9B}"/>
          </ac:cxnSpMkLst>
        </pc:cxnChg>
        <pc:cxnChg chg="mod">
          <ac:chgData name="park sehun" userId="a5dd5dda71ea150a" providerId="LiveId" clId="{C43683D0-D4D9-4BED-9220-AD1E10ADF921}" dt="2020-04-23T05:48:51.059" v="8103" actId="1037"/>
          <ac:cxnSpMkLst>
            <pc:docMk/>
            <pc:sldMk cId="3942243655" sldId="1215"/>
            <ac:cxnSpMk id="64" creationId="{5270DB07-824E-40A1-BADC-DE6D19836E63}"/>
          </ac:cxnSpMkLst>
        </pc:cxnChg>
        <pc:cxnChg chg="mod">
          <ac:chgData name="park sehun" userId="a5dd5dda71ea150a" providerId="LiveId" clId="{C43683D0-D4D9-4BED-9220-AD1E10ADF921}" dt="2020-04-23T05:49:00.299" v="8118" actId="1038"/>
          <ac:cxnSpMkLst>
            <pc:docMk/>
            <pc:sldMk cId="3942243655" sldId="1215"/>
            <ac:cxnSpMk id="68" creationId="{7EE31A25-B7FA-4E02-99C8-E17C0E91BBAE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69" creationId="{C42DB1DD-01F2-472F-B8AF-17274DD3F768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73" creationId="{A4D76930-B9FA-44C5-A609-47D22872E438}"/>
          </ac:cxnSpMkLst>
        </pc:cxnChg>
        <pc:cxnChg chg="del mod">
          <ac:chgData name="park sehun" userId="a5dd5dda71ea150a" providerId="LiveId" clId="{C43683D0-D4D9-4BED-9220-AD1E10ADF921}" dt="2020-04-23T05:47:30.037" v="7998" actId="478"/>
          <ac:cxnSpMkLst>
            <pc:docMk/>
            <pc:sldMk cId="3942243655" sldId="1215"/>
            <ac:cxnSpMk id="74" creationId="{E07261D1-3AB1-45A0-9E3D-1B9E56B3C841}"/>
          </ac:cxnSpMkLst>
        </pc:cxnChg>
      </pc:sldChg>
      <pc:sldChg chg="addSp delSp modSp add">
        <pc:chgData name="park sehun" userId="a5dd5dda71ea150a" providerId="LiveId" clId="{C43683D0-D4D9-4BED-9220-AD1E10ADF921}" dt="2020-04-24T06:54:12.625" v="11534" actId="1038"/>
        <pc:sldMkLst>
          <pc:docMk/>
          <pc:sldMk cId="2432967560" sldId="1216"/>
        </pc:sldMkLst>
        <pc:spChg chg="mod">
          <ac:chgData name="park sehun" userId="a5dd5dda71ea150a" providerId="LiveId" clId="{C43683D0-D4D9-4BED-9220-AD1E10ADF921}" dt="2020-04-24T06:15:38.288" v="9377" actId="1038"/>
          <ac:spMkLst>
            <pc:docMk/>
            <pc:sldMk cId="2432967560" sldId="1216"/>
            <ac:spMk id="10" creationId="{F9AEA2BA-799E-470C-87A7-61505A44881D}"/>
          </ac:spMkLst>
        </pc:spChg>
        <pc:spChg chg="del">
          <ac:chgData name="park sehun" userId="a5dd5dda71ea150a" providerId="LiveId" clId="{C43683D0-D4D9-4BED-9220-AD1E10ADF921}" dt="2020-04-24T06:12:44.153" v="9218" actId="478"/>
          <ac:spMkLst>
            <pc:docMk/>
            <pc:sldMk cId="2432967560" sldId="1216"/>
            <ac:spMk id="15" creationId="{D74D9933-032F-4482-9CA5-2301BD627F5B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29" creationId="{B905D88A-DEF2-4395-816E-0E8DB9210F39}"/>
          </ac:spMkLst>
        </pc:spChg>
        <pc:spChg chg="add mod">
          <ac:chgData name="park sehun" userId="a5dd5dda71ea150a" providerId="LiveId" clId="{C43683D0-D4D9-4BED-9220-AD1E10ADF921}" dt="2020-04-24T06:40:13.008" v="10600" actId="1036"/>
          <ac:spMkLst>
            <pc:docMk/>
            <pc:sldMk cId="2432967560" sldId="1216"/>
            <ac:spMk id="29" creationId="{E1035D1F-06C6-480A-ACE2-2292D618F9A5}"/>
          </ac:spMkLst>
        </pc:spChg>
        <pc:spChg chg="add mod">
          <ac:chgData name="park sehun" userId="a5dd5dda71ea150a" providerId="LiveId" clId="{C43683D0-D4D9-4BED-9220-AD1E10ADF921}" dt="2020-04-24T06:41:18.584" v="10678" actId="1038"/>
          <ac:spMkLst>
            <pc:docMk/>
            <pc:sldMk cId="2432967560" sldId="1216"/>
            <ac:spMk id="30" creationId="{5B7D200B-0A31-4869-B0F4-4AE2BD16B730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1" creationId="{A4073C1E-65C4-4601-9E8A-4F6B5EEE3500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32" creationId="{7B2A9D1B-6100-4E94-BE12-672593546DCC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3" creationId="{568E98BC-0FBC-4D8A-9955-F9F0AE315866}"/>
          </ac:spMkLst>
        </pc:spChg>
        <pc:spChg chg="add mod">
          <ac:chgData name="park sehun" userId="a5dd5dda71ea150a" providerId="LiveId" clId="{C43683D0-D4D9-4BED-9220-AD1E10ADF921}" dt="2020-04-24T06:48:42.316" v="11228" actId="14100"/>
          <ac:spMkLst>
            <pc:docMk/>
            <pc:sldMk cId="2432967560" sldId="1216"/>
            <ac:spMk id="34" creationId="{70C1EDEC-F7DA-4F57-8496-234FF45F0782}"/>
          </ac:spMkLst>
        </pc:spChg>
        <pc:spChg chg="add mod">
          <ac:chgData name="park sehun" userId="a5dd5dda71ea150a" providerId="LiveId" clId="{C43683D0-D4D9-4BED-9220-AD1E10ADF921}" dt="2020-04-24T06:48:01.144" v="11146" actId="1037"/>
          <ac:spMkLst>
            <pc:docMk/>
            <pc:sldMk cId="2432967560" sldId="1216"/>
            <ac:spMk id="35" creationId="{4E8A9DDB-ADAD-46D8-B776-959FB415430C}"/>
          </ac:spMkLst>
        </pc:spChg>
        <pc:spChg chg="mod">
          <ac:chgData name="park sehun" userId="a5dd5dda71ea150a" providerId="LiveId" clId="{C43683D0-D4D9-4BED-9220-AD1E10ADF921}" dt="2020-04-24T06:29:56.044" v="10041" actId="1076"/>
          <ac:spMkLst>
            <pc:docMk/>
            <pc:sldMk cId="2432967560" sldId="1216"/>
            <ac:spMk id="40" creationId="{067DF4BC-D816-476B-B6CF-496EC5944DAE}"/>
          </ac:spMkLst>
        </pc:spChg>
        <pc:spChg chg="mod">
          <ac:chgData name="park sehun" userId="a5dd5dda71ea150a" providerId="LiveId" clId="{C43683D0-D4D9-4BED-9220-AD1E10ADF921}" dt="2020-04-24T06:44:37.032" v="10884" actId="1037"/>
          <ac:spMkLst>
            <pc:docMk/>
            <pc:sldMk cId="2432967560" sldId="1216"/>
            <ac:spMk id="41" creationId="{C92C3A17-9069-46C5-BD77-77274CF61402}"/>
          </ac:spMkLst>
        </pc:spChg>
        <pc:spChg chg="del">
          <ac:chgData name="park sehun" userId="a5dd5dda71ea150a" providerId="LiveId" clId="{C43683D0-D4D9-4BED-9220-AD1E10ADF921}" dt="2020-04-24T06:12:48.528" v="9219" actId="478"/>
          <ac:spMkLst>
            <pc:docMk/>
            <pc:sldMk cId="2432967560" sldId="1216"/>
            <ac:spMk id="42" creationId="{B1C9A060-973F-44B0-87E2-38BF88A3FD4E}"/>
          </ac:spMkLst>
        </pc:spChg>
        <pc:spChg chg="del">
          <ac:chgData name="park sehun" userId="a5dd5dda71ea150a" providerId="LiveId" clId="{C43683D0-D4D9-4BED-9220-AD1E10ADF921}" dt="2020-04-24T06:12:48.528" v="9219" actId="478"/>
          <ac:spMkLst>
            <pc:docMk/>
            <pc:sldMk cId="2432967560" sldId="1216"/>
            <ac:spMk id="43" creationId="{8EF3060A-A8CF-4439-A760-418616147283}"/>
          </ac:spMkLst>
        </pc:spChg>
        <pc:spChg chg="add mod">
          <ac:chgData name="park sehun" userId="a5dd5dda71ea150a" providerId="LiveId" clId="{C43683D0-D4D9-4BED-9220-AD1E10ADF921}" dt="2020-04-24T06:44:26.327" v="10820" actId="20577"/>
          <ac:spMkLst>
            <pc:docMk/>
            <pc:sldMk cId="2432967560" sldId="1216"/>
            <ac:spMk id="43" creationId="{98CD6578-6EBB-45F2-B040-63C5F43711BF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4" creationId="{390CF0EA-5978-4C4F-A088-2D4C70EBC793}"/>
          </ac:spMkLst>
        </pc:spChg>
        <pc:spChg chg="add mod">
          <ac:chgData name="park sehun" userId="a5dd5dda71ea150a" providerId="LiveId" clId="{C43683D0-D4D9-4BED-9220-AD1E10ADF921}" dt="2020-04-24T06:45:30.425" v="10967" actId="20577"/>
          <ac:spMkLst>
            <pc:docMk/>
            <pc:sldMk cId="2432967560" sldId="1216"/>
            <ac:spMk id="44" creationId="{C955176B-ED41-4680-868B-E92ACB1660EE}"/>
          </ac:spMkLst>
        </pc:spChg>
        <pc:spChg chg="add mod">
          <ac:chgData name="park sehun" userId="a5dd5dda71ea150a" providerId="LiveId" clId="{C43683D0-D4D9-4BED-9220-AD1E10ADF921}" dt="2020-04-24T06:45:10.010" v="10942" actId="1038"/>
          <ac:spMkLst>
            <pc:docMk/>
            <pc:sldMk cId="2432967560" sldId="1216"/>
            <ac:spMk id="45" creationId="{1B8A56DE-AADB-4F39-ABE4-DE3DC700BCD7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5" creationId="{A1B408C6-843F-4A9F-BBA4-416D9B02B161}"/>
          </ac:spMkLst>
        </pc:spChg>
        <pc:spChg chg="add mod">
          <ac:chgData name="park sehun" userId="a5dd5dda71ea150a" providerId="LiveId" clId="{C43683D0-D4D9-4BED-9220-AD1E10ADF921}" dt="2020-04-24T06:46:30.007" v="10998" actId="20577"/>
          <ac:spMkLst>
            <pc:docMk/>
            <pc:sldMk cId="2432967560" sldId="1216"/>
            <ac:spMk id="46" creationId="{F140CA78-C691-40EB-9467-092A5477F510}"/>
          </ac:spMkLst>
        </pc:spChg>
        <pc:spChg chg="del">
          <ac:chgData name="park sehun" userId="a5dd5dda71ea150a" providerId="LiveId" clId="{C43683D0-D4D9-4BED-9220-AD1E10ADF921}" dt="2020-04-24T06:12:41.304" v="9217" actId="478"/>
          <ac:spMkLst>
            <pc:docMk/>
            <pc:sldMk cId="2432967560" sldId="1216"/>
            <ac:spMk id="47" creationId="{B2711BC8-8BBB-464D-923D-5476D78556CA}"/>
          </ac:spMkLst>
        </pc:spChg>
        <pc:spChg chg="add mod">
          <ac:chgData name="park sehun" userId="a5dd5dda71ea150a" providerId="LiveId" clId="{C43683D0-D4D9-4BED-9220-AD1E10ADF921}" dt="2020-04-24T06:46:39.888" v="11042" actId="1036"/>
          <ac:spMkLst>
            <pc:docMk/>
            <pc:sldMk cId="2432967560" sldId="1216"/>
            <ac:spMk id="47" creationId="{BFFBFA13-9D4B-4B6C-9DAE-EC47A6D0A4A0}"/>
          </ac:spMkLst>
        </pc:spChg>
        <pc:spChg chg="add mod">
          <ac:chgData name="park sehun" userId="a5dd5dda71ea150a" providerId="LiveId" clId="{C43683D0-D4D9-4BED-9220-AD1E10ADF921}" dt="2020-04-24T06:47:34.824" v="11128" actId="1037"/>
          <ac:spMkLst>
            <pc:docMk/>
            <pc:sldMk cId="2432967560" sldId="1216"/>
            <ac:spMk id="49" creationId="{C40AC2DC-943F-4E7D-A4C4-293B0A8D5551}"/>
          </ac:spMkLst>
        </pc:spChg>
        <pc:spChg chg="mod">
          <ac:chgData name="park sehun" userId="a5dd5dda71ea150a" providerId="LiveId" clId="{C43683D0-D4D9-4BED-9220-AD1E10ADF921}" dt="2020-04-24T06:06:58.168" v="8995" actId="1036"/>
          <ac:spMkLst>
            <pc:docMk/>
            <pc:sldMk cId="2432967560" sldId="1216"/>
            <ac:spMk id="51" creationId="{6E497FE8-ACB2-4270-AE46-10B163AEEAD0}"/>
          </ac:spMkLst>
        </pc:spChg>
        <pc:spChg chg="mod">
          <ac:chgData name="park sehun" userId="a5dd5dda71ea150a" providerId="LiveId" clId="{C43683D0-D4D9-4BED-9220-AD1E10ADF921}" dt="2020-04-24T06:42:15.408" v="10766" actId="20577"/>
          <ac:spMkLst>
            <pc:docMk/>
            <pc:sldMk cId="2432967560" sldId="1216"/>
            <ac:spMk id="53" creationId="{F2B44A66-F63F-4489-A2DB-F7E798DAEAC5}"/>
          </ac:spMkLst>
        </pc:spChg>
        <pc:spChg chg="mod">
          <ac:chgData name="park sehun" userId="a5dd5dda71ea150a" providerId="LiveId" clId="{C43683D0-D4D9-4BED-9220-AD1E10ADF921}" dt="2020-04-24T06:23:40.107" v="9788" actId="20577"/>
          <ac:spMkLst>
            <pc:docMk/>
            <pc:sldMk cId="2432967560" sldId="1216"/>
            <ac:spMk id="54" creationId="{C29D6112-022A-4BE0-B087-9B0A74023A45}"/>
          </ac:spMkLst>
        </pc:spChg>
        <pc:spChg chg="add mod">
          <ac:chgData name="park sehun" userId="a5dd5dda71ea150a" providerId="LiveId" clId="{C43683D0-D4D9-4BED-9220-AD1E10ADF921}" dt="2020-04-24T06:50:29.001" v="11317" actId="1036"/>
          <ac:spMkLst>
            <pc:docMk/>
            <pc:sldMk cId="2432967560" sldId="1216"/>
            <ac:spMk id="57" creationId="{96EF3CC6-A26B-4737-9854-609D11C92B95}"/>
          </ac:spMkLst>
        </pc:spChg>
        <pc:spChg chg="add mod">
          <ac:chgData name="park sehun" userId="a5dd5dda71ea150a" providerId="LiveId" clId="{C43683D0-D4D9-4BED-9220-AD1E10ADF921}" dt="2020-04-24T06:51:27.766" v="11358" actId="14100"/>
          <ac:spMkLst>
            <pc:docMk/>
            <pc:sldMk cId="2432967560" sldId="1216"/>
            <ac:spMk id="58" creationId="{6CFD5F8C-C28A-4788-84CF-A509AA568308}"/>
          </ac:spMkLst>
        </pc:spChg>
        <pc:spChg chg="add mod">
          <ac:chgData name="park sehun" userId="a5dd5dda71ea150a" providerId="LiveId" clId="{C43683D0-D4D9-4BED-9220-AD1E10ADF921}" dt="2020-04-24T06:30:07.104" v="10112" actId="1036"/>
          <ac:spMkLst>
            <pc:docMk/>
            <pc:sldMk cId="2432967560" sldId="1216"/>
            <ac:spMk id="62" creationId="{21EFE2C6-EE61-4AD8-90BF-A946A21F4D69}"/>
          </ac:spMkLst>
        </pc:spChg>
        <pc:spChg chg="add mod">
          <ac:chgData name="park sehun" userId="a5dd5dda71ea150a" providerId="LiveId" clId="{C43683D0-D4D9-4BED-9220-AD1E10ADF921}" dt="2020-04-24T06:33:49.188" v="10262" actId="1076"/>
          <ac:spMkLst>
            <pc:docMk/>
            <pc:sldMk cId="2432967560" sldId="1216"/>
            <ac:spMk id="64" creationId="{448C13B5-BE28-4E49-AD4A-13CD3C2E1F52}"/>
          </ac:spMkLst>
        </pc:spChg>
        <pc:spChg chg="add mod">
          <ac:chgData name="park sehun" userId="a5dd5dda71ea150a" providerId="LiveId" clId="{C43683D0-D4D9-4BED-9220-AD1E10ADF921}" dt="2020-04-24T06:53:41.880" v="11466" actId="1035"/>
          <ac:spMkLst>
            <pc:docMk/>
            <pc:sldMk cId="2432967560" sldId="1216"/>
            <ac:spMk id="65" creationId="{DBC7F70F-4F70-49CF-A256-96291F95FD4D}"/>
          </ac:spMkLst>
        </pc:spChg>
        <pc:spChg chg="mod">
          <ac:chgData name="park sehun" userId="a5dd5dda71ea150a" providerId="LiveId" clId="{C43683D0-D4D9-4BED-9220-AD1E10ADF921}" dt="2020-04-24T06:48:18.409" v="11154" actId="1037"/>
          <ac:spMkLst>
            <pc:docMk/>
            <pc:sldMk cId="2432967560" sldId="1216"/>
            <ac:spMk id="66" creationId="{186D568E-3C76-4B43-8ACD-7EFA2134FAAA}"/>
          </ac:spMkLst>
        </pc:spChg>
        <pc:spChg chg="add mod">
          <ac:chgData name="park sehun" userId="a5dd5dda71ea150a" providerId="LiveId" clId="{C43683D0-D4D9-4BED-9220-AD1E10ADF921}" dt="2020-04-24T06:54:12.625" v="11534" actId="1038"/>
          <ac:spMkLst>
            <pc:docMk/>
            <pc:sldMk cId="2432967560" sldId="1216"/>
            <ac:spMk id="67" creationId="{88A467CD-06CA-4E28-91A1-8195BA409E25}"/>
          </ac:spMkLst>
        </pc:spChg>
        <pc:spChg chg="mod">
          <ac:chgData name="park sehun" userId="a5dd5dda71ea150a" providerId="LiveId" clId="{C43683D0-D4D9-4BED-9220-AD1E10ADF921}" dt="2020-04-24T06:05:01.927" v="8816" actId="20577"/>
          <ac:spMkLst>
            <pc:docMk/>
            <pc:sldMk cId="2432967560" sldId="1216"/>
            <ac:spMk id="62466" creationId="{00000000-0000-0000-0000-000000000000}"/>
          </ac:spMkLst>
        </pc:spChg>
        <pc:graphicFrameChg chg="mod modGraphic">
          <ac:chgData name="park sehun" userId="a5dd5dda71ea150a" providerId="LiveId" clId="{C43683D0-D4D9-4BED-9220-AD1E10ADF921}" dt="2020-04-24T06:34:46.839" v="10311" actId="20577"/>
          <ac:graphicFrameMkLst>
            <pc:docMk/>
            <pc:sldMk cId="2432967560" sldId="1216"/>
            <ac:graphicFrameMk id="2" creationId="{811A7EBA-E1AD-458F-8685-69A517FB66EB}"/>
          </ac:graphicFrameMkLst>
        </pc:graphicFrameChg>
        <pc:graphicFrameChg chg="add mod modGraphic">
          <ac:chgData name="park sehun" userId="a5dd5dda71ea150a" providerId="LiveId" clId="{C43683D0-D4D9-4BED-9220-AD1E10ADF921}" dt="2020-04-24T06:38:42.073" v="10434" actId="1035"/>
          <ac:graphicFrameMkLst>
            <pc:docMk/>
            <pc:sldMk cId="2432967560" sldId="1216"/>
            <ac:graphicFrameMk id="26" creationId="{B8CBC2B5-E364-44B9-9D74-6950695C61B7}"/>
          </ac:graphicFrameMkLst>
        </pc:graphicFrameChg>
        <pc:graphicFrameChg chg="del">
          <ac:chgData name="park sehun" userId="a5dd5dda71ea150a" providerId="LiveId" clId="{C43683D0-D4D9-4BED-9220-AD1E10ADF921}" dt="2020-04-24T06:12:48.528" v="9219" actId="478"/>
          <ac:graphicFrameMkLst>
            <pc:docMk/>
            <pc:sldMk cId="2432967560" sldId="1216"/>
            <ac:graphicFrameMk id="30" creationId="{DBF1DB92-50D9-45BF-9879-7BE559572975}"/>
          </ac:graphicFrameMkLst>
        </pc:graphicFrameChg>
        <pc:graphicFrameChg chg="del">
          <ac:chgData name="park sehun" userId="a5dd5dda71ea150a" providerId="LiveId" clId="{C43683D0-D4D9-4BED-9220-AD1E10ADF921}" dt="2020-04-24T06:12:41.304" v="9217" actId="478"/>
          <ac:graphicFrameMkLst>
            <pc:docMk/>
            <pc:sldMk cId="2432967560" sldId="1216"/>
            <ac:graphicFrameMk id="36" creationId="{08881BD9-DC01-46DF-9742-A9787B92A60F}"/>
          </ac:graphicFrameMkLst>
        </pc:graphicFrameChg>
        <pc:graphicFrameChg chg="add del mod modGraphic">
          <ac:chgData name="park sehun" userId="a5dd5dda71ea150a" providerId="LiveId" clId="{C43683D0-D4D9-4BED-9220-AD1E10ADF921}" dt="2020-04-24T06:19:54.091" v="9577"/>
          <ac:graphicFrameMkLst>
            <pc:docMk/>
            <pc:sldMk cId="2432967560" sldId="1216"/>
            <ac:graphicFrameMk id="37" creationId="{44A0896A-7FBC-4382-AA36-B7F0C0869613}"/>
          </ac:graphicFrameMkLst>
        </pc:graphicFrameChg>
        <pc:graphicFrameChg chg="del">
          <ac:chgData name="park sehun" userId="a5dd5dda71ea150a" providerId="LiveId" clId="{C43683D0-D4D9-4BED-9220-AD1E10ADF921}" dt="2020-04-24T06:12:48.528" v="9219" actId="478"/>
          <ac:graphicFrameMkLst>
            <pc:docMk/>
            <pc:sldMk cId="2432967560" sldId="1216"/>
            <ac:graphicFrameMk id="38" creationId="{9A7A42EB-7DD7-4A12-A27B-B837556A8330}"/>
          </ac:graphicFrameMkLst>
        </pc:graphicFrameChg>
        <pc:graphicFrameChg chg="add mod modGraphic">
          <ac:chgData name="park sehun" userId="a5dd5dda71ea150a" providerId="LiveId" clId="{C43683D0-D4D9-4BED-9220-AD1E10ADF921}" dt="2020-04-24T06:31:58.490" v="10179" actId="1035"/>
          <ac:graphicFrameMkLst>
            <pc:docMk/>
            <pc:sldMk cId="2432967560" sldId="1216"/>
            <ac:graphicFrameMk id="48" creationId="{AB06FFBB-403E-4958-8CD8-8D42FB7DDCB3}"/>
          </ac:graphicFrameMkLst>
        </pc:graphicFrameChg>
        <pc:graphicFrameChg chg="del">
          <ac:chgData name="park sehun" userId="a5dd5dda71ea150a" providerId="LiveId" clId="{C43683D0-D4D9-4BED-9220-AD1E10ADF921}" dt="2020-04-24T06:12:41.304" v="9217" actId="478"/>
          <ac:graphicFrameMkLst>
            <pc:docMk/>
            <pc:sldMk cId="2432967560" sldId="1216"/>
            <ac:graphicFrameMk id="52" creationId="{6F811F15-16A0-485B-BCFE-7F89A807F64A}"/>
          </ac:graphicFrameMkLst>
        </pc:graphicFrameChg>
        <pc:graphicFrameChg chg="add mod modGraphic">
          <ac:chgData name="park sehun" userId="a5dd5dda71ea150a" providerId="LiveId" clId="{C43683D0-D4D9-4BED-9220-AD1E10ADF921}" dt="2020-04-24T06:37:54.894" v="10387" actId="14100"/>
          <ac:graphicFrameMkLst>
            <pc:docMk/>
            <pc:sldMk cId="2432967560" sldId="1216"/>
            <ac:graphicFrameMk id="55" creationId="{7D709E48-6EBA-44DA-AAAF-09F50926E59D}"/>
          </ac:graphicFrameMkLst>
        </pc:graphicFrameChg>
        <pc:graphicFrameChg chg="add mod modGraphic">
          <ac:chgData name="park sehun" userId="a5dd5dda71ea150a" providerId="LiveId" clId="{C43683D0-D4D9-4BED-9220-AD1E10ADF921}" dt="2020-04-24T06:42:00.457" v="10758" actId="1036"/>
          <ac:graphicFrameMkLst>
            <pc:docMk/>
            <pc:sldMk cId="2432967560" sldId="1216"/>
            <ac:graphicFrameMk id="56" creationId="{346A2C9E-15AE-4844-A8B8-72CD137A7898}"/>
          </ac:graphicFrameMkLst>
        </pc:graphicFrameChg>
        <pc:graphicFrameChg chg="add mod modGraphic">
          <ac:chgData name="park sehun" userId="a5dd5dda71ea150a" providerId="LiveId" clId="{C43683D0-D4D9-4BED-9220-AD1E10ADF921}" dt="2020-04-24T06:31:36.440" v="10167" actId="1036"/>
          <ac:graphicFrameMkLst>
            <pc:docMk/>
            <pc:sldMk cId="2432967560" sldId="1216"/>
            <ac:graphicFrameMk id="59" creationId="{4ADE41DE-E7CF-4AAE-B331-33234E49BC5B}"/>
          </ac:graphicFrameMkLst>
        </pc:graphicFrameChg>
        <pc:picChg chg="add mod">
          <ac:chgData name="park sehun" userId="a5dd5dda71ea150a" providerId="LiveId" clId="{C43683D0-D4D9-4BED-9220-AD1E10ADF921}" dt="2020-04-24T06:42:04.864" v="10764" actId="1037"/>
          <ac:picMkLst>
            <pc:docMk/>
            <pc:sldMk cId="2432967560" sldId="1216"/>
            <ac:picMk id="42" creationId="{A92D90D5-D51A-4039-9CF8-FADFD02EDC0A}"/>
          </ac:picMkLst>
        </pc:picChg>
        <pc:picChg chg="add mod">
          <ac:chgData name="park sehun" userId="a5dd5dda71ea150a" providerId="LiveId" clId="{C43683D0-D4D9-4BED-9220-AD1E10ADF921}" dt="2020-04-24T06:29:49.062" v="10040" actId="1076"/>
          <ac:picMkLst>
            <pc:docMk/>
            <pc:sldMk cId="2432967560" sldId="1216"/>
            <ac:picMk id="61" creationId="{ED81E28F-892A-4463-A27A-369BD13472CE}"/>
          </ac:picMkLst>
        </pc:picChg>
        <pc:cxnChg chg="mod">
          <ac:chgData name="park sehun" userId="a5dd5dda71ea150a" providerId="LiveId" clId="{C43683D0-D4D9-4BED-9220-AD1E10ADF921}" dt="2020-04-24T06:07:01.320" v="8998" actId="1035"/>
          <ac:cxnSpMkLst>
            <pc:docMk/>
            <pc:sldMk cId="2432967560" sldId="1216"/>
            <ac:cxnSpMk id="16" creationId="{6F9B0103-0B6F-464E-A331-2D9AE93B5EC2}"/>
          </ac:cxnSpMkLst>
        </pc:cxnChg>
        <pc:cxnChg chg="add mod">
          <ac:chgData name="park sehun" userId="a5dd5dda71ea150a" providerId="LiveId" clId="{C43683D0-D4D9-4BED-9220-AD1E10ADF921}" dt="2020-04-24T06:40:18.909" v="10601" actId="14100"/>
          <ac:cxnSpMkLst>
            <pc:docMk/>
            <pc:sldMk cId="2432967560" sldId="1216"/>
            <ac:cxnSpMk id="32" creationId="{24C84605-EF05-48D1-A6B2-143FF0EAB0F6}"/>
          </ac:cxnSpMkLst>
        </pc:cxnChg>
        <pc:cxnChg chg="add mod">
          <ac:chgData name="park sehun" userId="a5dd5dda71ea150a" providerId="LiveId" clId="{C43683D0-D4D9-4BED-9220-AD1E10ADF921}" dt="2020-04-24T06:42:00.457" v="10758" actId="1036"/>
          <ac:cxnSpMkLst>
            <pc:docMk/>
            <pc:sldMk cId="2432967560" sldId="1216"/>
            <ac:cxnSpMk id="36" creationId="{F44CD8B0-830B-47DD-A7C6-8881BFF17885}"/>
          </ac:cxnSpMkLst>
        </pc:cxnChg>
        <pc:cxnChg chg="add mod">
          <ac:chgData name="park sehun" userId="a5dd5dda71ea150a" providerId="LiveId" clId="{C43683D0-D4D9-4BED-9220-AD1E10ADF921}" dt="2020-04-24T06:42:00.457" v="10758" actId="1036"/>
          <ac:cxnSpMkLst>
            <pc:docMk/>
            <pc:sldMk cId="2432967560" sldId="1216"/>
            <ac:cxnSpMk id="37" creationId="{449EB1C4-45E4-435E-97D4-2D3884C5A484}"/>
          </ac:cxnSpMkLst>
        </pc:cxnChg>
        <pc:cxnChg chg="del mod">
          <ac:chgData name="park sehun" userId="a5dd5dda71ea150a" providerId="LiveId" clId="{C43683D0-D4D9-4BED-9220-AD1E10ADF921}" dt="2020-04-24T06:12:52.991" v="9221" actId="478"/>
          <ac:cxnSpMkLst>
            <pc:docMk/>
            <pc:sldMk cId="2432967560" sldId="1216"/>
            <ac:cxnSpMk id="39" creationId="{C851932A-4916-4E8E-ADCE-BBDCE58175C0}"/>
          </ac:cxnSpMkLst>
        </pc:cxnChg>
        <pc:cxnChg chg="del">
          <ac:chgData name="park sehun" userId="a5dd5dda71ea150a" providerId="LiveId" clId="{C43683D0-D4D9-4BED-9220-AD1E10ADF921}" dt="2020-04-24T06:12:41.304" v="9217" actId="478"/>
          <ac:cxnSpMkLst>
            <pc:docMk/>
            <pc:sldMk cId="2432967560" sldId="1216"/>
            <ac:cxnSpMk id="46" creationId="{ED63783E-00B0-4DE2-BAA1-7DBBAD23574D}"/>
          </ac:cxnSpMkLst>
        </pc:cxnChg>
        <pc:cxnChg chg="del mod">
          <ac:chgData name="park sehun" userId="a5dd5dda71ea150a" providerId="LiveId" clId="{C43683D0-D4D9-4BED-9220-AD1E10ADF921}" dt="2020-04-24T06:12:50.711" v="9220" actId="478"/>
          <ac:cxnSpMkLst>
            <pc:docMk/>
            <pc:sldMk cId="2432967560" sldId="1216"/>
            <ac:cxnSpMk id="49" creationId="{0C69831C-336A-4A75-89C5-4D740ACA9F74}"/>
          </ac:cxnSpMkLst>
        </pc:cxnChg>
        <pc:cxnChg chg="mod">
          <ac:chgData name="park sehun" userId="a5dd5dda71ea150a" providerId="LiveId" clId="{C43683D0-D4D9-4BED-9220-AD1E10ADF921}" dt="2020-04-24T06:46:46.519" v="11047" actId="1037"/>
          <ac:cxnSpMkLst>
            <pc:docMk/>
            <pc:sldMk cId="2432967560" sldId="1216"/>
            <ac:cxnSpMk id="50" creationId="{AA7171CE-0DE4-411A-87C9-037D611A0DB4}"/>
          </ac:cxnSpMkLst>
        </pc:cxnChg>
        <pc:cxnChg chg="add mod">
          <ac:chgData name="park sehun" userId="a5dd5dda71ea150a" providerId="LiveId" clId="{C43683D0-D4D9-4BED-9220-AD1E10ADF921}" dt="2020-04-24T06:47:34.824" v="11128" actId="1037"/>
          <ac:cxnSpMkLst>
            <pc:docMk/>
            <pc:sldMk cId="2432967560" sldId="1216"/>
            <ac:cxnSpMk id="52" creationId="{42C8BC88-D76B-439E-91EB-941BF7C7ADD9}"/>
          </ac:cxnSpMkLst>
        </pc:cxnChg>
        <pc:cxnChg chg="del">
          <ac:chgData name="park sehun" userId="a5dd5dda71ea150a" providerId="LiveId" clId="{C43683D0-D4D9-4BED-9220-AD1E10ADF921}" dt="2020-04-24T06:12:41.304" v="9217" actId="478"/>
          <ac:cxnSpMkLst>
            <pc:docMk/>
            <pc:sldMk cId="2432967560" sldId="1216"/>
            <ac:cxnSpMk id="57" creationId="{C10A3DDC-B8D7-49AB-8B6F-E5602E2EA736}"/>
          </ac:cxnSpMkLst>
        </pc:cxnChg>
        <pc:cxnChg chg="add del mod">
          <ac:chgData name="park sehun" userId="a5dd5dda71ea150a" providerId="LiveId" clId="{C43683D0-D4D9-4BED-9220-AD1E10ADF921}" dt="2020-04-24T06:30:49.687" v="10117" actId="478"/>
          <ac:cxnSpMkLst>
            <pc:docMk/>
            <pc:sldMk cId="2432967560" sldId="1216"/>
            <ac:cxnSpMk id="58" creationId="{E5D16819-2E7C-48A5-B147-090C10A24FE6}"/>
          </ac:cxnSpMkLst>
        </pc:cxnChg>
        <pc:cxnChg chg="add mod">
          <ac:chgData name="park sehun" userId="a5dd5dda71ea150a" providerId="LiveId" clId="{C43683D0-D4D9-4BED-9220-AD1E10ADF921}" dt="2020-04-24T06:29:32.352" v="10038" actId="1037"/>
          <ac:cxnSpMkLst>
            <pc:docMk/>
            <pc:sldMk cId="2432967560" sldId="1216"/>
            <ac:cxnSpMk id="60" creationId="{152A6CBB-E5A8-4A8C-B5B6-A30031F9E380}"/>
          </ac:cxnSpMkLst>
        </pc:cxnChg>
        <pc:cxnChg chg="add mod">
          <ac:chgData name="park sehun" userId="a5dd5dda71ea150a" providerId="LiveId" clId="{C43683D0-D4D9-4BED-9220-AD1E10ADF921}" dt="2020-04-24T06:37:54.894" v="10387" actId="14100"/>
          <ac:cxnSpMkLst>
            <pc:docMk/>
            <pc:sldMk cId="2432967560" sldId="1216"/>
            <ac:cxnSpMk id="63" creationId="{B450CDA2-96C2-408E-AA72-BE428EF33160}"/>
          </ac:cxnSpMkLst>
        </pc:cxnChg>
      </pc:sldChg>
    </pc:docChg>
  </pc:docChgLst>
  <pc:docChgLst>
    <pc:chgData name="박세훈" userId="4366e275-7636-4ff4-83e8-8f60f30c3325" providerId="ADAL" clId="{609C31FC-AB7E-4EDE-99A7-416C956B3F4E}"/>
    <pc:docChg chg="modSld">
      <pc:chgData name="박세훈" userId="4366e275-7636-4ff4-83e8-8f60f30c3325" providerId="ADAL" clId="{609C31FC-AB7E-4EDE-99A7-416C956B3F4E}" dt="2019-08-01T02:28:55.842" v="239" actId="20577"/>
      <pc:docMkLst>
        <pc:docMk/>
      </pc:docMkLst>
      <pc:sldChg chg="modSp">
        <pc:chgData name="박세훈" userId="4366e275-7636-4ff4-83e8-8f60f30c3325" providerId="ADAL" clId="{609C31FC-AB7E-4EDE-99A7-416C956B3F4E}" dt="2019-07-31T06:20:17.583" v="15" actId="20577"/>
        <pc:sldMkLst>
          <pc:docMk/>
          <pc:sldMk cId="3764106884" sldId="1152"/>
        </pc:sldMkLst>
        <pc:graphicFrameChg chg="modGraphic">
          <ac:chgData name="박세훈" userId="4366e275-7636-4ff4-83e8-8f60f30c3325" providerId="ADAL" clId="{609C31FC-AB7E-4EDE-99A7-416C956B3F4E}" dt="2019-07-31T06:20:10.584" v="11" actId="20577"/>
          <ac:graphicFrameMkLst>
            <pc:docMk/>
            <pc:sldMk cId="3764106884" sldId="1152"/>
            <ac:graphicFrameMk id="19" creationId="{C2454F01-45DE-4066-B8BA-EA9E3D7BEE9D}"/>
          </ac:graphicFrameMkLst>
        </pc:graphicFrameChg>
        <pc:graphicFrameChg chg="modGraphic">
          <ac:chgData name="박세훈" userId="4366e275-7636-4ff4-83e8-8f60f30c3325" providerId="ADAL" clId="{609C31FC-AB7E-4EDE-99A7-416C956B3F4E}" dt="2019-07-31T06:20:17.583" v="15" actId="20577"/>
          <ac:graphicFrameMkLst>
            <pc:docMk/>
            <pc:sldMk cId="3764106884" sldId="1152"/>
            <ac:graphicFrameMk id="40" creationId="{11D23256-2AE9-4714-AE81-12DBF2360B9B}"/>
          </ac:graphicFrameMkLst>
        </pc:graphicFrameChg>
      </pc:sldChg>
      <pc:sldChg chg="modSp">
        <pc:chgData name="박세훈" userId="4366e275-7636-4ff4-83e8-8f60f30c3325" providerId="ADAL" clId="{609C31FC-AB7E-4EDE-99A7-416C956B3F4E}" dt="2019-07-31T06:23:43.268" v="51" actId="20577"/>
        <pc:sldMkLst>
          <pc:docMk/>
          <pc:sldMk cId="4285173849" sldId="1154"/>
        </pc:sldMkLst>
        <pc:spChg chg="mod">
          <ac:chgData name="박세훈" userId="4366e275-7636-4ff4-83e8-8f60f30c3325" providerId="ADAL" clId="{609C31FC-AB7E-4EDE-99A7-416C956B3F4E}" dt="2019-07-31T06:23:43.268" v="51" actId="20577"/>
          <ac:spMkLst>
            <pc:docMk/>
            <pc:sldMk cId="4285173849" sldId="1154"/>
            <ac:spMk id="54" creationId="{C29D6112-022A-4BE0-B087-9B0A74023A45}"/>
          </ac:spMkLst>
        </pc:spChg>
      </pc:sldChg>
      <pc:sldChg chg="addSp modSp modAnim">
        <pc:chgData name="박세훈" userId="4366e275-7636-4ff4-83e8-8f60f30c3325" providerId="ADAL" clId="{609C31FC-AB7E-4EDE-99A7-416C956B3F4E}" dt="2019-07-31T06:26:17.054" v="108"/>
        <pc:sldMkLst>
          <pc:docMk/>
          <pc:sldMk cId="1777842941" sldId="1156"/>
        </pc:sldMkLst>
        <pc:spChg chg="add mod">
          <ac:chgData name="박세훈" userId="4366e275-7636-4ff4-83e8-8f60f30c3325" providerId="ADAL" clId="{609C31FC-AB7E-4EDE-99A7-416C956B3F4E}" dt="2019-07-31T06:25:19.311" v="80" actId="1036"/>
          <ac:spMkLst>
            <pc:docMk/>
            <pc:sldMk cId="1777842941" sldId="1156"/>
            <ac:spMk id="17" creationId="{8CCA23C8-C5ED-4785-AA8D-296CEBB9B3E8}"/>
          </ac:spMkLst>
        </pc:spChg>
        <pc:spChg chg="mod">
          <ac:chgData name="박세훈" userId="4366e275-7636-4ff4-83e8-8f60f30c3325" providerId="ADAL" clId="{609C31FC-AB7E-4EDE-99A7-416C956B3F4E}" dt="2019-07-31T06:25:28.504" v="82" actId="14100"/>
          <ac:spMkLst>
            <pc:docMk/>
            <pc:sldMk cId="1777842941" sldId="1156"/>
            <ac:spMk id="18" creationId="{A08DE07F-65AF-4B40-B2E6-90FC79383F38}"/>
          </ac:spMkLst>
        </pc:spChg>
        <pc:spChg chg="add mod">
          <ac:chgData name="박세훈" userId="4366e275-7636-4ff4-83e8-8f60f30c3325" providerId="ADAL" clId="{609C31FC-AB7E-4EDE-99A7-416C956B3F4E}" dt="2019-07-31T06:25:36.832" v="102" actId="1036"/>
          <ac:spMkLst>
            <pc:docMk/>
            <pc:sldMk cId="1777842941" sldId="1156"/>
            <ac:spMk id="21" creationId="{B121259A-A5B8-4563-8DC5-07161BFC1B7C}"/>
          </ac:spMkLst>
        </pc:spChg>
      </pc:sldChg>
      <pc:sldChg chg="addSp modSp modAnim">
        <pc:chgData name="박세훈" userId="4366e275-7636-4ff4-83e8-8f60f30c3325" providerId="ADAL" clId="{609C31FC-AB7E-4EDE-99A7-416C956B3F4E}" dt="2019-07-31T06:29:01.990" v="154"/>
        <pc:sldMkLst>
          <pc:docMk/>
          <pc:sldMk cId="2271035624" sldId="1157"/>
        </pc:sldMkLst>
        <pc:spChg chg="add mod">
          <ac:chgData name="박세훈" userId="4366e275-7636-4ff4-83e8-8f60f30c3325" providerId="ADAL" clId="{609C31FC-AB7E-4EDE-99A7-416C956B3F4E}" dt="2019-07-31T06:28:39.584" v="151" actId="1038"/>
          <ac:spMkLst>
            <pc:docMk/>
            <pc:sldMk cId="2271035624" sldId="1157"/>
            <ac:spMk id="18" creationId="{EA28FB49-DD12-4A8B-8B00-94611820E88F}"/>
          </ac:spMkLst>
        </pc:spChg>
        <pc:spChg chg="mod">
          <ac:chgData name="박세훈" userId="4366e275-7636-4ff4-83e8-8f60f30c3325" providerId="ADAL" clId="{609C31FC-AB7E-4EDE-99A7-416C956B3F4E}" dt="2019-07-31T06:28:18.771" v="117" actId="1036"/>
          <ac:spMkLst>
            <pc:docMk/>
            <pc:sldMk cId="2271035624" sldId="1157"/>
            <ac:spMk id="19" creationId="{B19E5790-A90B-426B-B180-CB93927403AD}"/>
          </ac:spMkLst>
        </pc:spChg>
      </pc:sldChg>
      <pc:sldChg chg="modSp">
        <pc:chgData name="박세훈" userId="4366e275-7636-4ff4-83e8-8f60f30c3325" providerId="ADAL" clId="{609C31FC-AB7E-4EDE-99A7-416C956B3F4E}" dt="2019-07-31T06:29:46.259" v="156" actId="20577"/>
        <pc:sldMkLst>
          <pc:docMk/>
          <pc:sldMk cId="3679666517" sldId="1158"/>
        </pc:sldMkLst>
        <pc:spChg chg="mod">
          <ac:chgData name="박세훈" userId="4366e275-7636-4ff4-83e8-8f60f30c3325" providerId="ADAL" clId="{609C31FC-AB7E-4EDE-99A7-416C956B3F4E}" dt="2019-07-31T06:29:46.259" v="156" actId="20577"/>
          <ac:spMkLst>
            <pc:docMk/>
            <pc:sldMk cId="3679666517" sldId="1158"/>
            <ac:spMk id="44" creationId="{727562B9-8878-4278-9562-A47A4B642F76}"/>
          </ac:spMkLst>
        </pc:spChg>
      </pc:sldChg>
      <pc:sldChg chg="addSp modSp">
        <pc:chgData name="박세훈" userId="4366e275-7636-4ff4-83e8-8f60f30c3325" providerId="ADAL" clId="{609C31FC-AB7E-4EDE-99A7-416C956B3F4E}" dt="2019-08-01T01:50:27.758" v="218" actId="20577"/>
        <pc:sldMkLst>
          <pc:docMk/>
          <pc:sldMk cId="983703584" sldId="1164"/>
        </pc:sldMkLst>
        <pc:spChg chg="mod">
          <ac:chgData name="박세훈" userId="4366e275-7636-4ff4-83e8-8f60f30c3325" providerId="ADAL" clId="{609C31FC-AB7E-4EDE-99A7-416C956B3F4E}" dt="2019-08-01T01:40:30.890" v="176" actId="20577"/>
          <ac:spMkLst>
            <pc:docMk/>
            <pc:sldMk cId="983703584" sldId="1164"/>
            <ac:spMk id="20" creationId="{3ADE5AFA-996E-4B85-A427-672BE783970C}"/>
          </ac:spMkLst>
        </pc:spChg>
        <pc:spChg chg="add mod">
          <ac:chgData name="박세훈" userId="4366e275-7636-4ff4-83e8-8f60f30c3325" providerId="ADAL" clId="{609C31FC-AB7E-4EDE-99A7-416C956B3F4E}" dt="2019-08-01T01:50:27.758" v="218" actId="20577"/>
          <ac:spMkLst>
            <pc:docMk/>
            <pc:sldMk cId="983703584" sldId="1164"/>
            <ac:spMk id="41" creationId="{4CCC8F21-7681-43E7-80B1-8FC8F12F30F5}"/>
          </ac:spMkLst>
        </pc:spChg>
      </pc:sldChg>
      <pc:sldChg chg="modSp">
        <pc:chgData name="박세훈" userId="4366e275-7636-4ff4-83e8-8f60f30c3325" providerId="ADAL" clId="{609C31FC-AB7E-4EDE-99A7-416C956B3F4E}" dt="2019-08-01T02:05:19.524" v="222" actId="20577"/>
        <pc:sldMkLst>
          <pc:docMk/>
          <pc:sldMk cId="3201306767" sldId="1166"/>
        </pc:sldMkLst>
        <pc:spChg chg="mod">
          <ac:chgData name="박세훈" userId="4366e275-7636-4ff4-83e8-8f60f30c3325" providerId="ADAL" clId="{609C31FC-AB7E-4EDE-99A7-416C956B3F4E}" dt="2019-08-01T02:05:19.524" v="222" actId="20577"/>
          <ac:spMkLst>
            <pc:docMk/>
            <pc:sldMk cId="3201306767" sldId="1166"/>
            <ac:spMk id="43" creationId="{468E54AA-C01B-43DD-B3F9-09022E6ED58E}"/>
          </ac:spMkLst>
        </pc:spChg>
      </pc:sldChg>
      <pc:sldChg chg="modSp">
        <pc:chgData name="박세훈" userId="4366e275-7636-4ff4-83e8-8f60f30c3325" providerId="ADAL" clId="{609C31FC-AB7E-4EDE-99A7-416C956B3F4E}" dt="2019-08-01T02:28:55.842" v="239" actId="20577"/>
        <pc:sldMkLst>
          <pc:docMk/>
          <pc:sldMk cId="741583921" sldId="1167"/>
        </pc:sldMkLst>
        <pc:spChg chg="mod">
          <ac:chgData name="박세훈" userId="4366e275-7636-4ff4-83e8-8f60f30c3325" providerId="ADAL" clId="{609C31FC-AB7E-4EDE-99A7-416C956B3F4E}" dt="2019-08-01T02:28:55.842" v="239" actId="20577"/>
          <ac:spMkLst>
            <pc:docMk/>
            <pc:sldMk cId="741583921" sldId="1167"/>
            <ac:spMk id="16" creationId="{6251FF9E-CA67-4418-9E0F-826287B63E8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31338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348B15C-2670-41FB-9D71-D399A372F82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83978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6663" y="0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05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2488" y="744538"/>
            <a:ext cx="4964112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714875"/>
            <a:ext cx="5335588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116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908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16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6663" y="9431338"/>
            <a:ext cx="28908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38" tIns="45520" rIns="91038" bIns="45520" numCol="1" anchor="b" anchorCtr="0" compatLnSpc="1">
            <a:prstTxWarp prst="textNoShape">
              <a:avLst/>
            </a:prstTxWarp>
          </a:bodyPr>
          <a:lstStyle>
            <a:lvl1pPr algn="r">
              <a:defRPr sz="11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EE53C47-703D-469E-97B4-11BA20746AD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36489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012292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5953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fetch_peek_dbval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() :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regu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db_value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, regular variable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  <a:sym typeface="Wingdings" panose="05000000000000000000" pitchFamily="2" charset="2"/>
              </a:rPr>
              <a:t>에서 데이터 가져오는 함수</a:t>
            </a: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7170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3652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XASL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다른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XASL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pointer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가지는데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aptr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dptr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scan_ptr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있습니다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Aptr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연관이 없는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subquery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뜻하며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위 예시의 빨간색 박스의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subquery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와 같이 외부의 테이블을 참조하지 않는 경우입니다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Aptr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시작이 되는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main block 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이전에 가장 먼저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위 예시에서는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‘tab a’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main block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이며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aptr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이후 해당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node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한번에 전체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하는 것이 아니고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스캔한 이후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dptr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 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과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scan_ptr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Dptr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corelated subquery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이고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scan_ptr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join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인 경우이며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이경우는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main block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결과가 있어야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가능한 경우입니다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위 예시는 간단하게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개의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대해 나타낸 것입니다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Subquery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join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및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subquery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포함할 수 있으니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어떤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node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가지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추가될 수 있습니다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3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가지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SQL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다양한 작성 방법을 표현할 수 있습니다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(ORDBMS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기능인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path term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bptr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과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fptr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로 작성됩니다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사용하지 않는 기능이므로 여기서는 더 이상 분석하지 않겠습니다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.)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2687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Executor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시작점은 </a:t>
            </a:r>
            <a:r>
              <a:rPr lang="en-US" altLang="ko-KR" sz="1400" dirty="0" err="1"/>
              <a:t>qexec_execute_mainblock</a:t>
            </a:r>
            <a:r>
              <a:rPr lang="en-US" altLang="ko-KR" sz="1400" dirty="0"/>
              <a:t>() </a:t>
            </a:r>
            <a:r>
              <a:rPr lang="ko-KR" altLang="en-US" sz="1400" dirty="0"/>
              <a:t>함수입니다</a:t>
            </a:r>
            <a:r>
              <a:rPr lang="en-US" altLang="ko-KR" sz="1400" dirty="0"/>
              <a:t>. 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/>
              <a:t>Pre-</a:t>
            </a:r>
            <a:r>
              <a:rPr lang="en-US" altLang="ko-KR" sz="1400" dirty="0" err="1"/>
              <a:t>processin</a:t>
            </a:r>
            <a:r>
              <a:rPr lang="ko-KR" altLang="en-US" sz="1400" dirty="0"/>
              <a:t>은 초기화와 </a:t>
            </a:r>
            <a:r>
              <a:rPr lang="en-US" altLang="ko-KR" sz="1400" dirty="0"/>
              <a:t>APTR</a:t>
            </a:r>
            <a:r>
              <a:rPr lang="ko-KR" altLang="en-US" sz="1400" dirty="0"/>
              <a:t>을 실행합니다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Processing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에서는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scan_next_scan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()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함수를 통해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대한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DPTR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SCAN_PTR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Post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processin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에서는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group by, order by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그리고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analytics function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대한 평가를 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Subquery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인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aptr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과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dptr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en-US" altLang="ko-KR" sz="1400" dirty="0" err="1"/>
              <a:t>qexec_execute_mainblock</a:t>
            </a:r>
            <a:r>
              <a:rPr lang="en-US" altLang="ko-KR" sz="1400" dirty="0"/>
              <a:t>()</a:t>
            </a:r>
            <a:r>
              <a:rPr lang="ko-KR" altLang="en-US" sz="1400" dirty="0"/>
              <a:t>을 실행한다는 점에서 </a:t>
            </a:r>
            <a:r>
              <a:rPr lang="en-US" altLang="ko-KR" sz="1400" dirty="0"/>
              <a:t>main block</a:t>
            </a:r>
            <a:r>
              <a:rPr lang="ko-KR" altLang="en-US" sz="1400" dirty="0"/>
              <a:t>과는 독립적으로 호출됩니다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그에 반해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scan_ptr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</a:t>
            </a:r>
            <a:r>
              <a:rPr kumimoji="0" lang="en-US" altLang="ko-KR" sz="1400" dirty="0" err="1"/>
              <a:t>qexec_execute_scan</a:t>
            </a:r>
            <a:r>
              <a:rPr kumimoji="0" lang="en-US" altLang="ko-KR" sz="1400" dirty="0"/>
              <a:t>()</a:t>
            </a:r>
            <a:r>
              <a:rPr kumimoji="0" lang="ko-KR" altLang="en-US" sz="1400" dirty="0"/>
              <a:t>로</a:t>
            </a:r>
            <a:r>
              <a:rPr kumimoji="0" lang="en-US" altLang="ko-KR" sz="1400" dirty="0"/>
              <a:t> </a:t>
            </a:r>
            <a:r>
              <a:rPr kumimoji="0" lang="ko-KR" altLang="en-US" sz="1400" dirty="0"/>
              <a:t>호출이 되는데 </a:t>
            </a:r>
            <a:r>
              <a:rPr kumimoji="0" lang="en-US" altLang="ko-KR" sz="1400" dirty="0"/>
              <a:t>main block</a:t>
            </a:r>
            <a:r>
              <a:rPr kumimoji="0" lang="ko-KR" altLang="en-US" sz="1400" dirty="0"/>
              <a:t>과 관련이 있는 것으로 보임</a:t>
            </a:r>
            <a:r>
              <a:rPr kumimoji="0" lang="en-US" altLang="ko-KR" sz="1400" dirty="0"/>
              <a:t>( </a:t>
            </a:r>
            <a:r>
              <a:rPr kumimoji="0" lang="ko-KR" altLang="en-US" sz="1400" dirty="0"/>
              <a:t>더 분석이 필요</a:t>
            </a:r>
            <a:r>
              <a:rPr kumimoji="0" lang="en-US" altLang="ko-KR" sz="1400" dirty="0"/>
              <a:t>)</a:t>
            </a: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173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7034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1077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5131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6518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30157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68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530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53530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집계 함수별로 생성이 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누적하는 함수는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qdata_evaluate_aggregate_list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()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67673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Group by processing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 group by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hash group by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두가지 방법이 있습니다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속도 개선을 위해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hash group by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가 나중에 추가된 방안 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 group by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processing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scan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끝나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result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가 생성되면 해당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씩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get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하여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sorted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생성합니다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그 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씩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put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하여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누적하는 방안입니다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누적 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대한 집계함수의 평가가 이루어 집니다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Hash group by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processing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end scan iteration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단계에서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대한 집계를 진행하며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해당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hash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구조로 메모리에 저장됩니다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설정된 메모리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파라메터 및 디폴트 추가필요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)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넘게 되면 가장 최근에 사용하지 않은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partial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저장하고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memory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에서는 삭제합니다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group by processing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에서 메모리의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hash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partial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옮기고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, partial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 sort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Put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에서는 동일한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partial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동일한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key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값이 존재할 경우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 to 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통해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간의 집계를 통합합니다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그 이후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 group by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와 동일한 로직을 진행하게 되는데 차이점은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key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값을 검사하여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sorted partial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값이 있을 경우 해당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로 치환을 </a:t>
            </a:r>
            <a:r>
              <a:rPr lang="ko-KR" altLang="en-US" sz="1400" dirty="0" err="1">
                <a:latin typeface="나눔고딕" pitchFamily="50" charset="-127"/>
                <a:ea typeface="나눔고딕" pitchFamily="50" charset="-127"/>
              </a:rPr>
              <a:t>한뒤</a:t>
            </a: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1row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대한 집계를 진행합니다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</a:p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두번째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의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result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end scan iteration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을 진행 할 때 첫번째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row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담지 않고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result 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에 저장합니다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이 후 해당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list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로 기존 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sort group by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와 동일한 로직을 진행합니다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(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아마도 수정사항을 최소화 하기 위해 완전히 분리하지 않은 것으로 보입니다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.)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 </a:t>
            </a: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8291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endParaRPr lang="en-US" altLang="ko-KR" sz="1400" dirty="0"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4477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집계 함수별로 생성이 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누적하는 함수는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qdata_evaluate_aggregate_list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()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88239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Tx/>
              <a:buNone/>
              <a:defRPr/>
            </a:pP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는 집계 함수별로 생성이 됩니다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 ACCUMULATOR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를 누적하는 함수는 </a:t>
            </a:r>
            <a:r>
              <a:rPr lang="en-US" altLang="ko-KR" sz="1400" dirty="0" err="1">
                <a:latin typeface="나눔고딕" pitchFamily="50" charset="-127"/>
                <a:ea typeface="나눔고딕" pitchFamily="50" charset="-127"/>
              </a:rPr>
              <a:t>qdata_evaluate_aggregate_list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()</a:t>
            </a:r>
            <a:r>
              <a:rPr lang="ko-KR" altLang="en-US" sz="1400" dirty="0">
                <a:latin typeface="나눔고딕" pitchFamily="50" charset="-127"/>
                <a:ea typeface="나눔고딕" pitchFamily="50" charset="-127"/>
              </a:rPr>
              <a:t>입니다</a:t>
            </a:r>
            <a:r>
              <a:rPr lang="en-US" altLang="ko-KR" sz="1400" dirty="0"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3534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A5DCD-77BC-4D0E-AB62-2E29CBD74E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022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08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78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2587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395536" y="764704"/>
            <a:ext cx="8352928" cy="45719"/>
          </a:xfrm>
          <a:prstGeom prst="roundRect">
            <a:avLst/>
          </a:prstGeom>
          <a:gradFill flip="none" rotWithShape="1">
            <a:gsLst>
              <a:gs pos="0">
                <a:srgbClr val="C00000"/>
              </a:gs>
              <a:gs pos="50000">
                <a:srgbClr val="F5BBBB"/>
              </a:gs>
              <a:gs pos="100000">
                <a:srgbClr val="F4E2E2"/>
              </a:gs>
            </a:gsLst>
            <a:path path="circle">
              <a:fillToRect r="100000" b="100000"/>
            </a:path>
            <a:tileRect l="-100000" t="-100000"/>
          </a:gradFill>
          <a:ln w="3175" cap="rnd">
            <a:gradFill>
              <a:gsLst>
                <a:gs pos="0">
                  <a:srgbClr val="C00000"/>
                </a:gs>
                <a:gs pos="50000">
                  <a:srgbClr val="F5BBBB"/>
                </a:gs>
                <a:gs pos="100000">
                  <a:srgbClr val="F4E2E2"/>
                </a:gs>
              </a:gsLst>
              <a:lin ang="5400000" scaled="0"/>
            </a:gra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나눔고딕" pitchFamily="50" charset="-127"/>
                <a:ea typeface="나눔고딕" pitchFamily="50" charset="-127"/>
              </a:defRPr>
            </a:lvl1pPr>
            <a:lvl2pPr>
              <a:defRPr sz="1200">
                <a:latin typeface="나눔고딕" pitchFamily="50" charset="-127"/>
                <a:ea typeface="나눔고딕" pitchFamily="50" charset="-127"/>
              </a:defRPr>
            </a:lvl2pPr>
            <a:lvl3pPr>
              <a:defRPr sz="1100">
                <a:latin typeface="나눔고딕" pitchFamily="50" charset="-127"/>
                <a:ea typeface="나눔고딕" pitchFamily="50" charset="-127"/>
              </a:defRPr>
            </a:lvl3pPr>
            <a:lvl4pPr>
              <a:defRPr sz="1100">
                <a:latin typeface="나눔고딕" pitchFamily="50" charset="-127"/>
                <a:ea typeface="나눔고딕" pitchFamily="50" charset="-127"/>
              </a:defRPr>
            </a:lvl4pPr>
            <a:lvl5pPr>
              <a:defRPr sz="1100"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6553200" y="6311900"/>
            <a:ext cx="2133600" cy="40957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2"/>
                </a:solidFill>
                <a:latin typeface="나눔고딕" pitchFamily="50" charset="-127"/>
                <a:ea typeface="나눔고딕" pitchFamily="50" charset="-127"/>
              </a:defRPr>
            </a:lvl1pPr>
          </a:lstStyle>
          <a:p>
            <a:pPr>
              <a:defRPr/>
            </a:pPr>
            <a:fld id="{EAC14C25-81AC-4AF3-97DC-113E56CD0A9F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38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A5DCD-77BC-4D0E-AB62-2E29CBD74E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8022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CUBRID 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215207" y="6415718"/>
            <a:ext cx="1463040" cy="29945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368588" y="6495746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</a:rPr>
              <a:t>© 2011 CUBRID Co., Ltd. All rights reserved.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5313846"/>
            <a:ext cx="9144000" cy="1544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그림 7" descr="cubrid-logo-big.jp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7406776" y="6202532"/>
            <a:ext cx="1584000" cy="4931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나눔고딕 Bold" pitchFamily="50" charset="-127"/>
                <a:ea typeface="나눔고딕 Bold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나눔고딕" pitchFamily="50" charset="-127"/>
                <a:ea typeface="나눔고딕" pitchFamily="50" charset="-127"/>
              </a:defRPr>
            </a:lvl1pPr>
            <a:lvl2pPr>
              <a:defRPr sz="1200">
                <a:latin typeface="나눔고딕" pitchFamily="50" charset="-127"/>
                <a:ea typeface="나눔고딕" pitchFamily="50" charset="-127"/>
              </a:defRPr>
            </a:lvl2pPr>
            <a:lvl3pPr>
              <a:defRPr sz="1100">
                <a:latin typeface="나눔고딕" pitchFamily="50" charset="-127"/>
                <a:ea typeface="나눔고딕" pitchFamily="50" charset="-127"/>
              </a:defRPr>
            </a:lvl3pPr>
            <a:lvl4pPr>
              <a:defRPr sz="1100">
                <a:latin typeface="나눔고딕" pitchFamily="50" charset="-127"/>
                <a:ea typeface="나눔고딕" pitchFamily="50" charset="-127"/>
              </a:defRPr>
            </a:lvl4pPr>
            <a:lvl5pPr>
              <a:defRPr sz="1100"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1"/>
            <a:ext cx="2133600" cy="365125"/>
          </a:xfrm>
        </p:spPr>
        <p:txBody>
          <a:bodyPr/>
          <a:lstStyle/>
          <a:p>
            <a:fld id="{5C4604D4-4702-4E3E-9945-7EF825D4584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 descr="cubrid-logo-big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84368" y="6351212"/>
            <a:ext cx="1106408" cy="344436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107504" y="6495746"/>
            <a:ext cx="26452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© 2019 CUBRID Co., Ltd. All rights reserved.</a:t>
            </a:r>
            <a:endParaRPr lang="ko-KR" altLang="en-US" sz="900" b="1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395536" y="768978"/>
            <a:ext cx="8280920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34BAE1B7-DCD2-4BBC-BBC7-276E03FCA526}"/>
              </a:ext>
            </a:extLst>
          </p:cNvPr>
          <p:cNvSpPr txBox="1">
            <a:spLocks/>
          </p:cNvSpPr>
          <p:nvPr userDrawn="1"/>
        </p:nvSpPr>
        <p:spPr>
          <a:xfrm>
            <a:off x="3923928" y="6474602"/>
            <a:ext cx="858471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고딕" pitchFamily="50" charset="-127"/>
                <a:ea typeface="나눔고딕" pitchFamily="50" charset="-127"/>
                <a:cs typeface="+mn-cs"/>
              </a:rPr>
              <a:t>/ 22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나눔고딕" pitchFamily="50" charset="-127"/>
              <a:ea typeface="나눔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380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16" r:id="rId1"/>
    <p:sldLayoutId id="2147484681" r:id="rId2"/>
    <p:sldLayoutId id="2147484682" r:id="rId3"/>
    <p:sldLayoutId id="2147484683" r:id="rId4"/>
    <p:sldLayoutId id="2147484760" r:id="rId5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604D4-4702-4E3E-9945-7EF825D4584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53" r:id="rId2"/>
    <p:sldLayoutId id="2147484755" r:id="rId3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23528" y="332657"/>
            <a:ext cx="84729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나눔고딕" pitchFamily="50" charset="-127"/>
                <a:ea typeface="나눔고딕" pitchFamily="50" charset="-127"/>
              </a:rPr>
              <a:t>EXECUTOR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528" y="2175248"/>
            <a:ext cx="5760640" cy="33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나눔고딕" pitchFamily="50" charset="-127"/>
                <a:ea typeface="나눔고딕" pitchFamily="50" charset="-127"/>
              </a:rPr>
              <a:t>Date: 2020-03-16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Query process</a:t>
            </a:r>
            <a:endParaRPr lang="ko-KR" altLang="en-US" dirty="0"/>
          </a:p>
        </p:txBody>
      </p:sp>
      <p:sp>
        <p:nvSpPr>
          <p:cNvPr id="25" name="AutoShape 23">
            <a:extLst>
              <a:ext uri="{FF2B5EF4-FFF2-40B4-BE49-F238E27FC236}">
                <a16:creationId xmlns:a16="http://schemas.microsoft.com/office/drawing/2014/main" id="{C2208FB1-BC46-4D2B-941D-68AAE677F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92" y="1484784"/>
            <a:ext cx="2304256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PARSER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parser_main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</a:p>
        </p:txBody>
      </p:sp>
      <p:sp>
        <p:nvSpPr>
          <p:cNvPr id="28" name="Text Box 50">
            <a:extLst>
              <a:ext uri="{FF2B5EF4-FFF2-40B4-BE49-F238E27FC236}">
                <a16:creationId xmlns:a16="http://schemas.microsoft.com/office/drawing/2014/main" id="{EC259320-D497-4945-AB95-E23780DC6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980728"/>
            <a:ext cx="1228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QUERY</a:t>
            </a:r>
          </a:p>
        </p:txBody>
      </p:sp>
      <p:sp>
        <p:nvSpPr>
          <p:cNvPr id="29" name="AutoShape 23">
            <a:extLst>
              <a:ext uri="{FF2B5EF4-FFF2-40B4-BE49-F238E27FC236}">
                <a16:creationId xmlns:a16="http://schemas.microsoft.com/office/drawing/2014/main" id="{EF441A25-7104-4C3A-99DA-66E46B88C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8733" y="1422631"/>
            <a:ext cx="2772308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OPTIMIZER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qo_optimize_query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</a:p>
        </p:txBody>
      </p:sp>
      <p:sp>
        <p:nvSpPr>
          <p:cNvPr id="34" name="AutoShape 23">
            <a:extLst>
              <a:ext uri="{FF2B5EF4-FFF2-40B4-BE49-F238E27FC236}">
                <a16:creationId xmlns:a16="http://schemas.microsoft.com/office/drawing/2014/main" id="{D3BF3F2A-3DBB-4275-B187-1FF5574B7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6" y="3427792"/>
            <a:ext cx="2304256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SEMENTIC_CHECK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pt_compile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</a:p>
        </p:txBody>
      </p:sp>
      <p:sp>
        <p:nvSpPr>
          <p:cNvPr id="36" name="Text Box 50">
            <a:extLst>
              <a:ext uri="{FF2B5EF4-FFF2-40B4-BE49-F238E27FC236}">
                <a16:creationId xmlns:a16="http://schemas.microsoft.com/office/drawing/2014/main" id="{001ED8F4-335E-4FA4-8B29-ABDCEDD23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2160393"/>
            <a:ext cx="1228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PT_NODE</a:t>
            </a:r>
          </a:p>
        </p:txBody>
      </p:sp>
      <p:sp>
        <p:nvSpPr>
          <p:cNvPr id="38" name="AutoShape 23">
            <a:extLst>
              <a:ext uri="{FF2B5EF4-FFF2-40B4-BE49-F238E27FC236}">
                <a16:creationId xmlns:a16="http://schemas.microsoft.com/office/drawing/2014/main" id="{695D28C2-36BE-490B-8E46-FAB7D2D78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172" y="4784234"/>
            <a:ext cx="2304256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REWRITER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mq_translate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</a:p>
        </p:txBody>
      </p:sp>
      <p:sp>
        <p:nvSpPr>
          <p:cNvPr id="40" name="Text Box 50">
            <a:extLst>
              <a:ext uri="{FF2B5EF4-FFF2-40B4-BE49-F238E27FC236}">
                <a16:creationId xmlns:a16="http://schemas.microsoft.com/office/drawing/2014/main" id="{E8197F63-C4B5-497E-A872-0BFD46E63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778" y="4191146"/>
            <a:ext cx="2304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PT_NODE with info</a:t>
            </a:r>
          </a:p>
        </p:txBody>
      </p:sp>
      <p:sp>
        <p:nvSpPr>
          <p:cNvPr id="43" name="Text Box 50">
            <a:extLst>
              <a:ext uri="{FF2B5EF4-FFF2-40B4-BE49-F238E27FC236}">
                <a16:creationId xmlns:a16="http://schemas.microsoft.com/office/drawing/2014/main" id="{72901683-2C5D-46E8-B838-C734ACEB7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512" y="5508877"/>
            <a:ext cx="2304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Optimized PT_NODE</a:t>
            </a:r>
          </a:p>
        </p:txBody>
      </p:sp>
      <p:sp>
        <p:nvSpPr>
          <p:cNvPr id="49" name="AutoShape 23">
            <a:extLst>
              <a:ext uri="{FF2B5EF4-FFF2-40B4-BE49-F238E27FC236}">
                <a16:creationId xmlns:a16="http://schemas.microsoft.com/office/drawing/2014/main" id="{2939660F-0B3E-4DF1-AFF4-25469CCD8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068" y="2635883"/>
            <a:ext cx="2772308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XASL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generator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to_buildlist_proc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0" name="Text Box 50">
            <a:extLst>
              <a:ext uri="{FF2B5EF4-FFF2-40B4-BE49-F238E27FC236}">
                <a16:creationId xmlns:a16="http://schemas.microsoft.com/office/drawing/2014/main" id="{8B455AF4-313D-457B-9C90-C346B75D9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308" y="2132856"/>
            <a:ext cx="2304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plan,ENV</a:t>
            </a:r>
            <a:endParaRPr kumimoji="0"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6E36250F-3CDF-4E10-9E5B-F1D571A5DDD7}"/>
              </a:ext>
            </a:extLst>
          </p:cNvPr>
          <p:cNvCxnSpPr>
            <a:cxnSpLocks/>
            <a:stCxn id="50" idx="2"/>
            <a:endCxn id="49" idx="0"/>
          </p:cNvCxnSpPr>
          <p:nvPr/>
        </p:nvCxnSpPr>
        <p:spPr>
          <a:xfrm flipH="1">
            <a:off x="6570222" y="2440633"/>
            <a:ext cx="5214" cy="195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30738D3F-5A24-42E1-AA4D-F7502EC278BB}"/>
              </a:ext>
            </a:extLst>
          </p:cNvPr>
          <p:cNvCxnSpPr>
            <a:cxnSpLocks/>
            <a:stCxn id="29" idx="2"/>
            <a:endCxn id="50" idx="0"/>
          </p:cNvCxnSpPr>
          <p:nvPr/>
        </p:nvCxnSpPr>
        <p:spPr>
          <a:xfrm>
            <a:off x="6574887" y="1916832"/>
            <a:ext cx="549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utoShape 23">
            <a:extLst>
              <a:ext uri="{FF2B5EF4-FFF2-40B4-BE49-F238E27FC236}">
                <a16:creationId xmlns:a16="http://schemas.microsoft.com/office/drawing/2014/main" id="{8736B51D-EF28-48C7-A089-9BD5ED8D5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068" y="3870903"/>
            <a:ext cx="2772308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EXECUTOR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Qexec_execute_mainblock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</a:p>
        </p:txBody>
      </p:sp>
      <p:sp>
        <p:nvSpPr>
          <p:cNvPr id="54" name="Text Box 50">
            <a:extLst>
              <a:ext uri="{FF2B5EF4-FFF2-40B4-BE49-F238E27FC236}">
                <a16:creationId xmlns:a16="http://schemas.microsoft.com/office/drawing/2014/main" id="{B77BEA32-E8C4-4037-8F3D-45158CC18F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308" y="3337247"/>
            <a:ext cx="2304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XASL</a:t>
            </a: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C572E6C-B196-4A39-8AFA-A0A468992A14}"/>
              </a:ext>
            </a:extLst>
          </p:cNvPr>
          <p:cNvCxnSpPr>
            <a:cxnSpLocks/>
            <a:stCxn id="54" idx="2"/>
            <a:endCxn id="53" idx="0"/>
          </p:cNvCxnSpPr>
          <p:nvPr/>
        </p:nvCxnSpPr>
        <p:spPr>
          <a:xfrm flipH="1">
            <a:off x="6570222" y="3645024"/>
            <a:ext cx="5214" cy="2258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202010C-A34B-40B0-A332-EAEE137D02D3}"/>
              </a:ext>
            </a:extLst>
          </p:cNvPr>
          <p:cNvCxnSpPr>
            <a:cxnSpLocks/>
            <a:stCxn id="53" idx="2"/>
            <a:endCxn id="59" idx="0"/>
          </p:cNvCxnSpPr>
          <p:nvPr/>
        </p:nvCxnSpPr>
        <p:spPr>
          <a:xfrm>
            <a:off x="6570222" y="4365104"/>
            <a:ext cx="5214" cy="335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Box 50">
            <a:extLst>
              <a:ext uri="{FF2B5EF4-FFF2-40B4-BE49-F238E27FC236}">
                <a16:creationId xmlns:a16="http://schemas.microsoft.com/office/drawing/2014/main" id="{3612D448-A150-47E9-9127-AB1AC0C6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308" y="4700454"/>
            <a:ext cx="23042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RESULT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A3043F9-176D-4293-971E-E03E1EED5281}"/>
              </a:ext>
            </a:extLst>
          </p:cNvPr>
          <p:cNvCxnSpPr>
            <a:cxnSpLocks/>
            <a:stCxn id="28" idx="2"/>
            <a:endCxn id="25" idx="0"/>
          </p:cNvCxnSpPr>
          <p:nvPr/>
        </p:nvCxnSpPr>
        <p:spPr>
          <a:xfrm>
            <a:off x="2162065" y="1288505"/>
            <a:ext cx="1855" cy="19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6A947D8-58BD-4726-9DA9-497B85E09942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 flipH="1">
            <a:off x="2162065" y="1978985"/>
            <a:ext cx="1855" cy="18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EFC37242-1BAE-4695-AA55-4C706B608216}"/>
              </a:ext>
            </a:extLst>
          </p:cNvPr>
          <p:cNvCxnSpPr>
            <a:cxnSpLocks/>
            <a:stCxn id="92" idx="2"/>
            <a:endCxn id="34" idx="0"/>
          </p:cNvCxnSpPr>
          <p:nvPr/>
        </p:nvCxnSpPr>
        <p:spPr>
          <a:xfrm>
            <a:off x="2163920" y="3241641"/>
            <a:ext cx="4464" cy="186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17EE5E9A-0C33-422E-9BD3-D8A08D00AF2C}"/>
              </a:ext>
            </a:extLst>
          </p:cNvPr>
          <p:cNvCxnSpPr>
            <a:cxnSpLocks/>
            <a:stCxn id="34" idx="2"/>
            <a:endCxn id="40" idx="0"/>
          </p:cNvCxnSpPr>
          <p:nvPr/>
        </p:nvCxnSpPr>
        <p:spPr>
          <a:xfrm>
            <a:off x="2168384" y="3921993"/>
            <a:ext cx="4522" cy="269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2C61FF1-16CA-4B55-B861-9A632FBD60B5}"/>
              </a:ext>
            </a:extLst>
          </p:cNvPr>
          <p:cNvCxnSpPr>
            <a:cxnSpLocks/>
            <a:stCxn id="40" idx="2"/>
            <a:endCxn id="38" idx="0"/>
          </p:cNvCxnSpPr>
          <p:nvPr/>
        </p:nvCxnSpPr>
        <p:spPr>
          <a:xfrm flipH="1">
            <a:off x="2172300" y="4498923"/>
            <a:ext cx="606" cy="285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D4F2704A-89EC-43CC-BC43-7EB91E8AA318}"/>
              </a:ext>
            </a:extLst>
          </p:cNvPr>
          <p:cNvCxnSpPr>
            <a:cxnSpLocks/>
            <a:stCxn id="38" idx="2"/>
            <a:endCxn id="43" idx="0"/>
          </p:cNvCxnSpPr>
          <p:nvPr/>
        </p:nvCxnSpPr>
        <p:spPr>
          <a:xfrm>
            <a:off x="2172300" y="5278435"/>
            <a:ext cx="3340" cy="230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E9CD6445-5549-48C4-AB77-83D105BD149D}"/>
              </a:ext>
            </a:extLst>
          </p:cNvPr>
          <p:cNvCxnSpPr>
            <a:cxnSpLocks/>
            <a:stCxn id="43" idx="2"/>
            <a:endCxn id="29" idx="0"/>
          </p:cNvCxnSpPr>
          <p:nvPr/>
        </p:nvCxnSpPr>
        <p:spPr>
          <a:xfrm rot="5400000" flipH="1" flipV="1">
            <a:off x="2178251" y="1420019"/>
            <a:ext cx="4394023" cy="4399247"/>
          </a:xfrm>
          <a:prstGeom prst="bentConnector5">
            <a:avLst>
              <a:gd name="adj1" fmla="val -5203"/>
              <a:gd name="adj2" fmla="val 47340"/>
              <a:gd name="adj3" fmla="val 1052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4EBAEBD-AC3C-4072-8906-36B121806D93}"/>
              </a:ext>
            </a:extLst>
          </p:cNvPr>
          <p:cNvCxnSpPr>
            <a:cxnSpLocks/>
            <a:stCxn id="49" idx="2"/>
            <a:endCxn id="54" idx="0"/>
          </p:cNvCxnSpPr>
          <p:nvPr/>
        </p:nvCxnSpPr>
        <p:spPr>
          <a:xfrm>
            <a:off x="6570222" y="3130084"/>
            <a:ext cx="5214" cy="207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AutoShape 23">
            <a:extLst>
              <a:ext uri="{FF2B5EF4-FFF2-40B4-BE49-F238E27FC236}">
                <a16:creationId xmlns:a16="http://schemas.microsoft.com/office/drawing/2014/main" id="{D050E484-08F7-4045-BBB3-0B477736D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92" y="2747440"/>
            <a:ext cx="2304256" cy="494201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3175" algn="ctr">
            <a:solidFill>
              <a:srgbClr val="26395E"/>
            </a:solidFill>
            <a:round/>
            <a:headEnd/>
            <a:tailEnd/>
          </a:ln>
        </p:spPr>
        <p:txBody>
          <a:bodyPr wrap="none" lIns="36000" tIns="36000" rIns="36000" bIns="36000" anchor="ctr"/>
          <a:lstStyle>
            <a:lvl1pPr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411163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111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buFont typeface="Monotype Sorts"/>
              <a:buNone/>
            </a:pP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PRE_FETCH</a:t>
            </a:r>
          </a:p>
          <a:p>
            <a:pPr algn="ctr">
              <a:buFont typeface="Monotype Sorts"/>
              <a:buNone/>
            </a:pPr>
            <a:r>
              <a:rPr lang="en-US" altLang="ko-KR" sz="16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pt_class_pre_fetch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()</a:t>
            </a:r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6276EEB-DF8F-4B09-AEBF-63E65986EE79}"/>
              </a:ext>
            </a:extLst>
          </p:cNvPr>
          <p:cNvCxnSpPr>
            <a:cxnSpLocks/>
            <a:stCxn id="36" idx="2"/>
            <a:endCxn id="92" idx="0"/>
          </p:cNvCxnSpPr>
          <p:nvPr/>
        </p:nvCxnSpPr>
        <p:spPr>
          <a:xfrm>
            <a:off x="2162065" y="2468170"/>
            <a:ext cx="1855" cy="27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F1AA4D-09D0-4259-8EEC-7C4BE43CE48E}"/>
              </a:ext>
            </a:extLst>
          </p:cNvPr>
          <p:cNvSpPr/>
          <p:nvPr/>
        </p:nvSpPr>
        <p:spPr>
          <a:xfrm>
            <a:off x="5032110" y="3350580"/>
            <a:ext cx="3017424" cy="16849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492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REGULAR VARIABLE ( </a:t>
            </a:r>
            <a:r>
              <a:rPr lang="en-US" altLang="ko-KR" dirty="0" err="1"/>
              <a:t>pt_to_regu_variable</a:t>
            </a:r>
            <a:r>
              <a:rPr lang="en-US" altLang="ko-KR" dirty="0"/>
              <a:t>() 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85192" y="2204865"/>
            <a:ext cx="2016515" cy="8322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col1, col2</a:t>
            </a:r>
          </a:p>
          <a:p>
            <a:pPr marL="0" indent="0">
              <a:buNone/>
            </a:pPr>
            <a:r>
              <a:rPr lang="en-US" altLang="ko-KR" dirty="0"/>
              <a:t>  FROM table a</a:t>
            </a:r>
          </a:p>
          <a:p>
            <a:pPr marL="0" indent="0">
              <a:buNone/>
            </a:pPr>
            <a:r>
              <a:rPr lang="en-US" altLang="ko-KR" dirty="0"/>
              <a:t>WHERE col1 in (1,2)</a:t>
            </a:r>
            <a:endParaRPr lang="ko-KR" altLang="en-US" dirty="0"/>
          </a:p>
          <a:p>
            <a:pPr marL="0" indent="0" eaLnBrk="1" hangingPunct="1">
              <a:buNone/>
            </a:pPr>
            <a:endParaRPr lang="en-US" altLang="ko-KR" dirty="0"/>
          </a:p>
          <a:p>
            <a:pPr lvl="2" eaLnBrk="1" hangingPunct="1"/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70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expression</a:t>
            </a:r>
            <a:r>
              <a:rPr kumimoji="0" lang="ko-KR" altLang="en-US" sz="1200" dirty="0"/>
              <a:t>을 포함하여</a:t>
            </a:r>
            <a:r>
              <a:rPr kumimoji="0" lang="en-US" altLang="ko-KR" sz="1200" dirty="0"/>
              <a:t> </a:t>
            </a:r>
            <a:r>
              <a:rPr kumimoji="0" lang="ko-KR" altLang="en-US" sz="1200" dirty="0"/>
              <a:t>모든 데이터 타입을 저장할 수 있는 변수</a:t>
            </a:r>
            <a:endParaRPr kumimoji="0" lang="en-US" altLang="ko-KR" sz="1200" dirty="0"/>
          </a:p>
          <a:p>
            <a:pPr fontAlgn="auto">
              <a:spcAft>
                <a:spcPts val="0"/>
              </a:spcAft>
            </a:pPr>
            <a:r>
              <a:rPr kumimoji="0" lang="en-US" altLang="ko-KR" sz="1200" dirty="0"/>
              <a:t>EXECUTE</a:t>
            </a:r>
            <a:r>
              <a:rPr kumimoji="0" lang="ko-KR" altLang="en-US" sz="1200" dirty="0"/>
              <a:t> 단계에서 데이터를 저장하거나 조회하는데 사용됨</a:t>
            </a:r>
            <a:r>
              <a:rPr kumimoji="0" lang="en-US" altLang="ko-KR" sz="1200" dirty="0"/>
              <a:t>.</a:t>
            </a:r>
          </a:p>
          <a:p>
            <a:pPr fontAlgn="auto">
              <a:spcAft>
                <a:spcPts val="0"/>
              </a:spcAft>
            </a:pPr>
            <a:r>
              <a:rPr lang="en-US" altLang="ko-KR" sz="1200" dirty="0" err="1"/>
              <a:t>fetch_peek_dbval</a:t>
            </a:r>
            <a:r>
              <a:rPr lang="en-US" altLang="ko-KR" sz="1200" dirty="0"/>
              <a:t>() : </a:t>
            </a:r>
            <a:r>
              <a:rPr lang="en-US" altLang="ko-KR" sz="1200" dirty="0" err="1"/>
              <a:t>regu</a:t>
            </a:r>
            <a:r>
              <a:rPr lang="en-US" altLang="ko-KR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en-US" altLang="ko-KR" sz="1200" dirty="0" err="1">
                <a:sym typeface="Wingdings" panose="05000000000000000000" pitchFamily="2" charset="2"/>
              </a:rPr>
              <a:t>db_value</a:t>
            </a:r>
            <a:r>
              <a:rPr lang="en-US" altLang="ko-KR" sz="1200" dirty="0">
                <a:sym typeface="Wingdings" panose="05000000000000000000" pitchFamily="2" charset="2"/>
              </a:rPr>
              <a:t>, regular variable </a:t>
            </a:r>
            <a:r>
              <a:rPr lang="ko-KR" altLang="en-US" sz="1200" dirty="0">
                <a:sym typeface="Wingdings" panose="05000000000000000000" pitchFamily="2" charset="2"/>
              </a:rPr>
              <a:t>에서 데이터 가져오는 함수</a:t>
            </a:r>
            <a:endParaRPr kumimoji="0" lang="en-US" altLang="ko-KR" sz="1200" dirty="0"/>
          </a:p>
          <a:p>
            <a:pPr fontAlgn="auto">
              <a:spcAft>
                <a:spcPts val="0"/>
              </a:spcAft>
            </a:pPr>
            <a:endParaRPr kumimoji="0" lang="en-US" altLang="ko-KR" sz="12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41176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30748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407596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609107-BBDE-4288-88B4-A5BB7D107BB4}"/>
              </a:ext>
            </a:extLst>
          </p:cNvPr>
          <p:cNvSpPr/>
          <p:nvPr/>
        </p:nvSpPr>
        <p:spPr>
          <a:xfrm>
            <a:off x="1109909" y="2242330"/>
            <a:ext cx="364332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7683696-278D-4121-8A19-41B4351FCD2B}"/>
              </a:ext>
            </a:extLst>
          </p:cNvPr>
          <p:cNvGraphicFramePr>
            <a:graphicFrameLocks noGrp="1"/>
          </p:cNvGraphicFramePr>
          <p:nvPr/>
        </p:nvGraphicFramePr>
        <p:xfrm>
          <a:off x="3635896" y="2060848"/>
          <a:ext cx="1375655" cy="144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dbval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</a:t>
                      </a:r>
                      <a:r>
                        <a:rPr lang="en-US" altLang="ko-KR" sz="1000" b="0" dirty="0" err="1"/>
                        <a:t>dbvalptr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arithptr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funcp</a:t>
                      </a:r>
                      <a:r>
                        <a:rPr lang="en-US" altLang="ko-KR" sz="1000" b="0" dirty="0"/>
                        <a:t>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26D7176C-82C6-4913-B4FD-8B23D6547C54}"/>
              </a:ext>
            </a:extLst>
          </p:cNvPr>
          <p:cNvGraphicFramePr>
            <a:graphicFrameLocks noGrp="1"/>
          </p:cNvGraphicFramePr>
          <p:nvPr/>
        </p:nvGraphicFramePr>
        <p:xfrm>
          <a:off x="5339206" y="2094705"/>
          <a:ext cx="1375655" cy="139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/>
                        <a:t>domain.type</a:t>
                      </a:r>
                      <a:r>
                        <a:rPr lang="en-US" altLang="ko-KR" sz="1000" b="0" dirty="0"/>
                        <a:t> = 1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DB_DATA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</a:t>
                      </a:r>
                      <a:r>
                        <a:rPr lang="en-US" altLang="ko-KR" sz="1000" b="0" dirty="0" err="1"/>
                        <a:t>i</a:t>
                      </a:r>
                      <a:r>
                        <a:rPr lang="en-US" altLang="ko-KR" sz="1000" b="0" dirty="0"/>
                        <a:t> (int)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d (double)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char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…..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6D7916D-65EE-4C89-BB24-EB18BB7BD71B}"/>
              </a:ext>
            </a:extLst>
          </p:cNvPr>
          <p:cNvCxnSpPr>
            <a:cxnSpLocks/>
          </p:cNvCxnSpPr>
          <p:nvPr/>
        </p:nvCxnSpPr>
        <p:spPr>
          <a:xfrm flipH="1">
            <a:off x="4792703" y="3097008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59729F81-55FF-4FB5-A251-F9BFED96304F}"/>
              </a:ext>
            </a:extLst>
          </p:cNvPr>
          <p:cNvGraphicFramePr>
            <a:graphicFrameLocks noGrp="1"/>
          </p:cNvGraphicFramePr>
          <p:nvPr/>
        </p:nvGraphicFramePr>
        <p:xfrm>
          <a:off x="3627512" y="3566904"/>
          <a:ext cx="1375655" cy="144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ATTR_ID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</a:t>
                      </a:r>
                      <a:r>
                        <a:rPr lang="en-US" altLang="ko-KR" sz="1000" b="0" dirty="0" err="1"/>
                        <a:t>attr_descr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id = 0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type = INT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</a:t>
                      </a:r>
                      <a:r>
                        <a:rPr lang="en-US" altLang="ko-KR" sz="1000" b="0" dirty="0" err="1"/>
                        <a:t>cache_dbval</a:t>
                      </a:r>
                      <a:r>
                        <a:rPr lang="en-US" altLang="ko-KR" sz="1000" b="0" dirty="0"/>
                        <a:t>  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479256D7-2A73-403B-B540-B2C0094C1976}"/>
              </a:ext>
            </a:extLst>
          </p:cNvPr>
          <p:cNvSpPr/>
          <p:nvPr/>
        </p:nvSpPr>
        <p:spPr>
          <a:xfrm>
            <a:off x="1142262" y="2746386"/>
            <a:ext cx="357065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B2D8D481-5A70-47BC-8AE9-EF87C9FB6629}"/>
              </a:ext>
            </a:extLst>
          </p:cNvPr>
          <p:cNvGraphicFramePr>
            <a:graphicFrameLocks noGrp="1"/>
          </p:cNvGraphicFramePr>
          <p:nvPr/>
        </p:nvGraphicFramePr>
        <p:xfrm>
          <a:off x="3627512" y="5079072"/>
          <a:ext cx="1375655" cy="139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POS_VALUE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</a:t>
                      </a:r>
                      <a:r>
                        <a:rPr lang="en-US" altLang="ko-KR" sz="1000" b="0" dirty="0" err="1"/>
                        <a:t>val_pos</a:t>
                      </a:r>
                      <a:r>
                        <a:rPr lang="en-US" altLang="ko-KR" sz="1000" b="0" dirty="0"/>
                        <a:t> = 0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4DC6303-7D8C-456A-A18C-BAE6EF58A092}"/>
              </a:ext>
            </a:extLst>
          </p:cNvPr>
          <p:cNvSpPr/>
          <p:nvPr/>
        </p:nvSpPr>
        <p:spPr>
          <a:xfrm>
            <a:off x="1748809" y="2746386"/>
            <a:ext cx="392772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C508EC03-A307-4533-9EF3-1F88C5DAEE23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5085184"/>
          <a:ext cx="1375655" cy="139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POS_VALUE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</a:t>
                      </a:r>
                      <a:r>
                        <a:rPr lang="en-US" altLang="ko-KR" sz="1000" b="0" dirty="0" err="1"/>
                        <a:t>val_pos</a:t>
                      </a:r>
                      <a:r>
                        <a:rPr lang="en-US" altLang="ko-KR" sz="1000" b="0" dirty="0"/>
                        <a:t> = 1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41" name="내용 개체 틀 4">
            <a:extLst>
              <a:ext uri="{FF2B5EF4-FFF2-40B4-BE49-F238E27FC236}">
                <a16:creationId xmlns:a16="http://schemas.microsoft.com/office/drawing/2014/main" id="{5D62D432-F1D3-417F-B793-EBD364B6E7F7}"/>
              </a:ext>
            </a:extLst>
          </p:cNvPr>
          <p:cNvSpPr txBox="1">
            <a:spLocks/>
          </p:cNvSpPr>
          <p:nvPr/>
        </p:nvSpPr>
        <p:spPr bwMode="auto">
          <a:xfrm>
            <a:off x="5220072" y="5589240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  2: </a:t>
            </a: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2" name="내용 개체 틀 4">
            <a:extLst>
              <a:ext uri="{FF2B5EF4-FFF2-40B4-BE49-F238E27FC236}">
                <a16:creationId xmlns:a16="http://schemas.microsoft.com/office/drawing/2014/main" id="{C83CC86E-0173-4950-92D4-B8A74DB91D55}"/>
              </a:ext>
            </a:extLst>
          </p:cNvPr>
          <p:cNvSpPr txBox="1">
            <a:spLocks/>
          </p:cNvSpPr>
          <p:nvPr/>
        </p:nvSpPr>
        <p:spPr bwMode="auto">
          <a:xfrm>
            <a:off x="2492152" y="2573288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COL1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 dirty="0"/>
              <a:t>PT_NAME</a:t>
            </a:r>
            <a:endParaRPr kumimoji="0" lang="en-US" altLang="ko-KR" sz="12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3" name="내용 개체 틀 4">
            <a:extLst>
              <a:ext uri="{FF2B5EF4-FFF2-40B4-BE49-F238E27FC236}">
                <a16:creationId xmlns:a16="http://schemas.microsoft.com/office/drawing/2014/main" id="{DD77A692-D4AB-46E1-AE91-8DA6AABA9E29}"/>
              </a:ext>
            </a:extLst>
          </p:cNvPr>
          <p:cNvSpPr txBox="1">
            <a:spLocks/>
          </p:cNvSpPr>
          <p:nvPr/>
        </p:nvSpPr>
        <p:spPr bwMode="auto">
          <a:xfrm>
            <a:off x="2483768" y="4079344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COL1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 dirty="0"/>
              <a:t>PT_NAME</a:t>
            </a:r>
            <a:endParaRPr kumimoji="0" lang="en-US" altLang="ko-KR" sz="1200" dirty="0"/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4" name="내용 개체 틀 4">
            <a:extLst>
              <a:ext uri="{FF2B5EF4-FFF2-40B4-BE49-F238E27FC236}">
                <a16:creationId xmlns:a16="http://schemas.microsoft.com/office/drawing/2014/main" id="{34E37DDC-E7CE-444A-9445-686DDA6436EC}"/>
              </a:ext>
            </a:extLst>
          </p:cNvPr>
          <p:cNvSpPr txBox="1">
            <a:spLocks/>
          </p:cNvSpPr>
          <p:nvPr/>
        </p:nvSpPr>
        <p:spPr bwMode="auto">
          <a:xfrm>
            <a:off x="2483768" y="559151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(1,2)  1: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100" b="1" dirty="0"/>
              <a:t>PT_POS_VAL</a:t>
            </a:r>
            <a:endParaRPr kumimoji="0" lang="en-US" altLang="ko-KR" sz="11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92D8461-A693-44F8-8216-4A15CA8FDD70}"/>
              </a:ext>
            </a:extLst>
          </p:cNvPr>
          <p:cNvGraphicFramePr>
            <a:graphicFrameLocks noGrp="1"/>
          </p:cNvGraphicFramePr>
          <p:nvPr/>
        </p:nvGraphicFramePr>
        <p:xfrm>
          <a:off x="7329684" y="5422736"/>
          <a:ext cx="156279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398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  <a:gridCol w="781398">
                  <a:extLst>
                    <a:ext uri="{9D8B030D-6E8A-4147-A177-3AD203B41FA5}">
                      <a16:colId xmlns:a16="http://schemas.microsoft.com/office/drawing/2014/main" val="4258437315"/>
                    </a:ext>
                  </a:extLst>
                </a:gridCol>
              </a:tblGrid>
              <a:tr h="205075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VAL_DESCR</a:t>
                      </a:r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98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DB_VALUE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1</a:t>
                      </a:r>
                      <a:endParaRPr lang="ko-KR" altLang="en-US" sz="1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DB_VALUE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2</a:t>
                      </a:r>
                      <a:endParaRPr lang="ko-KR" altLang="en-US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9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REGULAR VARIABLE ( </a:t>
            </a:r>
            <a:r>
              <a:rPr lang="en-US" altLang="ko-KR" dirty="0" err="1"/>
              <a:t>pt_to_regu_variable</a:t>
            </a:r>
            <a:r>
              <a:rPr lang="en-US" altLang="ko-KR" dirty="0"/>
              <a:t>() 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85192" y="2204865"/>
            <a:ext cx="2016515" cy="122413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‘park’</a:t>
            </a:r>
          </a:p>
          <a:p>
            <a:pPr marL="0" indent="0">
              <a:buNone/>
            </a:pPr>
            <a:r>
              <a:rPr lang="en-US" altLang="ko-KR" dirty="0"/>
              <a:t>  FROM tab a</a:t>
            </a:r>
          </a:p>
          <a:p>
            <a:pPr marL="0" indent="0">
              <a:buNone/>
            </a:pPr>
            <a:r>
              <a:rPr lang="en-US" altLang="ko-KR" dirty="0"/>
              <a:t>WHERE col1 = </a:t>
            </a:r>
            <a:r>
              <a:rPr lang="en-US" altLang="ko-KR" dirty="0" err="1"/>
              <a:t>nvl</a:t>
            </a:r>
            <a:r>
              <a:rPr lang="en-US" altLang="ko-KR" dirty="0"/>
              <a:t>(col1,0)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marL="0" indent="0" eaLnBrk="1" hangingPunct="1">
              <a:buNone/>
            </a:pPr>
            <a:endParaRPr lang="en-US" altLang="ko-KR" dirty="0"/>
          </a:p>
          <a:p>
            <a:pPr lvl="2" eaLnBrk="1" hangingPunct="1"/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709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dirty="0"/>
              <a:t>PT_EXPR</a:t>
            </a:r>
            <a:r>
              <a:rPr kumimoji="0" lang="ko-KR" altLang="en-US" sz="1600" dirty="0"/>
              <a:t>은 </a:t>
            </a:r>
            <a:r>
              <a:rPr kumimoji="0" lang="en-US" altLang="ko-KR" sz="1600" dirty="0"/>
              <a:t>OPERATION</a:t>
            </a:r>
            <a:r>
              <a:rPr kumimoji="0" lang="ko-KR" altLang="en-US" sz="1600" dirty="0"/>
              <a:t>에 따라 다양하게 변경됨</a:t>
            </a:r>
            <a:r>
              <a:rPr kumimoji="0" lang="en-US" altLang="ko-KR" sz="1600" dirty="0"/>
              <a:t>.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41176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30748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5407596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609107-BBDE-4288-88B4-A5BB7D107BB4}"/>
              </a:ext>
            </a:extLst>
          </p:cNvPr>
          <p:cNvSpPr/>
          <p:nvPr/>
        </p:nvSpPr>
        <p:spPr>
          <a:xfrm>
            <a:off x="1109908" y="2242330"/>
            <a:ext cx="509763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7683696-278D-4121-8A19-41B4351FCD2B}"/>
              </a:ext>
            </a:extLst>
          </p:cNvPr>
          <p:cNvGraphicFramePr>
            <a:graphicFrameLocks noGrp="1"/>
          </p:cNvGraphicFramePr>
          <p:nvPr/>
        </p:nvGraphicFramePr>
        <p:xfrm>
          <a:off x="3635896" y="2060847"/>
          <a:ext cx="1375655" cy="1835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9094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5447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DBVAL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dbval</a:t>
                      </a:r>
                      <a:endParaRPr lang="en-US" altLang="ko-KR" sz="1000" b="0" dirty="0"/>
                    </a:p>
                    <a:p>
                      <a:pPr latinLnBrk="1"/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26D7176C-82C6-4913-B4FD-8B23D6547C54}"/>
              </a:ext>
            </a:extLst>
          </p:cNvPr>
          <p:cNvGraphicFramePr>
            <a:graphicFrameLocks noGrp="1"/>
          </p:cNvGraphicFramePr>
          <p:nvPr/>
        </p:nvGraphicFramePr>
        <p:xfrm>
          <a:off x="3762533" y="3013805"/>
          <a:ext cx="1249018" cy="88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018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217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84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 err="1"/>
                        <a:t>domain.type</a:t>
                      </a:r>
                      <a:r>
                        <a:rPr lang="en-US" altLang="ko-KR" sz="1000" b="0" dirty="0"/>
                        <a:t> = 25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DB_DATA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char = ‘park’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5" name="내용 개체 틀 4">
            <a:extLst>
              <a:ext uri="{FF2B5EF4-FFF2-40B4-BE49-F238E27FC236}">
                <a16:creationId xmlns:a16="http://schemas.microsoft.com/office/drawing/2014/main" id="{80A6D30A-885D-4181-B117-08D493E7B5F1}"/>
              </a:ext>
            </a:extLst>
          </p:cNvPr>
          <p:cNvSpPr txBox="1">
            <a:spLocks/>
          </p:cNvSpPr>
          <p:nvPr/>
        </p:nvSpPr>
        <p:spPr bwMode="auto">
          <a:xfrm>
            <a:off x="2492152" y="2573288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‘park’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 dirty="0"/>
              <a:t>PT_VALUE</a:t>
            </a:r>
            <a:endParaRPr kumimoji="0" lang="en-US" altLang="ko-KR" sz="12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59729F81-55FF-4FB5-A251-F9BFED96304F}"/>
              </a:ext>
            </a:extLst>
          </p:cNvPr>
          <p:cNvGraphicFramePr>
            <a:graphicFrameLocks noGrp="1"/>
          </p:cNvGraphicFramePr>
          <p:nvPr/>
        </p:nvGraphicFramePr>
        <p:xfrm>
          <a:off x="3627512" y="4293096"/>
          <a:ext cx="1375655" cy="139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0630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INARITH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UNION 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</a:t>
                      </a:r>
                      <a:r>
                        <a:rPr lang="en-US" altLang="ko-KR" sz="1000" b="0" dirty="0" err="1"/>
                        <a:t>arithptr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0A9E7369-FBCB-4330-84AD-D1AABC77C327}"/>
              </a:ext>
            </a:extLst>
          </p:cNvPr>
          <p:cNvSpPr txBox="1">
            <a:spLocks/>
          </p:cNvSpPr>
          <p:nvPr/>
        </p:nvSpPr>
        <p:spPr bwMode="auto">
          <a:xfrm>
            <a:off x="2483767" y="4805536"/>
            <a:ext cx="1152125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 err="1"/>
              <a:t>nvl</a:t>
            </a:r>
            <a:r>
              <a:rPr kumimoji="0" lang="en-US" altLang="ko-KR" sz="1600" b="1" dirty="0"/>
              <a:t>(col1,0)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200" b="1" dirty="0"/>
              <a:t>PT_EXPR</a:t>
            </a:r>
            <a:endParaRPr kumimoji="0" lang="en-US" altLang="ko-KR" dirty="0"/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B2D8D481-5A70-47BC-8AE9-EF87C9FB6629}"/>
              </a:ext>
            </a:extLst>
          </p:cNvPr>
          <p:cNvGraphicFramePr>
            <a:graphicFrameLocks noGrp="1"/>
          </p:cNvGraphicFramePr>
          <p:nvPr/>
        </p:nvGraphicFramePr>
        <p:xfrm>
          <a:off x="5148064" y="4293287"/>
          <a:ext cx="1375655" cy="1399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97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ARITH_NODE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256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domain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op = </a:t>
                      </a:r>
                      <a:r>
                        <a:rPr lang="en-US" altLang="ko-KR" sz="1000" b="0" dirty="0" err="1"/>
                        <a:t>nvl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value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     </a:t>
                      </a:r>
                      <a:r>
                        <a:rPr lang="en-US" altLang="ko-KR" sz="1000" b="0" dirty="0" err="1"/>
                        <a:t>leftptr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rightptr</a:t>
                      </a:r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  </a:t>
                      </a:r>
                      <a:r>
                        <a:rPr lang="en-US" altLang="ko-KR" sz="1000" b="0" dirty="0" err="1"/>
                        <a:t>thirdptr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C8B5BBBF-1A80-4003-935E-4178FB666AAD}"/>
              </a:ext>
            </a:extLst>
          </p:cNvPr>
          <p:cNvSpPr/>
          <p:nvPr/>
        </p:nvSpPr>
        <p:spPr>
          <a:xfrm>
            <a:off x="461837" y="2962410"/>
            <a:ext cx="869803" cy="2505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67C3C40B-3699-40CF-85D9-A67A223759D1}"/>
              </a:ext>
            </a:extLst>
          </p:cNvPr>
          <p:cNvGraphicFramePr>
            <a:graphicFrameLocks noGrp="1"/>
          </p:cNvGraphicFramePr>
          <p:nvPr/>
        </p:nvGraphicFramePr>
        <p:xfrm>
          <a:off x="6948264" y="4352354"/>
          <a:ext cx="1231639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6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COL1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6342B58-B5D1-43C9-9E73-7A88014F213F}"/>
              </a:ext>
            </a:extLst>
          </p:cNvPr>
          <p:cNvGraphicFramePr>
            <a:graphicFrameLocks noGrp="1"/>
          </p:cNvGraphicFramePr>
          <p:nvPr/>
        </p:nvGraphicFramePr>
        <p:xfrm>
          <a:off x="6948264" y="5072434"/>
          <a:ext cx="1231639" cy="588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63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02AB9B7-D5BB-406E-A704-B11EB238C3D3}"/>
              </a:ext>
            </a:extLst>
          </p:cNvPr>
          <p:cNvCxnSpPr>
            <a:cxnSpLocks/>
            <a:stCxn id="26" idx="3"/>
            <a:endCxn id="31" idx="1"/>
          </p:cNvCxnSpPr>
          <p:nvPr/>
        </p:nvCxnSpPr>
        <p:spPr>
          <a:xfrm>
            <a:off x="5003167" y="4990264"/>
            <a:ext cx="144897" cy="3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08FF913-F1CA-4153-ABDF-782E0A8D72F0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451270" y="4646761"/>
            <a:ext cx="496994" cy="5104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891354D-8ED3-40A7-B0DE-AE1848B1AACA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453175" y="5288459"/>
            <a:ext cx="495089" cy="78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983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XASL(</a:t>
            </a:r>
            <a:r>
              <a:rPr lang="en-US" altLang="ko-KR" dirty="0" err="1"/>
              <a:t>aptr</a:t>
            </a:r>
            <a:r>
              <a:rPr lang="en-US" altLang="ko-KR" dirty="0"/>
              <a:t>, </a:t>
            </a:r>
            <a:r>
              <a:rPr lang="en-US" altLang="ko-KR" dirty="0" err="1"/>
              <a:t>dptr</a:t>
            </a:r>
            <a:r>
              <a:rPr lang="en-US" altLang="ko-KR" dirty="0"/>
              <a:t>, </a:t>
            </a:r>
            <a:r>
              <a:rPr lang="en-US" altLang="ko-KR" dirty="0" err="1"/>
              <a:t>scan_ptr</a:t>
            </a:r>
            <a:r>
              <a:rPr lang="en-US" altLang="ko-KR" dirty="0"/>
              <a:t>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496" y="2547851"/>
            <a:ext cx="2661596" cy="27047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</a:t>
            </a:r>
          </a:p>
          <a:p>
            <a:pPr marL="0" indent="0">
              <a:buNone/>
            </a:pPr>
            <a:r>
              <a:rPr lang="en-US" altLang="ko-KR" dirty="0"/>
              <a:t>(select col1 from tab c </a:t>
            </a:r>
          </a:p>
          <a:p>
            <a:pPr marL="0" indent="0">
              <a:buNone/>
            </a:pPr>
            <a:r>
              <a:rPr lang="en-US" altLang="ko-KR" dirty="0"/>
              <a:t>where col1 = a.col1)</a:t>
            </a:r>
          </a:p>
          <a:p>
            <a:pPr marL="0" indent="0">
              <a:buNone/>
            </a:pPr>
            <a:r>
              <a:rPr lang="en-US" altLang="ko-KR" dirty="0"/>
              <a:t>FROM tab a, tab b</a:t>
            </a:r>
          </a:p>
          <a:p>
            <a:pPr marL="0" indent="0">
              <a:buNone/>
            </a:pPr>
            <a:r>
              <a:rPr lang="en-US" altLang="ko-KR" dirty="0"/>
              <a:t>WHERE a.col2 = b.col2</a:t>
            </a:r>
          </a:p>
          <a:p>
            <a:pPr marL="0" indent="0">
              <a:buNone/>
            </a:pPr>
            <a:r>
              <a:rPr lang="en-US" altLang="ko-KR" dirty="0"/>
              <a:t>    AND a.col1 =</a:t>
            </a:r>
          </a:p>
          <a:p>
            <a:pPr marL="0" indent="0">
              <a:buNone/>
            </a:pPr>
            <a:r>
              <a:rPr lang="en-US" altLang="ko-KR" dirty="0"/>
              <a:t>(select col1 from tab d) </a:t>
            </a:r>
          </a:p>
          <a:p>
            <a:pPr marL="457200" lvl="1" indent="0" eaLnBrk="1" hangingPunct="1">
              <a:buNone/>
            </a:pPr>
            <a:endParaRPr lang="ko-KR" altLang="en-US" dirty="0"/>
          </a:p>
          <a:p>
            <a:pPr marL="0" indent="0" eaLnBrk="1" hangingPunct="1">
              <a:buNone/>
            </a:pPr>
            <a:r>
              <a:rPr lang="en-US" altLang="ko-KR" dirty="0"/>
              <a:t>join </a:t>
            </a:r>
            <a:r>
              <a:rPr lang="ko-KR" altLang="en-US" dirty="0"/>
              <a:t>순서 </a:t>
            </a:r>
            <a:r>
              <a:rPr lang="en-US" altLang="ko-KR" dirty="0"/>
              <a:t>: a </a:t>
            </a:r>
            <a:r>
              <a:rPr lang="en-US" altLang="ko-KR" dirty="0">
                <a:sym typeface="Wingdings" panose="05000000000000000000" pitchFamily="2" charset="2"/>
              </a:rPr>
              <a:t> b</a:t>
            </a:r>
            <a:endParaRPr lang="en-US" altLang="ko-KR" dirty="0"/>
          </a:p>
          <a:p>
            <a:pPr lvl="2" eaLnBrk="1" hangingPunct="1"/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 err="1"/>
              <a:t>aptr</a:t>
            </a:r>
            <a:r>
              <a:rPr kumimoji="0" lang="en-US" altLang="ko-KR" dirty="0"/>
              <a:t> : uncorrelated subquery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 err="1"/>
              <a:t>dptr</a:t>
            </a:r>
            <a:r>
              <a:rPr kumimoji="0" lang="en-US" altLang="ko-KR" dirty="0"/>
              <a:t> : correlated subquery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 err="1"/>
              <a:t>scan_ptr</a:t>
            </a:r>
            <a:r>
              <a:rPr kumimoji="0" lang="en-US" altLang="ko-KR" dirty="0"/>
              <a:t> : join (</a:t>
            </a:r>
            <a:r>
              <a:rPr kumimoji="0" lang="en-US" altLang="ko-KR" dirty="0" err="1"/>
              <a:t>outer.scan_ptr</a:t>
            </a:r>
            <a:r>
              <a:rPr kumimoji="0" lang="en-US" altLang="ko-KR" dirty="0"/>
              <a:t> </a:t>
            </a:r>
            <a:r>
              <a:rPr kumimoji="0" lang="en-US" altLang="ko-KR" dirty="0">
                <a:sym typeface="Wingdings" panose="05000000000000000000" pitchFamily="2" charset="2"/>
              </a:rPr>
              <a:t> inner)</a:t>
            </a:r>
            <a:endParaRPr kumimoji="0" lang="en-US" altLang="ko-KR" dirty="0"/>
          </a:p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/>
        </p:nvGraphicFramePr>
        <p:xfrm>
          <a:off x="2267744" y="312196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a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195736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851529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3419875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08881BD9-DC01-46DF-9742-A9787B92A60F}"/>
              </a:ext>
            </a:extLst>
          </p:cNvPr>
          <p:cNvGraphicFramePr>
            <a:graphicFrameLocks noGrp="1"/>
          </p:cNvGraphicFramePr>
          <p:nvPr/>
        </p:nvGraphicFramePr>
        <p:xfrm>
          <a:off x="3571389" y="4994176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SCAN_PROC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b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B404B55C-E378-450B-8567-8123BE4AEFCE}"/>
              </a:ext>
            </a:extLst>
          </p:cNvPr>
          <p:cNvGraphicFramePr>
            <a:graphicFrameLocks noGrp="1"/>
          </p:cNvGraphicFramePr>
          <p:nvPr/>
        </p:nvGraphicFramePr>
        <p:xfrm>
          <a:off x="3571389" y="206084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d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A7A42EB-7DD7-4A12-A27B-B837556A8330}"/>
              </a:ext>
            </a:extLst>
          </p:cNvPr>
          <p:cNvGraphicFramePr>
            <a:graphicFrameLocks noGrp="1"/>
          </p:cNvGraphicFramePr>
          <p:nvPr/>
        </p:nvGraphicFramePr>
        <p:xfrm>
          <a:off x="3537254" y="350100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c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851932A-4916-4E8E-ADCE-BBDCE58175C0}"/>
              </a:ext>
            </a:extLst>
          </p:cNvPr>
          <p:cNvCxnSpPr>
            <a:cxnSpLocks/>
            <a:stCxn id="44" idx="3"/>
            <a:endCxn id="37" idx="1"/>
          </p:cNvCxnSpPr>
          <p:nvPr/>
        </p:nvCxnSpPr>
        <p:spPr>
          <a:xfrm flipV="1">
            <a:off x="3328980" y="2754424"/>
            <a:ext cx="242409" cy="115963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390CF0EA-5978-4C4F-A088-2D4C70EBC793}"/>
              </a:ext>
            </a:extLst>
          </p:cNvPr>
          <p:cNvSpPr txBox="1">
            <a:spLocks/>
          </p:cNvSpPr>
          <p:nvPr/>
        </p:nvSpPr>
        <p:spPr bwMode="auto">
          <a:xfrm>
            <a:off x="3216770" y="3887585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ED63783E-00B0-4DE2-BAA1-7DBBAD23574D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>
            <a:off x="3361432" y="4284055"/>
            <a:ext cx="209957" cy="14036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B2711BC8-8BBB-464D-923D-5476D78556CA}"/>
              </a:ext>
            </a:extLst>
          </p:cNvPr>
          <p:cNvSpPr txBox="1">
            <a:spLocks/>
          </p:cNvSpPr>
          <p:nvPr/>
        </p:nvSpPr>
        <p:spPr bwMode="auto">
          <a:xfrm>
            <a:off x="3248238" y="407916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F0AC650-39C6-425E-9CBF-0F333F010677}"/>
              </a:ext>
            </a:extLst>
          </p:cNvPr>
          <p:cNvCxnSpPr>
            <a:cxnSpLocks/>
          </p:cNvCxnSpPr>
          <p:nvPr/>
        </p:nvCxnSpPr>
        <p:spPr>
          <a:xfrm>
            <a:off x="3353764" y="4094828"/>
            <a:ext cx="2012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601216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6732243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6296548" y="2971514"/>
            <a:ext cx="1872208" cy="231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SCAN </a:t>
            </a:r>
            <a:r>
              <a:rPr kumimoji="0" lang="en-US" altLang="ko-KR" dirty="0" err="1"/>
              <a:t>aptr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SCAN node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 for each row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    SCAN </a:t>
            </a:r>
            <a:r>
              <a:rPr kumimoji="0" lang="en-US" altLang="ko-KR" dirty="0" err="1"/>
              <a:t>dptr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    SCAN </a:t>
            </a:r>
            <a:r>
              <a:rPr kumimoji="0" lang="en-US" altLang="ko-KR" dirty="0" err="1"/>
              <a:t>scan_ptr</a:t>
            </a: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3A165D2-3D2D-4C51-844B-512A16A883D0}"/>
              </a:ext>
            </a:extLst>
          </p:cNvPr>
          <p:cNvSpPr/>
          <p:nvPr/>
        </p:nvSpPr>
        <p:spPr>
          <a:xfrm>
            <a:off x="109247" y="4077072"/>
            <a:ext cx="1964972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B41BF06-9C33-4E67-B580-716DF1A1550F}"/>
              </a:ext>
            </a:extLst>
          </p:cNvPr>
          <p:cNvSpPr/>
          <p:nvPr/>
        </p:nvSpPr>
        <p:spPr>
          <a:xfrm>
            <a:off x="3549072" y="2046881"/>
            <a:ext cx="1121077" cy="1396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64B67B8-3547-4D76-B4AD-EBE3D12F0D39}"/>
              </a:ext>
            </a:extLst>
          </p:cNvPr>
          <p:cNvSpPr/>
          <p:nvPr/>
        </p:nvSpPr>
        <p:spPr>
          <a:xfrm>
            <a:off x="654341" y="3330454"/>
            <a:ext cx="453776" cy="24256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CF57F6D-10C1-4AB8-AFA1-02FA3FA793E8}"/>
              </a:ext>
            </a:extLst>
          </p:cNvPr>
          <p:cNvSpPr/>
          <p:nvPr/>
        </p:nvSpPr>
        <p:spPr>
          <a:xfrm>
            <a:off x="2256603" y="3113995"/>
            <a:ext cx="1098760" cy="138715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8612BC9-CDE7-495C-BD01-5B173DA8540C}"/>
              </a:ext>
            </a:extLst>
          </p:cNvPr>
          <p:cNvSpPr/>
          <p:nvPr/>
        </p:nvSpPr>
        <p:spPr>
          <a:xfrm>
            <a:off x="1165895" y="3321440"/>
            <a:ext cx="525783" cy="251576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5EB5AE6-A589-4A54-B05C-856791F34305}"/>
              </a:ext>
            </a:extLst>
          </p:cNvPr>
          <p:cNvSpPr/>
          <p:nvPr/>
        </p:nvSpPr>
        <p:spPr>
          <a:xfrm>
            <a:off x="3563888" y="4983884"/>
            <a:ext cx="1087619" cy="139602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1C9CBBB-442E-4A27-BC56-34EE4B2C71D5}"/>
              </a:ext>
            </a:extLst>
          </p:cNvPr>
          <p:cNvSpPr/>
          <p:nvPr/>
        </p:nvSpPr>
        <p:spPr>
          <a:xfrm>
            <a:off x="85777" y="2852935"/>
            <a:ext cx="2106671" cy="46850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83E74A-4A4E-4E0C-AD94-7D5E324DE748}"/>
              </a:ext>
            </a:extLst>
          </p:cNvPr>
          <p:cNvSpPr/>
          <p:nvPr/>
        </p:nvSpPr>
        <p:spPr>
          <a:xfrm>
            <a:off x="3550105" y="3520008"/>
            <a:ext cx="1087620" cy="133634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B905D88A-DEF2-4395-816E-0E8DB9210F39}"/>
              </a:ext>
            </a:extLst>
          </p:cNvPr>
          <p:cNvSpPr txBox="1">
            <a:spLocks/>
          </p:cNvSpPr>
          <p:nvPr/>
        </p:nvSpPr>
        <p:spPr bwMode="auto">
          <a:xfrm>
            <a:off x="3305801" y="4097929"/>
            <a:ext cx="110428" cy="7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2" name="내용 개체 틀 4">
            <a:extLst>
              <a:ext uri="{FF2B5EF4-FFF2-40B4-BE49-F238E27FC236}">
                <a16:creationId xmlns:a16="http://schemas.microsoft.com/office/drawing/2014/main" id="{7B2A9D1B-6100-4E94-BE12-672593546DCC}"/>
              </a:ext>
            </a:extLst>
          </p:cNvPr>
          <p:cNvSpPr txBox="1">
            <a:spLocks/>
          </p:cNvSpPr>
          <p:nvPr/>
        </p:nvSpPr>
        <p:spPr bwMode="auto">
          <a:xfrm>
            <a:off x="3249222" y="425758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0" name="칠각형 9">
            <a:extLst>
              <a:ext uri="{FF2B5EF4-FFF2-40B4-BE49-F238E27FC236}">
                <a16:creationId xmlns:a16="http://schemas.microsoft.com/office/drawing/2014/main" id="{F9AEA2BA-799E-470C-87A7-61505A44881D}"/>
              </a:ext>
            </a:extLst>
          </p:cNvPr>
          <p:cNvSpPr/>
          <p:nvPr/>
        </p:nvSpPr>
        <p:spPr>
          <a:xfrm>
            <a:off x="7280143" y="3284984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0" name="칠각형 39">
            <a:extLst>
              <a:ext uri="{FF2B5EF4-FFF2-40B4-BE49-F238E27FC236}">
                <a16:creationId xmlns:a16="http://schemas.microsoft.com/office/drawing/2014/main" id="{067DF4BC-D816-476B-B6CF-496EC5944DAE}"/>
              </a:ext>
            </a:extLst>
          </p:cNvPr>
          <p:cNvSpPr/>
          <p:nvPr/>
        </p:nvSpPr>
        <p:spPr>
          <a:xfrm>
            <a:off x="7501742" y="405043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" name="칠각형 40">
            <a:extLst>
              <a:ext uri="{FF2B5EF4-FFF2-40B4-BE49-F238E27FC236}">
                <a16:creationId xmlns:a16="http://schemas.microsoft.com/office/drawing/2014/main" id="{C92C3A17-9069-46C5-BD77-77274CF61402}"/>
              </a:ext>
            </a:extLst>
          </p:cNvPr>
          <p:cNvSpPr/>
          <p:nvPr/>
        </p:nvSpPr>
        <p:spPr>
          <a:xfrm>
            <a:off x="7861782" y="4293096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2" name="칠각형 41">
            <a:extLst>
              <a:ext uri="{FF2B5EF4-FFF2-40B4-BE49-F238E27FC236}">
                <a16:creationId xmlns:a16="http://schemas.microsoft.com/office/drawing/2014/main" id="{B1C9A060-973F-44B0-87E2-38BF88A3FD4E}"/>
              </a:ext>
            </a:extLst>
          </p:cNvPr>
          <p:cNvSpPr/>
          <p:nvPr/>
        </p:nvSpPr>
        <p:spPr>
          <a:xfrm>
            <a:off x="4716016" y="1988840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3" name="칠각형 42">
            <a:extLst>
              <a:ext uri="{FF2B5EF4-FFF2-40B4-BE49-F238E27FC236}">
                <a16:creationId xmlns:a16="http://schemas.microsoft.com/office/drawing/2014/main" id="{8EF3060A-A8CF-4439-A760-418616147283}"/>
              </a:ext>
            </a:extLst>
          </p:cNvPr>
          <p:cNvSpPr/>
          <p:nvPr/>
        </p:nvSpPr>
        <p:spPr>
          <a:xfrm>
            <a:off x="4693430" y="350100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5" name="칠각형 44">
            <a:extLst>
              <a:ext uri="{FF2B5EF4-FFF2-40B4-BE49-F238E27FC236}">
                <a16:creationId xmlns:a16="http://schemas.microsoft.com/office/drawing/2014/main" id="{A1B408C6-843F-4A9F-BBA4-416D9B02B161}"/>
              </a:ext>
            </a:extLst>
          </p:cNvPr>
          <p:cNvSpPr/>
          <p:nvPr/>
        </p:nvSpPr>
        <p:spPr>
          <a:xfrm>
            <a:off x="4716016" y="494116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4740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61" grpId="0" animBg="1"/>
      <p:bldP spid="63" grpId="0" animBg="1"/>
      <p:bldP spid="71" grpId="0" animBg="1"/>
      <p:bldP spid="76" grpId="0" animBg="1"/>
      <p:bldP spid="77" grpId="0" animBg="1"/>
      <p:bldP spid="7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EXECUTOR ( </a:t>
            </a:r>
            <a:r>
              <a:rPr lang="en-US" altLang="ko-KR" dirty="0" err="1"/>
              <a:t>qexec_execute_mainblock</a:t>
            </a:r>
            <a:r>
              <a:rPr lang="en-US" altLang="ko-KR" dirty="0"/>
              <a:t>() 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Pre-processing : initialize, open scan, execute APTR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Processing : iteration for scan (main node, </a:t>
            </a:r>
            <a:r>
              <a:rPr kumimoji="0" lang="en-US" altLang="ko-KR" dirty="0" err="1"/>
              <a:t>dptr</a:t>
            </a:r>
            <a:r>
              <a:rPr kumimoji="0" lang="en-US" altLang="ko-KR" dirty="0"/>
              <a:t>,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)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Post-processing : group by, order by, evaluation for analytics functions</a:t>
            </a:r>
          </a:p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/>
        </p:nvGraphicFramePr>
        <p:xfrm>
          <a:off x="406677" y="312196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a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1043611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08881BD9-DC01-46DF-9742-A9787B92A60F}"/>
              </a:ext>
            </a:extLst>
          </p:cNvPr>
          <p:cNvGraphicFramePr>
            <a:graphicFrameLocks noGrp="1"/>
          </p:cNvGraphicFramePr>
          <p:nvPr/>
        </p:nvGraphicFramePr>
        <p:xfrm>
          <a:off x="1710322" y="4994176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SCAN_PROC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b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B404B55C-E378-450B-8567-8123BE4AEFCE}"/>
              </a:ext>
            </a:extLst>
          </p:cNvPr>
          <p:cNvGraphicFramePr>
            <a:graphicFrameLocks noGrp="1"/>
          </p:cNvGraphicFramePr>
          <p:nvPr/>
        </p:nvGraphicFramePr>
        <p:xfrm>
          <a:off x="1710322" y="206084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d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A7A42EB-7DD7-4A12-A27B-B837556A8330}"/>
              </a:ext>
            </a:extLst>
          </p:cNvPr>
          <p:cNvGraphicFramePr>
            <a:graphicFrameLocks noGrp="1"/>
          </p:cNvGraphicFramePr>
          <p:nvPr/>
        </p:nvGraphicFramePr>
        <p:xfrm>
          <a:off x="1676187" y="350100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c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851932A-4916-4E8E-ADCE-BBDCE58175C0}"/>
              </a:ext>
            </a:extLst>
          </p:cNvPr>
          <p:cNvCxnSpPr>
            <a:cxnSpLocks/>
            <a:stCxn id="44" idx="3"/>
            <a:endCxn id="37" idx="1"/>
          </p:cNvCxnSpPr>
          <p:nvPr/>
        </p:nvCxnSpPr>
        <p:spPr>
          <a:xfrm flipV="1">
            <a:off x="1467913" y="2754424"/>
            <a:ext cx="242409" cy="115963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390CF0EA-5978-4C4F-A088-2D4C70EBC793}"/>
              </a:ext>
            </a:extLst>
          </p:cNvPr>
          <p:cNvSpPr txBox="1">
            <a:spLocks/>
          </p:cNvSpPr>
          <p:nvPr/>
        </p:nvSpPr>
        <p:spPr bwMode="auto">
          <a:xfrm>
            <a:off x="1355703" y="3887585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ED63783E-00B0-4DE2-BAA1-7DBBAD23574D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>
            <a:off x="1500365" y="4284055"/>
            <a:ext cx="209957" cy="140369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B2711BC8-8BBB-464D-923D-5476D78556CA}"/>
              </a:ext>
            </a:extLst>
          </p:cNvPr>
          <p:cNvSpPr txBox="1">
            <a:spLocks/>
          </p:cNvSpPr>
          <p:nvPr/>
        </p:nvSpPr>
        <p:spPr bwMode="auto">
          <a:xfrm>
            <a:off x="1387171" y="407916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F0AC650-39C6-425E-9CBF-0F333F010677}"/>
              </a:ext>
            </a:extLst>
          </p:cNvPr>
          <p:cNvCxnSpPr>
            <a:cxnSpLocks/>
          </p:cNvCxnSpPr>
          <p:nvPr/>
        </p:nvCxnSpPr>
        <p:spPr>
          <a:xfrm>
            <a:off x="1492697" y="4094828"/>
            <a:ext cx="2012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3419872" y="1700808"/>
            <a:ext cx="0" cy="4968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5580112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3465147" y="2031428"/>
            <a:ext cx="5427317" cy="4390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Pre-processing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qexec_open_scan</a:t>
            </a:r>
            <a:r>
              <a:rPr kumimoji="0" lang="en-US" altLang="ko-KR" dirty="0"/>
              <a:t>() (main XASL and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</a:t>
            </a:r>
            <a:r>
              <a:rPr kumimoji="0" lang="en-US" altLang="ko-KR" b="1" dirty="0"/>
              <a:t>APTR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allocagg_hash_context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   </a:t>
            </a:r>
            <a:r>
              <a:rPr kumimoji="0" lang="en-US" altLang="ko-KR" dirty="0" err="1"/>
              <a:t>qexec_intprt_fnc</a:t>
            </a:r>
            <a:r>
              <a:rPr kumimoji="0" lang="en-US" altLang="ko-KR" dirty="0"/>
              <a:t>() 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qexec_next_scan_block_iterations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while </a:t>
            </a: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	    </a:t>
            </a:r>
            <a:r>
              <a:rPr kumimoji="0" lang="en-US" altLang="ko-KR" dirty="0" err="1"/>
              <a:t>qexec_execute_mainblock</a:t>
            </a:r>
            <a:r>
              <a:rPr kumimoji="0" lang="en-US" altLang="ko-KR" dirty="0"/>
              <a:t>(</a:t>
            </a:r>
            <a:r>
              <a:rPr kumimoji="0" lang="en-US" altLang="ko-KR" b="1" dirty="0"/>
              <a:t>DPTR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    </a:t>
            </a:r>
            <a:r>
              <a:rPr kumimoji="0" lang="en-US" altLang="ko-KR" dirty="0" err="1"/>
              <a:t>qexec_execute_scan</a:t>
            </a:r>
            <a:r>
              <a:rPr kumimoji="0" lang="en-US" altLang="ko-KR" dirty="0"/>
              <a:t>(</a:t>
            </a:r>
            <a:r>
              <a:rPr kumimoji="0" lang="en-US" altLang="ko-KR" b="1" dirty="0"/>
              <a:t>SCAN_PTR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    </a:t>
            </a:r>
            <a:r>
              <a:rPr kumimoji="0" lang="en-US" altLang="ko-KR" dirty="0" err="1"/>
              <a:t>qexec_end_one_iteration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qexec_end_mainblock_iterations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Post-processing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qexec_groupby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qexec_execute_analytics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  <a:r>
              <a:rPr kumimoji="0" lang="en-US" altLang="ko-KR" dirty="0" err="1"/>
              <a:t>qexec_orderby_distinct</a:t>
            </a:r>
            <a:r>
              <a:rPr kumimoji="0" lang="en-US" altLang="ko-KR" dirty="0"/>
              <a:t>()</a:t>
            </a:r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B41BF06-9C33-4E67-B580-716DF1A1550F}"/>
              </a:ext>
            </a:extLst>
          </p:cNvPr>
          <p:cNvSpPr/>
          <p:nvPr/>
        </p:nvSpPr>
        <p:spPr>
          <a:xfrm>
            <a:off x="1688005" y="2046881"/>
            <a:ext cx="1121077" cy="13960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CF57F6D-10C1-4AB8-AFA1-02FA3FA793E8}"/>
              </a:ext>
            </a:extLst>
          </p:cNvPr>
          <p:cNvSpPr/>
          <p:nvPr/>
        </p:nvSpPr>
        <p:spPr>
          <a:xfrm>
            <a:off x="395536" y="3113995"/>
            <a:ext cx="1098760" cy="1387152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5EB5AE6-A589-4A54-B05C-856791F34305}"/>
              </a:ext>
            </a:extLst>
          </p:cNvPr>
          <p:cNvSpPr/>
          <p:nvPr/>
        </p:nvSpPr>
        <p:spPr>
          <a:xfrm>
            <a:off x="1702821" y="4983884"/>
            <a:ext cx="1087619" cy="139602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83E74A-4A4E-4E0C-AD94-7D5E324DE748}"/>
              </a:ext>
            </a:extLst>
          </p:cNvPr>
          <p:cNvSpPr/>
          <p:nvPr/>
        </p:nvSpPr>
        <p:spPr>
          <a:xfrm>
            <a:off x="1689038" y="3520008"/>
            <a:ext cx="1087620" cy="133634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B905D88A-DEF2-4395-816E-0E8DB9210F39}"/>
              </a:ext>
            </a:extLst>
          </p:cNvPr>
          <p:cNvSpPr txBox="1">
            <a:spLocks/>
          </p:cNvSpPr>
          <p:nvPr/>
        </p:nvSpPr>
        <p:spPr bwMode="auto">
          <a:xfrm>
            <a:off x="1444734" y="4097929"/>
            <a:ext cx="110428" cy="7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2" name="내용 개체 틀 4">
            <a:extLst>
              <a:ext uri="{FF2B5EF4-FFF2-40B4-BE49-F238E27FC236}">
                <a16:creationId xmlns:a16="http://schemas.microsoft.com/office/drawing/2014/main" id="{7B2A9D1B-6100-4E94-BE12-672593546DCC}"/>
              </a:ext>
            </a:extLst>
          </p:cNvPr>
          <p:cNvSpPr txBox="1">
            <a:spLocks/>
          </p:cNvSpPr>
          <p:nvPr/>
        </p:nvSpPr>
        <p:spPr bwMode="auto">
          <a:xfrm>
            <a:off x="1388155" y="425758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0" name="칠각형 9">
            <a:extLst>
              <a:ext uri="{FF2B5EF4-FFF2-40B4-BE49-F238E27FC236}">
                <a16:creationId xmlns:a16="http://schemas.microsoft.com/office/drawing/2014/main" id="{F9AEA2BA-799E-470C-87A7-61505A44881D}"/>
              </a:ext>
            </a:extLst>
          </p:cNvPr>
          <p:cNvSpPr/>
          <p:nvPr/>
        </p:nvSpPr>
        <p:spPr>
          <a:xfrm>
            <a:off x="7195068" y="2814681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0" name="칠각형 39">
            <a:extLst>
              <a:ext uri="{FF2B5EF4-FFF2-40B4-BE49-F238E27FC236}">
                <a16:creationId xmlns:a16="http://schemas.microsoft.com/office/drawing/2014/main" id="{067DF4BC-D816-476B-B6CF-496EC5944DAE}"/>
              </a:ext>
            </a:extLst>
          </p:cNvPr>
          <p:cNvSpPr/>
          <p:nvPr/>
        </p:nvSpPr>
        <p:spPr>
          <a:xfrm>
            <a:off x="7405025" y="4376659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" name="칠각형 40">
            <a:extLst>
              <a:ext uri="{FF2B5EF4-FFF2-40B4-BE49-F238E27FC236}">
                <a16:creationId xmlns:a16="http://schemas.microsoft.com/office/drawing/2014/main" id="{C92C3A17-9069-46C5-BD77-77274CF61402}"/>
              </a:ext>
            </a:extLst>
          </p:cNvPr>
          <p:cNvSpPr/>
          <p:nvPr/>
        </p:nvSpPr>
        <p:spPr>
          <a:xfrm>
            <a:off x="7348508" y="4640324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2" name="칠각형 41">
            <a:extLst>
              <a:ext uri="{FF2B5EF4-FFF2-40B4-BE49-F238E27FC236}">
                <a16:creationId xmlns:a16="http://schemas.microsoft.com/office/drawing/2014/main" id="{B1C9A060-973F-44B0-87E2-38BF88A3FD4E}"/>
              </a:ext>
            </a:extLst>
          </p:cNvPr>
          <p:cNvSpPr/>
          <p:nvPr/>
        </p:nvSpPr>
        <p:spPr>
          <a:xfrm>
            <a:off x="2854949" y="1988840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3" name="칠각형 42">
            <a:extLst>
              <a:ext uri="{FF2B5EF4-FFF2-40B4-BE49-F238E27FC236}">
                <a16:creationId xmlns:a16="http://schemas.microsoft.com/office/drawing/2014/main" id="{8EF3060A-A8CF-4439-A760-418616147283}"/>
              </a:ext>
            </a:extLst>
          </p:cNvPr>
          <p:cNvSpPr/>
          <p:nvPr/>
        </p:nvSpPr>
        <p:spPr>
          <a:xfrm>
            <a:off x="2832363" y="350100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5" name="칠각형 44">
            <a:extLst>
              <a:ext uri="{FF2B5EF4-FFF2-40B4-BE49-F238E27FC236}">
                <a16:creationId xmlns:a16="http://schemas.microsoft.com/office/drawing/2014/main" id="{A1B408C6-843F-4A9F-BBA4-416D9B02B161}"/>
              </a:ext>
            </a:extLst>
          </p:cNvPr>
          <p:cNvSpPr/>
          <p:nvPr/>
        </p:nvSpPr>
        <p:spPr>
          <a:xfrm>
            <a:off x="2854949" y="494116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0067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3" grpId="0" animBg="1"/>
      <p:bldP spid="76" grpId="0" animBg="1"/>
      <p:bldP spid="7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PRE-PROCESSING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open scan (main node and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)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execute APTR (</a:t>
            </a:r>
            <a:r>
              <a:rPr kumimoji="0" lang="en-US" altLang="ko-KR" sz="1600" dirty="0" err="1"/>
              <a:t>qexec_execute_mainblock</a:t>
            </a:r>
            <a:r>
              <a:rPr kumimoji="0" lang="en-US" altLang="ko-KR" sz="1600" dirty="0"/>
              <a:t>)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524980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0BE466-E55C-455B-A76F-E27140400DA0}"/>
              </a:ext>
            </a:extLst>
          </p:cNvPr>
          <p:cNvSpPr txBox="1">
            <a:spLocks/>
          </p:cNvSpPr>
          <p:nvPr/>
        </p:nvSpPr>
        <p:spPr bwMode="auto">
          <a:xfrm>
            <a:off x="395536" y="1766441"/>
            <a:ext cx="8229600" cy="440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open scan (XASL </a:t>
            </a:r>
            <a:r>
              <a:rPr kumimoji="0" lang="en-US" altLang="ko-KR" dirty="0">
                <a:sym typeface="Wingdings" panose="05000000000000000000" pitchFamily="2" charset="2"/>
              </a:rPr>
              <a:t> SCAN_ID</a:t>
            </a:r>
            <a:r>
              <a:rPr kumimoji="0" lang="en-US" altLang="ko-KR" dirty="0"/>
              <a:t>)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EAE69F-E975-4FE7-BCD1-63BB78192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32602"/>
              </p:ext>
            </p:extLst>
          </p:nvPr>
        </p:nvGraphicFramePr>
        <p:xfrm>
          <a:off x="611560" y="2132856"/>
          <a:ext cx="8075240" cy="3928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6392">
                  <a:extLst>
                    <a:ext uri="{9D8B030D-6E8A-4147-A177-3AD203B41FA5}">
                      <a16:colId xmlns:a16="http://schemas.microsoft.com/office/drawing/2014/main" val="2693785164"/>
                    </a:ext>
                  </a:extLst>
                </a:gridCol>
                <a:gridCol w="3326145">
                  <a:extLst>
                    <a:ext uri="{9D8B030D-6E8A-4147-A177-3AD203B41FA5}">
                      <a16:colId xmlns:a16="http://schemas.microsoft.com/office/drawing/2014/main" val="1870639448"/>
                    </a:ext>
                  </a:extLst>
                </a:gridCol>
                <a:gridCol w="3112703">
                  <a:extLst>
                    <a:ext uri="{9D8B030D-6E8A-4147-A177-3AD203B41FA5}">
                      <a16:colId xmlns:a16="http://schemas.microsoft.com/office/drawing/2014/main" val="821807061"/>
                    </a:ext>
                  </a:extLst>
                </a:gridCol>
              </a:tblGrid>
              <a:tr h="23171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XASL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err="1">
                          <a:effectLst/>
                        </a:rPr>
                        <a:t>s_id</a:t>
                      </a:r>
                      <a:r>
                        <a:rPr lang="en-US" sz="1100" b="1" u="none" strike="noStrike" dirty="0">
                          <a:effectLst/>
                        </a:rPr>
                        <a:t>-&gt;</a:t>
                      </a:r>
                      <a:r>
                        <a:rPr lang="en-US" sz="1100" b="1" u="none" strike="noStrike" dirty="0" err="1">
                          <a:effectLst/>
                        </a:rPr>
                        <a:t>s.isid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370727"/>
                  </a:ext>
                </a:extLst>
              </a:tr>
              <a:tr h="23171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key filter index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xasl</a:t>
                      </a:r>
                      <a:r>
                        <a:rPr lang="en-US" sz="1100" u="none" strike="noStrike" dirty="0">
                          <a:effectLst/>
                        </a:rPr>
                        <a:t>-&gt;</a:t>
                      </a:r>
                      <a:r>
                        <a:rPr lang="en-US" sz="1100" u="none" strike="noStrike" dirty="0" err="1">
                          <a:effectLst/>
                        </a:rPr>
                        <a:t>s.cls_node.cls_regu_list_key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isidp</a:t>
                      </a:r>
                      <a:r>
                        <a:rPr lang="en-US" sz="1100" u="none" strike="noStrike" dirty="0">
                          <a:effectLst/>
                        </a:rPr>
                        <a:t>-&gt;</a:t>
                      </a:r>
                      <a:r>
                        <a:rPr lang="en-US" sz="1100" u="none" strike="noStrike" dirty="0" err="1">
                          <a:effectLst/>
                        </a:rPr>
                        <a:t>key_pred.regu_list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7754752"/>
                  </a:ext>
                </a:extLst>
              </a:tr>
              <a:tr h="231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xasl-&gt;where_key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isidp-&gt;key_pred.pred_expr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7692999"/>
                  </a:ext>
                </a:extLst>
              </a:tr>
              <a:tr h="2211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xasl-&gt;s.cls_node.attrids_key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isidp-&gt;key_attrs.attr_ids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4067392"/>
                  </a:ext>
                </a:extLst>
              </a:tr>
              <a:tr h="23171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predicate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xasl-&gt;s.cls_node.cls_regu_list_pred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isidp-&gt;scan_pred.regu_list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87314957"/>
                  </a:ext>
                </a:extLst>
              </a:tr>
              <a:tr h="231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xasl-&gt;where_pred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isidp-&gt;scan_pred.pred_expr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8563888"/>
                  </a:ext>
                </a:extLst>
              </a:tr>
              <a:tr h="231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xasl-&gt;s.cls_node.attrids_pred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isidp-&gt;pred_attrs.attr_ids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4281128"/>
                  </a:ext>
                </a:extLst>
              </a:tr>
              <a:tr h="23171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range index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xasl-&gt;s.cls_node.cls_regu_list_range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isidp-&gt;range_pred.regu_list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8271165"/>
                  </a:ext>
                </a:extLst>
              </a:tr>
              <a:tr h="231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xasl-&gt;where_range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isidp-&gt;range_pred.pred_expr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91907613"/>
                  </a:ext>
                </a:extLst>
              </a:tr>
              <a:tr h="2317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xasl-&gt;s.cls_node.attrids_range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isidp-&gt;range_attrs.attr_ids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7946677"/>
                  </a:ext>
                </a:extLst>
              </a:tr>
              <a:tr h="231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index attr regu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xasl-&gt;s.cls_node.cls_regu_list_rest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isidp-&gt;rest_regu_list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50623361"/>
                  </a:ext>
                </a:extLst>
              </a:tr>
              <a:tr h="231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output val 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xasl-&gt;s.cls_node.cls_output_val_list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isidp-&gt;indx_cov….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334249"/>
                  </a:ext>
                </a:extLst>
              </a:tr>
              <a:tr h="231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rest regu val 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xasl-&gt;s.cls_node.cls_regu_val_list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isidp-&gt;indx_cov….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11822118"/>
                  </a:ext>
                </a:extLst>
              </a:tr>
              <a:tr h="231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index </a:t>
                      </a:r>
                      <a:r>
                        <a:rPr lang="ko-KR" altLang="en-US" sz="1100" u="none" strike="noStrike">
                          <a:effectLst/>
                        </a:rPr>
                        <a:t>정보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xasl-&gt;indexptr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isidp-&gt;indx_info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28817181"/>
                  </a:ext>
                </a:extLst>
              </a:tr>
              <a:tr h="23171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index key </a:t>
                      </a:r>
                      <a:r>
                        <a:rPr lang="ko-KR" altLang="en-US" sz="1100" u="none" strike="noStrike">
                          <a:effectLst/>
                        </a:rPr>
                        <a:t>개수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xasl</a:t>
                      </a:r>
                      <a:r>
                        <a:rPr lang="en-US" sz="1100" u="none" strike="noStrike" dirty="0">
                          <a:effectLst/>
                        </a:rPr>
                        <a:t>-&gt;</a:t>
                      </a:r>
                      <a:r>
                        <a:rPr lang="en-US" sz="1100" u="none" strike="noStrike" dirty="0" err="1">
                          <a:effectLst/>
                        </a:rPr>
                        <a:t>indexptr</a:t>
                      </a:r>
                      <a:r>
                        <a:rPr lang="en-US" sz="1100" u="none" strike="noStrike" dirty="0">
                          <a:effectLst/>
                        </a:rPr>
                        <a:t>-&gt;</a:t>
                      </a:r>
                      <a:r>
                        <a:rPr lang="en-US" sz="1100" u="none" strike="noStrike" dirty="0" err="1">
                          <a:effectLst/>
                        </a:rPr>
                        <a:t>key_info.key_cnt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isidp</a:t>
                      </a:r>
                      <a:r>
                        <a:rPr lang="en-US" sz="1100" u="none" strike="noStrike" dirty="0">
                          <a:effectLst/>
                        </a:rPr>
                        <a:t>-&gt;</a:t>
                      </a:r>
                      <a:r>
                        <a:rPr lang="en-US" sz="1100" u="none" strike="noStrike" dirty="0" err="1">
                          <a:effectLst/>
                        </a:rPr>
                        <a:t>key_cnt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6024622"/>
                  </a:ext>
                </a:extLst>
              </a:tr>
              <a:tr h="46343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index key </a:t>
                      </a:r>
                      <a:r>
                        <a:rPr lang="ko-KR" altLang="en-US" sz="1100" u="none" strike="noStrike" dirty="0">
                          <a:effectLst/>
                        </a:rPr>
                        <a:t>값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N/A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isidp</a:t>
                      </a:r>
                      <a:r>
                        <a:rPr lang="en-US" sz="1100" u="none" strike="noStrike" dirty="0">
                          <a:effectLst/>
                        </a:rPr>
                        <a:t>-&gt;</a:t>
                      </a:r>
                      <a:r>
                        <a:rPr lang="en-US" sz="1100" u="none" strike="noStrike" dirty="0" err="1">
                          <a:effectLst/>
                        </a:rPr>
                        <a:t>key_vals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390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63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Processing(</a:t>
            </a:r>
            <a:r>
              <a:rPr lang="en-US" altLang="ko-KR" dirty="0" err="1"/>
              <a:t>scan_ptr</a:t>
            </a:r>
            <a:r>
              <a:rPr lang="en-US" altLang="ko-KR" dirty="0"/>
              <a:t>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 err="1"/>
              <a:t>scan_ptr</a:t>
            </a:r>
            <a:r>
              <a:rPr kumimoji="0" lang="en-US" altLang="ko-KR" dirty="0"/>
              <a:t> : join</a:t>
            </a:r>
            <a:r>
              <a:rPr kumimoji="0" lang="ko-KR" altLang="en-US" dirty="0"/>
              <a:t>으로 연결된 </a:t>
            </a:r>
            <a:r>
              <a:rPr kumimoji="0" lang="en-US" altLang="ko-KR" dirty="0"/>
              <a:t>node</a:t>
            </a:r>
            <a:r>
              <a:rPr kumimoji="0" lang="ko-KR" altLang="en-US" dirty="0"/>
              <a:t>는 </a:t>
            </a:r>
            <a:r>
              <a:rPr kumimoji="0" lang="en-US" altLang="ko-KR" dirty="0" err="1"/>
              <a:t>mainblock</a:t>
            </a:r>
            <a:r>
              <a:rPr kumimoji="0" lang="ko-KR" altLang="en-US" dirty="0"/>
              <a:t>과 같이 처리됨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 err="1"/>
              <a:t>aptr</a:t>
            </a:r>
            <a:r>
              <a:rPr kumimoji="0" lang="en-US" altLang="ko-KR" dirty="0"/>
              <a:t>, </a:t>
            </a:r>
            <a:r>
              <a:rPr kumimoji="0" lang="en-US" altLang="ko-KR" dirty="0" err="1"/>
              <a:t>dptr</a:t>
            </a:r>
            <a:r>
              <a:rPr kumimoji="0" lang="en-US" altLang="ko-KR" dirty="0"/>
              <a:t> : subquery</a:t>
            </a:r>
            <a:r>
              <a:rPr kumimoji="0" lang="ko-KR" altLang="en-US" dirty="0"/>
              <a:t>는 다른 </a:t>
            </a:r>
            <a:r>
              <a:rPr kumimoji="0" lang="en-US" altLang="ko-KR" dirty="0"/>
              <a:t>main block</a:t>
            </a:r>
            <a:r>
              <a:rPr kumimoji="0" lang="ko-KR" altLang="en-US" dirty="0"/>
              <a:t>으로 처리되어 독립적으로 실행됨</a:t>
            </a:r>
            <a:r>
              <a:rPr kumimoji="0" lang="en-US" altLang="ko-KR" dirty="0"/>
              <a:t>.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/>
        </p:nvGraphicFramePr>
        <p:xfrm>
          <a:off x="334669" y="3265984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a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3419875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08881BD9-DC01-46DF-9742-A9787B92A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80849"/>
              </p:ext>
            </p:extLst>
          </p:nvPr>
        </p:nvGraphicFramePr>
        <p:xfrm>
          <a:off x="1900205" y="4634136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SCAN_PROC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b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9A7A42EB-7DD7-4A12-A27B-B837556A8330}"/>
              </a:ext>
            </a:extLst>
          </p:cNvPr>
          <p:cNvGraphicFramePr>
            <a:graphicFrameLocks noGrp="1"/>
          </p:cNvGraphicFramePr>
          <p:nvPr/>
        </p:nvGraphicFramePr>
        <p:xfrm>
          <a:off x="3491880" y="2041848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c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851932A-4916-4E8E-ADCE-BBDCE58175C0}"/>
              </a:ext>
            </a:extLst>
          </p:cNvPr>
          <p:cNvCxnSpPr>
            <a:cxnSpLocks/>
            <a:stCxn id="44" idx="3"/>
            <a:endCxn id="30" idx="1"/>
          </p:cNvCxnSpPr>
          <p:nvPr/>
        </p:nvCxnSpPr>
        <p:spPr>
          <a:xfrm flipV="1">
            <a:off x="1395905" y="2748030"/>
            <a:ext cx="511799" cy="131004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390CF0EA-5978-4C4F-A088-2D4C70EBC793}"/>
              </a:ext>
            </a:extLst>
          </p:cNvPr>
          <p:cNvSpPr txBox="1">
            <a:spLocks/>
          </p:cNvSpPr>
          <p:nvPr/>
        </p:nvSpPr>
        <p:spPr bwMode="auto">
          <a:xfrm>
            <a:off x="1283695" y="4031601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ED63783E-00B0-4DE2-BAA1-7DBBAD23574D}"/>
              </a:ext>
            </a:extLst>
          </p:cNvPr>
          <p:cNvCxnSpPr>
            <a:cxnSpLocks/>
            <a:stCxn id="32" idx="3"/>
            <a:endCxn id="36" idx="1"/>
          </p:cNvCxnSpPr>
          <p:nvPr/>
        </p:nvCxnSpPr>
        <p:spPr>
          <a:xfrm>
            <a:off x="1428357" y="4428071"/>
            <a:ext cx="471848" cy="89964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B2711BC8-8BBB-464D-923D-5476D78556CA}"/>
              </a:ext>
            </a:extLst>
          </p:cNvPr>
          <p:cNvSpPr txBox="1">
            <a:spLocks/>
          </p:cNvSpPr>
          <p:nvPr/>
        </p:nvSpPr>
        <p:spPr bwMode="auto">
          <a:xfrm>
            <a:off x="1315163" y="422317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601216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6732243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6296547" y="2971514"/>
            <a:ext cx="2328581" cy="231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execute_mainblock</a:t>
            </a:r>
            <a:r>
              <a:rPr kumimoji="0" lang="en-US" altLang="ko-KR" dirty="0"/>
              <a:t>(</a:t>
            </a:r>
            <a:r>
              <a:rPr kumimoji="0" lang="en-US" altLang="ko-KR" dirty="0" err="1"/>
              <a:t>aptr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 err="1"/>
              <a:t>execute_mainblock</a:t>
            </a:r>
            <a:r>
              <a:rPr kumimoji="0" lang="en-US" altLang="ko-KR" dirty="0"/>
              <a:t>(</a:t>
            </a:r>
            <a:r>
              <a:rPr kumimoji="0" lang="en-US" altLang="ko-KR" dirty="0" err="1"/>
              <a:t>dptr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 err="1"/>
              <a:t>Execute_mainblock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SCAN node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 for each row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   SCAN </a:t>
            </a:r>
            <a:r>
              <a:rPr kumimoji="0" lang="en-US" altLang="ko-KR" dirty="0" err="1"/>
              <a:t>scan_ptr</a:t>
            </a: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B905D88A-DEF2-4395-816E-0E8DB9210F39}"/>
              </a:ext>
            </a:extLst>
          </p:cNvPr>
          <p:cNvSpPr txBox="1">
            <a:spLocks/>
          </p:cNvSpPr>
          <p:nvPr/>
        </p:nvSpPr>
        <p:spPr bwMode="auto">
          <a:xfrm>
            <a:off x="1372726" y="4241945"/>
            <a:ext cx="110428" cy="7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2" name="내용 개체 틀 4">
            <a:extLst>
              <a:ext uri="{FF2B5EF4-FFF2-40B4-BE49-F238E27FC236}">
                <a16:creationId xmlns:a16="http://schemas.microsoft.com/office/drawing/2014/main" id="{7B2A9D1B-6100-4E94-BE12-672593546DCC}"/>
              </a:ext>
            </a:extLst>
          </p:cNvPr>
          <p:cNvSpPr txBox="1">
            <a:spLocks/>
          </p:cNvSpPr>
          <p:nvPr/>
        </p:nvSpPr>
        <p:spPr bwMode="auto">
          <a:xfrm>
            <a:off x="1316147" y="4401600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0" name="칠각형 9">
            <a:extLst>
              <a:ext uri="{FF2B5EF4-FFF2-40B4-BE49-F238E27FC236}">
                <a16:creationId xmlns:a16="http://schemas.microsoft.com/office/drawing/2014/main" id="{F9AEA2BA-799E-470C-87A7-61505A44881D}"/>
              </a:ext>
            </a:extLst>
          </p:cNvPr>
          <p:cNvSpPr/>
          <p:nvPr/>
        </p:nvSpPr>
        <p:spPr>
          <a:xfrm>
            <a:off x="6084168" y="3022507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0" name="칠각형 39">
            <a:extLst>
              <a:ext uri="{FF2B5EF4-FFF2-40B4-BE49-F238E27FC236}">
                <a16:creationId xmlns:a16="http://schemas.microsoft.com/office/drawing/2014/main" id="{067DF4BC-D816-476B-B6CF-496EC5944DAE}"/>
              </a:ext>
            </a:extLst>
          </p:cNvPr>
          <p:cNvSpPr/>
          <p:nvPr/>
        </p:nvSpPr>
        <p:spPr>
          <a:xfrm>
            <a:off x="6084168" y="3278590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" name="칠각형 40">
            <a:extLst>
              <a:ext uri="{FF2B5EF4-FFF2-40B4-BE49-F238E27FC236}">
                <a16:creationId xmlns:a16="http://schemas.microsoft.com/office/drawing/2014/main" id="{C92C3A17-9069-46C5-BD77-77274CF61402}"/>
              </a:ext>
            </a:extLst>
          </p:cNvPr>
          <p:cNvSpPr/>
          <p:nvPr/>
        </p:nvSpPr>
        <p:spPr>
          <a:xfrm>
            <a:off x="6084168" y="3782646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2" name="칠각형 41">
            <a:extLst>
              <a:ext uri="{FF2B5EF4-FFF2-40B4-BE49-F238E27FC236}">
                <a16:creationId xmlns:a16="http://schemas.microsoft.com/office/drawing/2014/main" id="{B1C9A060-973F-44B0-87E2-38BF88A3FD4E}"/>
              </a:ext>
            </a:extLst>
          </p:cNvPr>
          <p:cNvSpPr/>
          <p:nvPr/>
        </p:nvSpPr>
        <p:spPr>
          <a:xfrm>
            <a:off x="3070973" y="1988840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3" name="칠각형 42">
            <a:extLst>
              <a:ext uri="{FF2B5EF4-FFF2-40B4-BE49-F238E27FC236}">
                <a16:creationId xmlns:a16="http://schemas.microsoft.com/office/drawing/2014/main" id="{8EF3060A-A8CF-4439-A760-418616147283}"/>
              </a:ext>
            </a:extLst>
          </p:cNvPr>
          <p:cNvSpPr/>
          <p:nvPr/>
        </p:nvSpPr>
        <p:spPr>
          <a:xfrm>
            <a:off x="4648056" y="20418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5" name="칠각형 44">
            <a:extLst>
              <a:ext uri="{FF2B5EF4-FFF2-40B4-BE49-F238E27FC236}">
                <a16:creationId xmlns:a16="http://schemas.microsoft.com/office/drawing/2014/main" id="{A1B408C6-843F-4A9F-BBA4-416D9B02B161}"/>
              </a:ext>
            </a:extLst>
          </p:cNvPr>
          <p:cNvSpPr/>
          <p:nvPr/>
        </p:nvSpPr>
        <p:spPr>
          <a:xfrm>
            <a:off x="4641142" y="4682015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0C69831C-336A-4A75-89C5-4D740ACA9F74}"/>
              </a:ext>
            </a:extLst>
          </p:cNvPr>
          <p:cNvCxnSpPr>
            <a:cxnSpLocks/>
            <a:stCxn id="47" idx="3"/>
            <a:endCxn id="38" idx="1"/>
          </p:cNvCxnSpPr>
          <p:nvPr/>
        </p:nvCxnSpPr>
        <p:spPr>
          <a:xfrm flipV="1">
            <a:off x="1427373" y="2735424"/>
            <a:ext cx="2064507" cy="1514226"/>
          </a:xfrm>
          <a:prstGeom prst="bentConnector3">
            <a:avLst>
              <a:gd name="adj1" fmla="val 862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F811F15-16A0-485B-BCFE-7F89A807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223470"/>
              </p:ext>
            </p:extLst>
          </p:nvPr>
        </p:nvGraphicFramePr>
        <p:xfrm>
          <a:off x="3491880" y="4633954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SCAN_PROC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c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C10A3DDC-B8D7-49AB-8B6F-E5602E2EA736}"/>
              </a:ext>
            </a:extLst>
          </p:cNvPr>
          <p:cNvCxnSpPr>
            <a:cxnSpLocks/>
            <a:stCxn id="36" idx="3"/>
            <a:endCxn id="52" idx="1"/>
          </p:cNvCxnSpPr>
          <p:nvPr/>
        </p:nvCxnSpPr>
        <p:spPr>
          <a:xfrm flipV="1">
            <a:off x="2987824" y="5327530"/>
            <a:ext cx="504056" cy="18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 도형 14">
            <a:extLst>
              <a:ext uri="{FF2B5EF4-FFF2-40B4-BE49-F238E27FC236}">
                <a16:creationId xmlns:a16="http://schemas.microsoft.com/office/drawing/2014/main" id="{D74D9933-032F-4482-9CA5-2301BD627F5B}"/>
              </a:ext>
            </a:extLst>
          </p:cNvPr>
          <p:cNvSpPr/>
          <p:nvPr/>
        </p:nvSpPr>
        <p:spPr>
          <a:xfrm>
            <a:off x="334668" y="3262368"/>
            <a:ext cx="4621083" cy="2839312"/>
          </a:xfrm>
          <a:prstGeom prst="corner">
            <a:avLst>
              <a:gd name="adj1" fmla="val 51481"/>
              <a:gd name="adj2" fmla="val 3984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DBF1DB92-50D9-45BF-9879-7BE559572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430043"/>
              </p:ext>
            </p:extLst>
          </p:nvPr>
        </p:nvGraphicFramePr>
        <p:xfrm>
          <a:off x="1907704" y="2054454"/>
          <a:ext cx="1087619" cy="138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16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1128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c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9965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1A7B5293-8023-4B09-8A97-477281FCF786}"/>
              </a:ext>
            </a:extLst>
          </p:cNvPr>
          <p:cNvSpPr/>
          <p:nvPr/>
        </p:nvSpPr>
        <p:spPr>
          <a:xfrm>
            <a:off x="2589350" y="2209585"/>
            <a:ext cx="5846802" cy="3307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Processing(</a:t>
            </a:r>
            <a:r>
              <a:rPr lang="en-US" altLang="ko-KR" dirty="0" err="1"/>
              <a:t>scan_next_scan</a:t>
            </a:r>
            <a:r>
              <a:rPr lang="en-US" altLang="ko-KR" dirty="0"/>
              <a:t>() 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SUCCESS : predicate</a:t>
            </a:r>
            <a:r>
              <a:rPr kumimoji="0" lang="ko-KR" altLang="en-US" dirty="0"/>
              <a:t>가 반영하여 </a:t>
            </a:r>
            <a:r>
              <a:rPr kumimoji="0" lang="en-US" altLang="ko-KR" dirty="0"/>
              <a:t>1row</a:t>
            </a:r>
            <a:r>
              <a:rPr kumimoji="0" lang="ko-KR" altLang="en-US" dirty="0"/>
              <a:t>가 조회된 상태</a:t>
            </a:r>
            <a:endParaRPr kumimoji="0" lang="en-US" altLang="ko-KR" dirty="0"/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END : </a:t>
            </a:r>
            <a:r>
              <a:rPr kumimoji="0" lang="ko-KR" altLang="en-US" dirty="0"/>
              <a:t>더 이상 조회될 데이터 없음</a:t>
            </a:r>
            <a:r>
              <a:rPr kumimoji="0" lang="en-US" altLang="ko-KR" dirty="0"/>
              <a:t>.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230938"/>
              </p:ext>
            </p:extLst>
          </p:nvPr>
        </p:nvGraphicFramePr>
        <p:xfrm>
          <a:off x="334669" y="2137576"/>
          <a:ext cx="1087619" cy="1057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30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32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a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683571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08881BD9-DC01-46DF-9742-A9787B92A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71649"/>
              </p:ext>
            </p:extLst>
          </p:nvPr>
        </p:nvGraphicFramePr>
        <p:xfrm>
          <a:off x="335211" y="3456250"/>
          <a:ext cx="1087619" cy="1076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7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0208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SCAN_PROC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b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390CF0EA-5978-4C4F-A088-2D4C70EBC793}"/>
              </a:ext>
            </a:extLst>
          </p:cNvPr>
          <p:cNvSpPr txBox="1">
            <a:spLocks/>
          </p:cNvSpPr>
          <p:nvPr/>
        </p:nvSpPr>
        <p:spPr bwMode="auto">
          <a:xfrm>
            <a:off x="1283695" y="4031601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B2711BC8-8BBB-464D-923D-5476D78556CA}"/>
              </a:ext>
            </a:extLst>
          </p:cNvPr>
          <p:cNvSpPr txBox="1">
            <a:spLocks/>
          </p:cNvSpPr>
          <p:nvPr/>
        </p:nvSpPr>
        <p:spPr bwMode="auto">
          <a:xfrm>
            <a:off x="1315163" y="422317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2339752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6732243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6F811F15-16A0-485B-BCFE-7F89A807F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7503"/>
              </p:ext>
            </p:extLst>
          </p:nvPr>
        </p:nvGraphicFramePr>
        <p:xfrm>
          <a:off x="335210" y="4751200"/>
          <a:ext cx="1087619" cy="105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926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16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SCAN_PROC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c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59" name="직사각형 58">
            <a:extLst>
              <a:ext uri="{FF2B5EF4-FFF2-40B4-BE49-F238E27FC236}">
                <a16:creationId xmlns:a16="http://schemas.microsoft.com/office/drawing/2014/main" id="{0B92FDA9-F02A-4F3F-A708-912D2F2FF0A5}"/>
              </a:ext>
            </a:extLst>
          </p:cNvPr>
          <p:cNvSpPr/>
          <p:nvPr/>
        </p:nvSpPr>
        <p:spPr>
          <a:xfrm>
            <a:off x="2832922" y="2302512"/>
            <a:ext cx="1523029" cy="3082354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694F256-E96C-4DDD-89FF-9313D619D357}"/>
              </a:ext>
            </a:extLst>
          </p:cNvPr>
          <p:cNvSpPr/>
          <p:nvPr/>
        </p:nvSpPr>
        <p:spPr>
          <a:xfrm>
            <a:off x="2915773" y="2528280"/>
            <a:ext cx="1389945" cy="234088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2" name="내용 개체 틀 4">
            <a:extLst>
              <a:ext uri="{FF2B5EF4-FFF2-40B4-BE49-F238E27FC236}">
                <a16:creationId xmlns:a16="http://schemas.microsoft.com/office/drawing/2014/main" id="{899E7FB2-A5EB-44DD-BEF4-A941E2E29CA4}"/>
              </a:ext>
            </a:extLst>
          </p:cNvPr>
          <p:cNvSpPr txBox="1">
            <a:spLocks/>
          </p:cNvSpPr>
          <p:nvPr/>
        </p:nvSpPr>
        <p:spPr bwMode="auto">
          <a:xfrm>
            <a:off x="2701466" y="1995234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 err="1"/>
              <a:t>Execute_mainblock</a:t>
            </a: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70" name="내용 개체 틀 4">
            <a:extLst>
              <a:ext uri="{FF2B5EF4-FFF2-40B4-BE49-F238E27FC236}">
                <a16:creationId xmlns:a16="http://schemas.microsoft.com/office/drawing/2014/main" id="{58B26106-CE24-4DF6-94BF-CD7965880E94}"/>
              </a:ext>
            </a:extLst>
          </p:cNvPr>
          <p:cNvSpPr txBox="1">
            <a:spLocks/>
          </p:cNvSpPr>
          <p:nvPr/>
        </p:nvSpPr>
        <p:spPr bwMode="auto">
          <a:xfrm>
            <a:off x="2782686" y="2255101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 err="1"/>
              <a:t>qexec_intprt_fnc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75" name="내용 개체 틀 4">
            <a:extLst>
              <a:ext uri="{FF2B5EF4-FFF2-40B4-BE49-F238E27FC236}">
                <a16:creationId xmlns:a16="http://schemas.microsoft.com/office/drawing/2014/main" id="{3AA7D2DD-E7FE-4168-9FE5-C4B7BDCEED78}"/>
              </a:ext>
            </a:extLst>
          </p:cNvPr>
          <p:cNvSpPr txBox="1">
            <a:spLocks/>
          </p:cNvSpPr>
          <p:nvPr/>
        </p:nvSpPr>
        <p:spPr bwMode="auto">
          <a:xfrm>
            <a:off x="2880656" y="2492897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FOR </a:t>
            </a:r>
            <a:r>
              <a:rPr kumimoji="0" lang="en-US" altLang="ko-KR" sz="1000" b="1" dirty="0" err="1"/>
              <a:t>scan_next_scan</a:t>
            </a:r>
            <a:r>
              <a:rPr kumimoji="0" lang="en-US" altLang="ko-KR" sz="1000" b="1" dirty="0"/>
              <a:t>()</a:t>
            </a:r>
            <a:endParaRPr kumimoji="0" lang="en-US" altLang="ko-KR" sz="1000" dirty="0"/>
          </a:p>
        </p:txBody>
      </p:sp>
      <p:sp>
        <p:nvSpPr>
          <p:cNvPr id="95" name="순서도: 판단 94">
            <a:extLst>
              <a:ext uri="{FF2B5EF4-FFF2-40B4-BE49-F238E27FC236}">
                <a16:creationId xmlns:a16="http://schemas.microsoft.com/office/drawing/2014/main" id="{37B6EEFD-0C64-4656-AA9E-C01DD2A77B60}"/>
              </a:ext>
            </a:extLst>
          </p:cNvPr>
          <p:cNvSpPr/>
          <p:nvPr/>
        </p:nvSpPr>
        <p:spPr>
          <a:xfrm>
            <a:off x="2991880" y="2708921"/>
            <a:ext cx="1224678" cy="3895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Get 1row?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686D61C0-B6B9-46D7-8EEE-41B7E606331B}"/>
              </a:ext>
            </a:extLst>
          </p:cNvPr>
          <p:cNvSpPr/>
          <p:nvPr/>
        </p:nvSpPr>
        <p:spPr>
          <a:xfrm>
            <a:off x="2967284" y="3273870"/>
            <a:ext cx="1269416" cy="152328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/>
                </a:solidFill>
              </a:rPr>
              <a:t>FOR Scan(</a:t>
            </a:r>
            <a:r>
              <a:rPr lang="en-US" altLang="ko-KR" sz="800" dirty="0" err="1">
                <a:solidFill>
                  <a:schemeClr val="tx1"/>
                </a:solidFill>
              </a:rPr>
              <a:t>scan_ptr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26ECBB47-1524-4385-9B4D-BB703B9B9E17}"/>
              </a:ext>
            </a:extLst>
          </p:cNvPr>
          <p:cNvCxnSpPr>
            <a:cxnSpLocks/>
            <a:stCxn id="95" idx="2"/>
            <a:endCxn id="96" idx="0"/>
          </p:cNvCxnSpPr>
          <p:nvPr/>
        </p:nvCxnSpPr>
        <p:spPr>
          <a:xfrm rot="5400000">
            <a:off x="3515415" y="3185065"/>
            <a:ext cx="175383" cy="22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7886D65E-6682-4437-8090-4595BAD82509}"/>
              </a:ext>
            </a:extLst>
          </p:cNvPr>
          <p:cNvCxnSpPr>
            <a:cxnSpLocks/>
            <a:stCxn id="95" idx="1"/>
            <a:endCxn id="105" idx="1"/>
          </p:cNvCxnSpPr>
          <p:nvPr/>
        </p:nvCxnSpPr>
        <p:spPr>
          <a:xfrm rot="10800000" flipV="1">
            <a:off x="2943318" y="2903703"/>
            <a:ext cx="48563" cy="2185467"/>
          </a:xfrm>
          <a:prstGeom prst="bentConnector3">
            <a:avLst>
              <a:gd name="adj1" fmla="val 57072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 Box 50">
            <a:extLst>
              <a:ext uri="{FF2B5EF4-FFF2-40B4-BE49-F238E27FC236}">
                <a16:creationId xmlns:a16="http://schemas.microsoft.com/office/drawing/2014/main" id="{CC456FF7-5269-4B9A-9C72-CBF715D83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540" y="3050851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SUCCESS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098883D-6FF2-49A1-86C3-9B767CF77E60}"/>
              </a:ext>
            </a:extLst>
          </p:cNvPr>
          <p:cNvSpPr/>
          <p:nvPr/>
        </p:nvSpPr>
        <p:spPr>
          <a:xfrm>
            <a:off x="2943317" y="4949140"/>
            <a:ext cx="1292149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END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39FC9577-60CC-4DB6-8657-345425F53F35}"/>
              </a:ext>
            </a:extLst>
          </p:cNvPr>
          <p:cNvSpPr/>
          <p:nvPr/>
        </p:nvSpPr>
        <p:spPr>
          <a:xfrm>
            <a:off x="4766252" y="2297257"/>
            <a:ext cx="1523029" cy="3082354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C912C84-81BF-41B5-8080-259CAFFB42E8}"/>
              </a:ext>
            </a:extLst>
          </p:cNvPr>
          <p:cNvSpPr/>
          <p:nvPr/>
        </p:nvSpPr>
        <p:spPr>
          <a:xfrm>
            <a:off x="4838239" y="3176352"/>
            <a:ext cx="1389945" cy="205284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2" name="내용 개체 틀 4">
            <a:extLst>
              <a:ext uri="{FF2B5EF4-FFF2-40B4-BE49-F238E27FC236}">
                <a16:creationId xmlns:a16="http://schemas.microsoft.com/office/drawing/2014/main" id="{2AE071D7-0DAC-4F07-A39B-B2377040E26F}"/>
              </a:ext>
            </a:extLst>
          </p:cNvPr>
          <p:cNvSpPr txBox="1">
            <a:spLocks/>
          </p:cNvSpPr>
          <p:nvPr/>
        </p:nvSpPr>
        <p:spPr bwMode="auto">
          <a:xfrm>
            <a:off x="4716016" y="2249846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 err="1"/>
              <a:t>qexec_execute_scan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13" name="내용 개체 틀 4">
            <a:extLst>
              <a:ext uri="{FF2B5EF4-FFF2-40B4-BE49-F238E27FC236}">
                <a16:creationId xmlns:a16="http://schemas.microsoft.com/office/drawing/2014/main" id="{ED1D169D-8CF8-423E-924B-C5A274A3F9FB}"/>
              </a:ext>
            </a:extLst>
          </p:cNvPr>
          <p:cNvSpPr txBox="1">
            <a:spLocks/>
          </p:cNvSpPr>
          <p:nvPr/>
        </p:nvSpPr>
        <p:spPr bwMode="auto">
          <a:xfrm>
            <a:off x="4813986" y="3140969"/>
            <a:ext cx="1523033" cy="22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FOR </a:t>
            </a:r>
            <a:r>
              <a:rPr kumimoji="0" lang="en-US" altLang="ko-KR" sz="1000" b="1" dirty="0" err="1"/>
              <a:t>scan_next_scan</a:t>
            </a:r>
            <a:r>
              <a:rPr kumimoji="0" lang="en-US" altLang="ko-KR" sz="1000" b="1" dirty="0"/>
              <a:t>()</a:t>
            </a:r>
            <a:endParaRPr kumimoji="0" lang="en-US" altLang="ko-KR" sz="1000" dirty="0"/>
          </a:p>
        </p:txBody>
      </p:sp>
      <p:sp>
        <p:nvSpPr>
          <p:cNvPr id="115" name="순서도: 판단 114">
            <a:extLst>
              <a:ext uri="{FF2B5EF4-FFF2-40B4-BE49-F238E27FC236}">
                <a16:creationId xmlns:a16="http://schemas.microsoft.com/office/drawing/2014/main" id="{3CAF58BA-E757-47E2-9ECC-C5363217A9E1}"/>
              </a:ext>
            </a:extLst>
          </p:cNvPr>
          <p:cNvSpPr/>
          <p:nvPr/>
        </p:nvSpPr>
        <p:spPr>
          <a:xfrm>
            <a:off x="4892002" y="3356993"/>
            <a:ext cx="1243754" cy="3895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Get 1row?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26F7338-1CB4-4894-A41A-CCF6D1A5F761}"/>
              </a:ext>
            </a:extLst>
          </p:cNvPr>
          <p:cNvSpPr/>
          <p:nvPr/>
        </p:nvSpPr>
        <p:spPr>
          <a:xfrm>
            <a:off x="4893240" y="3934731"/>
            <a:ext cx="1243754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Scan(</a:t>
            </a:r>
            <a:r>
              <a:rPr lang="en-US" altLang="ko-KR" sz="800" dirty="0" err="1">
                <a:solidFill>
                  <a:schemeClr val="tx1"/>
                </a:solidFill>
              </a:rPr>
              <a:t>scan_ptr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212ED298-1FB7-4FDA-94F0-C27DA0BB1F4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 rot="16200000" flipH="1">
            <a:off x="5420412" y="3840026"/>
            <a:ext cx="188172" cy="12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 Box 50">
            <a:extLst>
              <a:ext uri="{FF2B5EF4-FFF2-40B4-BE49-F238E27FC236}">
                <a16:creationId xmlns:a16="http://schemas.microsoft.com/office/drawing/2014/main" id="{FD056480-4942-4F22-B084-03762EE2E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8476" y="3711711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SUCCESS</a:t>
            </a:r>
          </a:p>
        </p:txBody>
      </p:sp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4B091FDF-EA11-4AE6-AFE4-055F7719D4EB}"/>
              </a:ext>
            </a:extLst>
          </p:cNvPr>
          <p:cNvCxnSpPr>
            <a:cxnSpLocks/>
            <a:stCxn id="116" idx="2"/>
            <a:endCxn id="197" idx="0"/>
          </p:cNvCxnSpPr>
          <p:nvPr/>
        </p:nvCxnSpPr>
        <p:spPr>
          <a:xfrm rot="5400000">
            <a:off x="5429016" y="4298185"/>
            <a:ext cx="169495" cy="2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꺾임 164">
            <a:extLst>
              <a:ext uri="{FF2B5EF4-FFF2-40B4-BE49-F238E27FC236}">
                <a16:creationId xmlns:a16="http://schemas.microsoft.com/office/drawing/2014/main" id="{7658C0C1-DD6C-492F-9139-CB551BE558ED}"/>
              </a:ext>
            </a:extLst>
          </p:cNvPr>
          <p:cNvCxnSpPr>
            <a:cxnSpLocks/>
          </p:cNvCxnSpPr>
          <p:nvPr/>
        </p:nvCxnSpPr>
        <p:spPr>
          <a:xfrm rot="5400000">
            <a:off x="991857" y="3633569"/>
            <a:ext cx="72190" cy="585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꺾임 167">
            <a:extLst>
              <a:ext uri="{FF2B5EF4-FFF2-40B4-BE49-F238E27FC236}">
                <a16:creationId xmlns:a16="http://schemas.microsoft.com/office/drawing/2014/main" id="{C57B0319-933B-45EC-BA4C-4A641198DA50}"/>
              </a:ext>
            </a:extLst>
          </p:cNvPr>
          <p:cNvCxnSpPr>
            <a:cxnSpLocks/>
            <a:stCxn id="47" idx="3"/>
            <a:endCxn id="52" idx="0"/>
          </p:cNvCxnSpPr>
          <p:nvPr/>
        </p:nvCxnSpPr>
        <p:spPr>
          <a:xfrm flipH="1">
            <a:off x="879019" y="4249650"/>
            <a:ext cx="548354" cy="501550"/>
          </a:xfrm>
          <a:prstGeom prst="bentConnector4">
            <a:avLst>
              <a:gd name="adj1" fmla="val -41688"/>
              <a:gd name="adj2" fmla="val 6666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연결선: 꺾임 176">
            <a:extLst>
              <a:ext uri="{FF2B5EF4-FFF2-40B4-BE49-F238E27FC236}">
                <a16:creationId xmlns:a16="http://schemas.microsoft.com/office/drawing/2014/main" id="{F41504FE-66A2-4EDC-9DCF-CE5EB9113CF4}"/>
              </a:ext>
            </a:extLst>
          </p:cNvPr>
          <p:cNvCxnSpPr>
            <a:cxnSpLocks/>
          </p:cNvCxnSpPr>
          <p:nvPr/>
        </p:nvCxnSpPr>
        <p:spPr>
          <a:xfrm flipH="1">
            <a:off x="874016" y="2946632"/>
            <a:ext cx="548354" cy="501550"/>
          </a:xfrm>
          <a:prstGeom prst="bentConnector4">
            <a:avLst>
              <a:gd name="adj1" fmla="val -41688"/>
              <a:gd name="adj2" fmla="val 6666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순서도: 판단 177">
            <a:extLst>
              <a:ext uri="{FF2B5EF4-FFF2-40B4-BE49-F238E27FC236}">
                <a16:creationId xmlns:a16="http://schemas.microsoft.com/office/drawing/2014/main" id="{8B2F67FC-A8D9-48FD-9BBD-F0FA77E900D7}"/>
              </a:ext>
            </a:extLst>
          </p:cNvPr>
          <p:cNvSpPr/>
          <p:nvPr/>
        </p:nvSpPr>
        <p:spPr>
          <a:xfrm>
            <a:off x="4916087" y="2570562"/>
            <a:ext cx="1309474" cy="3895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Next_scan_on</a:t>
            </a:r>
            <a:r>
              <a:rPr lang="en-US" altLang="ko-KR" sz="800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179" name="연결선: 꺾임 178">
            <a:extLst>
              <a:ext uri="{FF2B5EF4-FFF2-40B4-BE49-F238E27FC236}">
                <a16:creationId xmlns:a16="http://schemas.microsoft.com/office/drawing/2014/main" id="{2003C1DE-AFBB-4800-80D5-866326CABC41}"/>
              </a:ext>
            </a:extLst>
          </p:cNvPr>
          <p:cNvCxnSpPr>
            <a:cxnSpLocks/>
            <a:stCxn id="182" idx="3"/>
            <a:endCxn id="178" idx="1"/>
          </p:cNvCxnSpPr>
          <p:nvPr/>
        </p:nvCxnSpPr>
        <p:spPr>
          <a:xfrm flipV="1">
            <a:off x="4252162" y="2765345"/>
            <a:ext cx="663925" cy="6371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내용 개체 틀 4">
            <a:extLst>
              <a:ext uri="{FF2B5EF4-FFF2-40B4-BE49-F238E27FC236}">
                <a16:creationId xmlns:a16="http://schemas.microsoft.com/office/drawing/2014/main" id="{E2AAC60E-CB80-4149-8666-BB4F173652C7}"/>
              </a:ext>
            </a:extLst>
          </p:cNvPr>
          <p:cNvSpPr txBox="1">
            <a:spLocks/>
          </p:cNvSpPr>
          <p:nvPr/>
        </p:nvSpPr>
        <p:spPr bwMode="auto">
          <a:xfrm>
            <a:off x="4139952" y="3376059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85" name="Text Box 50">
            <a:extLst>
              <a:ext uri="{FF2B5EF4-FFF2-40B4-BE49-F238E27FC236}">
                <a16:creationId xmlns:a16="http://schemas.microsoft.com/office/drawing/2014/main" id="{63E423CF-70C1-43A8-B63D-5AB4B472D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96" y="2728103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END</a:t>
            </a:r>
          </a:p>
        </p:txBody>
      </p:sp>
      <p:cxnSp>
        <p:nvCxnSpPr>
          <p:cNvPr id="186" name="연결선: 꺾임 185">
            <a:extLst>
              <a:ext uri="{FF2B5EF4-FFF2-40B4-BE49-F238E27FC236}">
                <a16:creationId xmlns:a16="http://schemas.microsoft.com/office/drawing/2014/main" id="{078EB9DE-54B0-4215-8D79-AFC20792A93F}"/>
              </a:ext>
            </a:extLst>
          </p:cNvPr>
          <p:cNvCxnSpPr>
            <a:cxnSpLocks/>
            <a:stCxn id="178" idx="2"/>
          </p:cNvCxnSpPr>
          <p:nvPr/>
        </p:nvCxnSpPr>
        <p:spPr>
          <a:xfrm rot="16200000" flipH="1">
            <a:off x="5459884" y="3071067"/>
            <a:ext cx="221883" cy="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 Box 50">
            <a:extLst>
              <a:ext uri="{FF2B5EF4-FFF2-40B4-BE49-F238E27FC236}">
                <a16:creationId xmlns:a16="http://schemas.microsoft.com/office/drawing/2014/main" id="{F3CFD2CC-9A84-4DE6-BA72-D53042D4E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874" y="2937733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</a:p>
        </p:txBody>
      </p:sp>
      <p:sp>
        <p:nvSpPr>
          <p:cNvPr id="196" name="순서도: 판단 195">
            <a:extLst>
              <a:ext uri="{FF2B5EF4-FFF2-40B4-BE49-F238E27FC236}">
                <a16:creationId xmlns:a16="http://schemas.microsoft.com/office/drawing/2014/main" id="{0F600599-1B34-4668-8517-D60FF77F3CE8}"/>
              </a:ext>
            </a:extLst>
          </p:cNvPr>
          <p:cNvSpPr/>
          <p:nvPr/>
        </p:nvSpPr>
        <p:spPr>
          <a:xfrm>
            <a:off x="2993676" y="3917585"/>
            <a:ext cx="1224678" cy="26461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Qualified?</a:t>
            </a:r>
          </a:p>
        </p:txBody>
      </p:sp>
      <p:sp>
        <p:nvSpPr>
          <p:cNvPr id="197" name="순서도: 판단 196">
            <a:extLst>
              <a:ext uri="{FF2B5EF4-FFF2-40B4-BE49-F238E27FC236}">
                <a16:creationId xmlns:a16="http://schemas.microsoft.com/office/drawing/2014/main" id="{8CEFDBB4-345D-4FC8-A5C8-6006AA6FEBBA}"/>
              </a:ext>
            </a:extLst>
          </p:cNvPr>
          <p:cNvSpPr/>
          <p:nvPr/>
        </p:nvSpPr>
        <p:spPr>
          <a:xfrm>
            <a:off x="4900070" y="4384287"/>
            <a:ext cx="1224678" cy="28005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Qualified?</a:t>
            </a: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E251340F-1B2F-4B69-8E8E-BF963C7341FD}"/>
              </a:ext>
            </a:extLst>
          </p:cNvPr>
          <p:cNvSpPr/>
          <p:nvPr/>
        </p:nvSpPr>
        <p:spPr>
          <a:xfrm>
            <a:off x="4893240" y="4805124"/>
            <a:ext cx="1256542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return SUCCESS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08" name="연결선: 꺾임 207">
            <a:extLst>
              <a:ext uri="{FF2B5EF4-FFF2-40B4-BE49-F238E27FC236}">
                <a16:creationId xmlns:a16="http://schemas.microsoft.com/office/drawing/2014/main" id="{E394138D-81D8-4F1E-A327-E47364CD9E74}"/>
              </a:ext>
            </a:extLst>
          </p:cNvPr>
          <p:cNvCxnSpPr>
            <a:cxnSpLocks/>
            <a:stCxn id="197" idx="2"/>
            <a:endCxn id="207" idx="0"/>
          </p:cNvCxnSpPr>
          <p:nvPr/>
        </p:nvCxnSpPr>
        <p:spPr>
          <a:xfrm rot="16200000" flipH="1">
            <a:off x="5446571" y="4730183"/>
            <a:ext cx="140779" cy="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연결선: 꺾임 219">
            <a:extLst>
              <a:ext uri="{FF2B5EF4-FFF2-40B4-BE49-F238E27FC236}">
                <a16:creationId xmlns:a16="http://schemas.microsoft.com/office/drawing/2014/main" id="{28E572D5-5F04-4EE9-9457-4FB5368FD8C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52000" y="3558994"/>
            <a:ext cx="640003" cy="12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 Box 50">
            <a:extLst>
              <a:ext uri="{FF2B5EF4-FFF2-40B4-BE49-F238E27FC236}">
                <a16:creationId xmlns:a16="http://schemas.microsoft.com/office/drawing/2014/main" id="{D4A132BE-5B55-4BF7-BF7E-FFAC890B9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9172" y="3376755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END</a:t>
            </a:r>
          </a:p>
        </p:txBody>
      </p:sp>
      <p:cxnSp>
        <p:nvCxnSpPr>
          <p:cNvPr id="235" name="연결선: 꺾임 234">
            <a:extLst>
              <a:ext uri="{FF2B5EF4-FFF2-40B4-BE49-F238E27FC236}">
                <a16:creationId xmlns:a16="http://schemas.microsoft.com/office/drawing/2014/main" id="{9D587F4E-7931-4EB4-82AF-81E6C681B476}"/>
              </a:ext>
            </a:extLst>
          </p:cNvPr>
          <p:cNvCxnSpPr>
            <a:cxnSpLocks/>
            <a:stCxn id="207" idx="1"/>
            <a:endCxn id="244" idx="3"/>
          </p:cNvCxnSpPr>
          <p:nvPr/>
        </p:nvCxnSpPr>
        <p:spPr>
          <a:xfrm rot="10800000">
            <a:off x="4251668" y="3708603"/>
            <a:ext cx="641572" cy="12365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내용 개체 틀 4">
            <a:extLst>
              <a:ext uri="{FF2B5EF4-FFF2-40B4-BE49-F238E27FC236}">
                <a16:creationId xmlns:a16="http://schemas.microsoft.com/office/drawing/2014/main" id="{61C75766-79A1-40F1-948E-6C67B8232DCF}"/>
              </a:ext>
            </a:extLst>
          </p:cNvPr>
          <p:cNvSpPr txBox="1">
            <a:spLocks/>
          </p:cNvSpPr>
          <p:nvPr/>
        </p:nvSpPr>
        <p:spPr bwMode="auto">
          <a:xfrm>
            <a:off x="4139458" y="368213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71B68858-B5C2-41D2-A069-6C4DB3E61048}"/>
              </a:ext>
            </a:extLst>
          </p:cNvPr>
          <p:cNvSpPr/>
          <p:nvPr/>
        </p:nvSpPr>
        <p:spPr>
          <a:xfrm>
            <a:off x="6817657" y="2303651"/>
            <a:ext cx="1523029" cy="3082354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0" name="직사각형 249">
            <a:extLst>
              <a:ext uri="{FF2B5EF4-FFF2-40B4-BE49-F238E27FC236}">
                <a16:creationId xmlns:a16="http://schemas.microsoft.com/office/drawing/2014/main" id="{D60886F6-DCD3-45C4-90B1-195566083E7A}"/>
              </a:ext>
            </a:extLst>
          </p:cNvPr>
          <p:cNvSpPr/>
          <p:nvPr/>
        </p:nvSpPr>
        <p:spPr>
          <a:xfrm>
            <a:off x="6889644" y="3182746"/>
            <a:ext cx="1389945" cy="205284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51" name="내용 개체 틀 4">
            <a:extLst>
              <a:ext uri="{FF2B5EF4-FFF2-40B4-BE49-F238E27FC236}">
                <a16:creationId xmlns:a16="http://schemas.microsoft.com/office/drawing/2014/main" id="{2186DB4D-CB8C-479D-AA87-1A0AE3B35FFB}"/>
              </a:ext>
            </a:extLst>
          </p:cNvPr>
          <p:cNvSpPr txBox="1">
            <a:spLocks/>
          </p:cNvSpPr>
          <p:nvPr/>
        </p:nvSpPr>
        <p:spPr bwMode="auto">
          <a:xfrm>
            <a:off x="6767421" y="2256240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 err="1"/>
              <a:t>qexec_execute_scan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252" name="내용 개체 틀 4">
            <a:extLst>
              <a:ext uri="{FF2B5EF4-FFF2-40B4-BE49-F238E27FC236}">
                <a16:creationId xmlns:a16="http://schemas.microsoft.com/office/drawing/2014/main" id="{3B069E67-C0E8-42F6-A0CD-6FE732A56039}"/>
              </a:ext>
            </a:extLst>
          </p:cNvPr>
          <p:cNvSpPr txBox="1">
            <a:spLocks/>
          </p:cNvSpPr>
          <p:nvPr/>
        </p:nvSpPr>
        <p:spPr bwMode="auto">
          <a:xfrm>
            <a:off x="6865391" y="3147363"/>
            <a:ext cx="1523033" cy="225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FOR </a:t>
            </a:r>
            <a:r>
              <a:rPr kumimoji="0" lang="en-US" altLang="ko-KR" sz="1000" b="1" dirty="0" err="1"/>
              <a:t>scan_next_scan</a:t>
            </a:r>
            <a:r>
              <a:rPr kumimoji="0" lang="en-US" altLang="ko-KR" sz="1000" b="1" dirty="0"/>
              <a:t>()</a:t>
            </a:r>
            <a:endParaRPr kumimoji="0" lang="en-US" altLang="ko-KR" sz="1000" dirty="0"/>
          </a:p>
        </p:txBody>
      </p:sp>
      <p:sp>
        <p:nvSpPr>
          <p:cNvPr id="253" name="순서도: 판단 252">
            <a:extLst>
              <a:ext uri="{FF2B5EF4-FFF2-40B4-BE49-F238E27FC236}">
                <a16:creationId xmlns:a16="http://schemas.microsoft.com/office/drawing/2014/main" id="{25E8C0AF-02D6-4ECA-86CD-C42EE456ECDB}"/>
              </a:ext>
            </a:extLst>
          </p:cNvPr>
          <p:cNvSpPr/>
          <p:nvPr/>
        </p:nvSpPr>
        <p:spPr>
          <a:xfrm>
            <a:off x="6943407" y="3363387"/>
            <a:ext cx="1243754" cy="3895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Get 1row?</a:t>
            </a:r>
          </a:p>
        </p:txBody>
      </p: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292DB14C-429C-4B87-B413-7A3E449B1EA6}"/>
              </a:ext>
            </a:extLst>
          </p:cNvPr>
          <p:cNvSpPr/>
          <p:nvPr/>
        </p:nvSpPr>
        <p:spPr>
          <a:xfrm>
            <a:off x="6944645" y="3941125"/>
            <a:ext cx="1243754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Scan(</a:t>
            </a:r>
            <a:r>
              <a:rPr lang="en-US" altLang="ko-KR" sz="800" dirty="0" err="1">
                <a:solidFill>
                  <a:schemeClr val="tx1"/>
                </a:solidFill>
              </a:rPr>
              <a:t>scan_ptr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55" name="연결선: 꺾임 254">
            <a:extLst>
              <a:ext uri="{FF2B5EF4-FFF2-40B4-BE49-F238E27FC236}">
                <a16:creationId xmlns:a16="http://schemas.microsoft.com/office/drawing/2014/main" id="{AC37B69E-8012-4C92-84CE-0B2600DFE930}"/>
              </a:ext>
            </a:extLst>
          </p:cNvPr>
          <p:cNvCxnSpPr>
            <a:cxnSpLocks/>
            <a:stCxn id="253" idx="2"/>
            <a:endCxn id="254" idx="0"/>
          </p:cNvCxnSpPr>
          <p:nvPr/>
        </p:nvCxnSpPr>
        <p:spPr>
          <a:xfrm rot="16200000" flipH="1">
            <a:off x="7471817" y="3846420"/>
            <a:ext cx="188172" cy="12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 Box 50">
            <a:extLst>
              <a:ext uri="{FF2B5EF4-FFF2-40B4-BE49-F238E27FC236}">
                <a16:creationId xmlns:a16="http://schemas.microsoft.com/office/drawing/2014/main" id="{4D808C78-472E-4288-B527-66EF035A6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9881" y="3718105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SUCCESS</a:t>
            </a:r>
          </a:p>
        </p:txBody>
      </p:sp>
      <p:cxnSp>
        <p:nvCxnSpPr>
          <p:cNvPr id="257" name="연결선: 꺾임 256">
            <a:extLst>
              <a:ext uri="{FF2B5EF4-FFF2-40B4-BE49-F238E27FC236}">
                <a16:creationId xmlns:a16="http://schemas.microsoft.com/office/drawing/2014/main" id="{B4576EF1-57AD-4E61-ACE5-D2A4EAA8AD7E}"/>
              </a:ext>
            </a:extLst>
          </p:cNvPr>
          <p:cNvCxnSpPr>
            <a:cxnSpLocks/>
            <a:stCxn id="254" idx="2"/>
            <a:endCxn id="261" idx="0"/>
          </p:cNvCxnSpPr>
          <p:nvPr/>
        </p:nvCxnSpPr>
        <p:spPr>
          <a:xfrm rot="5400000">
            <a:off x="7480421" y="4304579"/>
            <a:ext cx="169495" cy="27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순서도: 판단 257">
            <a:extLst>
              <a:ext uri="{FF2B5EF4-FFF2-40B4-BE49-F238E27FC236}">
                <a16:creationId xmlns:a16="http://schemas.microsoft.com/office/drawing/2014/main" id="{2C71B874-2146-4540-A061-90D952F4AAA4}"/>
              </a:ext>
            </a:extLst>
          </p:cNvPr>
          <p:cNvSpPr/>
          <p:nvPr/>
        </p:nvSpPr>
        <p:spPr>
          <a:xfrm>
            <a:off x="6898107" y="2571299"/>
            <a:ext cx="1309474" cy="38956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err="1">
                <a:solidFill>
                  <a:schemeClr val="tx1"/>
                </a:solidFill>
              </a:rPr>
              <a:t>Next_scan_on</a:t>
            </a:r>
            <a:r>
              <a:rPr lang="en-US" altLang="ko-KR" sz="800" dirty="0">
                <a:solidFill>
                  <a:schemeClr val="tx1"/>
                </a:solidFill>
              </a:rPr>
              <a:t>?</a:t>
            </a:r>
          </a:p>
        </p:txBody>
      </p:sp>
      <p:cxnSp>
        <p:nvCxnSpPr>
          <p:cNvPr id="259" name="연결선: 꺾임 258">
            <a:extLst>
              <a:ext uri="{FF2B5EF4-FFF2-40B4-BE49-F238E27FC236}">
                <a16:creationId xmlns:a16="http://schemas.microsoft.com/office/drawing/2014/main" id="{99766F95-056E-4E0F-BE65-4C1B30455000}"/>
              </a:ext>
            </a:extLst>
          </p:cNvPr>
          <p:cNvCxnSpPr>
            <a:cxnSpLocks/>
            <a:stCxn id="258" idx="2"/>
          </p:cNvCxnSpPr>
          <p:nvPr/>
        </p:nvCxnSpPr>
        <p:spPr>
          <a:xfrm rot="16200000" flipH="1">
            <a:off x="7441904" y="3071804"/>
            <a:ext cx="221883" cy="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Text Box 50">
            <a:extLst>
              <a:ext uri="{FF2B5EF4-FFF2-40B4-BE49-F238E27FC236}">
                <a16:creationId xmlns:a16="http://schemas.microsoft.com/office/drawing/2014/main" id="{BEEBF01F-9F4F-4CAD-A8BD-69B491985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8279" y="2944127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</a:p>
        </p:txBody>
      </p:sp>
      <p:sp>
        <p:nvSpPr>
          <p:cNvPr id="261" name="순서도: 판단 260">
            <a:extLst>
              <a:ext uri="{FF2B5EF4-FFF2-40B4-BE49-F238E27FC236}">
                <a16:creationId xmlns:a16="http://schemas.microsoft.com/office/drawing/2014/main" id="{6BAFA3EE-F965-4D64-972B-105CBA916EC9}"/>
              </a:ext>
            </a:extLst>
          </p:cNvPr>
          <p:cNvSpPr/>
          <p:nvPr/>
        </p:nvSpPr>
        <p:spPr>
          <a:xfrm>
            <a:off x="6951475" y="4390681"/>
            <a:ext cx="1224678" cy="28005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Qualified?</a:t>
            </a: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70F73540-73F0-4074-B566-CF9D08AF6112}"/>
              </a:ext>
            </a:extLst>
          </p:cNvPr>
          <p:cNvSpPr/>
          <p:nvPr/>
        </p:nvSpPr>
        <p:spPr>
          <a:xfrm>
            <a:off x="6944645" y="4811518"/>
            <a:ext cx="1256542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return SUCCESS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63" name="연결선: 꺾임 262">
            <a:extLst>
              <a:ext uri="{FF2B5EF4-FFF2-40B4-BE49-F238E27FC236}">
                <a16:creationId xmlns:a16="http://schemas.microsoft.com/office/drawing/2014/main" id="{B79AA4D7-B438-448D-849A-6F1633CC2A7F}"/>
              </a:ext>
            </a:extLst>
          </p:cNvPr>
          <p:cNvCxnSpPr>
            <a:cxnSpLocks/>
            <a:stCxn id="261" idx="2"/>
            <a:endCxn id="262" idx="0"/>
          </p:cNvCxnSpPr>
          <p:nvPr/>
        </p:nvCxnSpPr>
        <p:spPr>
          <a:xfrm rot="16200000" flipH="1">
            <a:off x="7497976" y="4736577"/>
            <a:ext cx="140779" cy="91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연결선: 꺾임 263">
            <a:extLst>
              <a:ext uri="{FF2B5EF4-FFF2-40B4-BE49-F238E27FC236}">
                <a16:creationId xmlns:a16="http://schemas.microsoft.com/office/drawing/2014/main" id="{F80E9979-538A-4740-8AD9-8600CE74B93D}"/>
              </a:ext>
            </a:extLst>
          </p:cNvPr>
          <p:cNvCxnSpPr>
            <a:cxnSpLocks/>
            <a:stCxn id="178" idx="3"/>
            <a:endCxn id="258" idx="1"/>
          </p:cNvCxnSpPr>
          <p:nvPr/>
        </p:nvCxnSpPr>
        <p:spPr>
          <a:xfrm>
            <a:off x="6225561" y="2765345"/>
            <a:ext cx="672546" cy="7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50">
            <a:extLst>
              <a:ext uri="{FF2B5EF4-FFF2-40B4-BE49-F238E27FC236}">
                <a16:creationId xmlns:a16="http://schemas.microsoft.com/office/drawing/2014/main" id="{C6C022A4-FAA2-4ED9-B655-FAF8C6829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594" y="2611917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</a:p>
        </p:txBody>
      </p:sp>
      <p:cxnSp>
        <p:nvCxnSpPr>
          <p:cNvPr id="273" name="연결선: 꺾임 272">
            <a:extLst>
              <a:ext uri="{FF2B5EF4-FFF2-40B4-BE49-F238E27FC236}">
                <a16:creationId xmlns:a16="http://schemas.microsoft.com/office/drawing/2014/main" id="{367AA08F-D2CB-4B48-AF93-1A811D06B01C}"/>
              </a:ext>
            </a:extLst>
          </p:cNvPr>
          <p:cNvCxnSpPr>
            <a:cxnSpLocks/>
            <a:stCxn id="116" idx="3"/>
            <a:endCxn id="258" idx="1"/>
          </p:cNvCxnSpPr>
          <p:nvPr/>
        </p:nvCxnSpPr>
        <p:spPr>
          <a:xfrm flipV="1">
            <a:off x="6136994" y="2766082"/>
            <a:ext cx="761113" cy="1308680"/>
          </a:xfrm>
          <a:prstGeom prst="bentConnector3">
            <a:avLst>
              <a:gd name="adj1" fmla="val 432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연결선: 꺾임 278">
            <a:extLst>
              <a:ext uri="{FF2B5EF4-FFF2-40B4-BE49-F238E27FC236}">
                <a16:creationId xmlns:a16="http://schemas.microsoft.com/office/drawing/2014/main" id="{79E3868E-3769-4CAF-82E2-A81727FA291D}"/>
              </a:ext>
            </a:extLst>
          </p:cNvPr>
          <p:cNvCxnSpPr>
            <a:cxnSpLocks/>
            <a:stCxn id="253" idx="1"/>
            <a:endCxn id="197" idx="3"/>
          </p:cNvCxnSpPr>
          <p:nvPr/>
        </p:nvCxnSpPr>
        <p:spPr>
          <a:xfrm rot="10800000" flipV="1">
            <a:off x="6124749" y="3558170"/>
            <a:ext cx="818659" cy="966146"/>
          </a:xfrm>
          <a:prstGeom prst="bentConnector3">
            <a:avLst>
              <a:gd name="adj1" fmla="val 453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Text Box 50">
            <a:extLst>
              <a:ext uri="{FF2B5EF4-FFF2-40B4-BE49-F238E27FC236}">
                <a16:creationId xmlns:a16="http://schemas.microsoft.com/office/drawing/2014/main" id="{6E7BA10B-8C38-43F3-B4AB-93F7AAECF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604" y="3388963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END</a:t>
            </a:r>
          </a:p>
        </p:txBody>
      </p:sp>
      <p:cxnSp>
        <p:nvCxnSpPr>
          <p:cNvPr id="291" name="연결선: 꺾임 290">
            <a:extLst>
              <a:ext uri="{FF2B5EF4-FFF2-40B4-BE49-F238E27FC236}">
                <a16:creationId xmlns:a16="http://schemas.microsoft.com/office/drawing/2014/main" id="{B4A388BA-24F0-4FF0-9D85-AE3DD2408B42}"/>
              </a:ext>
            </a:extLst>
          </p:cNvPr>
          <p:cNvCxnSpPr>
            <a:cxnSpLocks/>
            <a:stCxn id="262" idx="1"/>
            <a:endCxn id="207" idx="3"/>
          </p:cNvCxnSpPr>
          <p:nvPr/>
        </p:nvCxnSpPr>
        <p:spPr>
          <a:xfrm rot="10800000">
            <a:off x="6149783" y="4945155"/>
            <a:ext cx="794863" cy="639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921533C3-8A98-483E-9B50-F552337036BC}"/>
              </a:ext>
            </a:extLst>
          </p:cNvPr>
          <p:cNvSpPr/>
          <p:nvPr/>
        </p:nvSpPr>
        <p:spPr>
          <a:xfrm>
            <a:off x="2574958" y="5928705"/>
            <a:ext cx="5846802" cy="308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98" name="내용 개체 틀 4">
            <a:extLst>
              <a:ext uri="{FF2B5EF4-FFF2-40B4-BE49-F238E27FC236}">
                <a16:creationId xmlns:a16="http://schemas.microsoft.com/office/drawing/2014/main" id="{06BC72D6-5426-406F-9BB3-D75EC799448F}"/>
              </a:ext>
            </a:extLst>
          </p:cNvPr>
          <p:cNvSpPr txBox="1">
            <a:spLocks/>
          </p:cNvSpPr>
          <p:nvPr/>
        </p:nvSpPr>
        <p:spPr bwMode="auto">
          <a:xfrm>
            <a:off x="2555776" y="5727534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Post processing</a:t>
            </a: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pic>
        <p:nvPicPr>
          <p:cNvPr id="243" name="그래픽 242" descr="직선 화살표">
            <a:extLst>
              <a:ext uri="{FF2B5EF4-FFF2-40B4-BE49-F238E27FC236}">
                <a16:creationId xmlns:a16="http://schemas.microsoft.com/office/drawing/2014/main" id="{9545C373-16C9-4734-9DCC-4BD7DDBFF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3326605" y="5201951"/>
            <a:ext cx="525315" cy="525315"/>
          </a:xfrm>
          <a:prstGeom prst="rect">
            <a:avLst/>
          </a:prstGeom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A8D81E8C-0F18-4405-8032-12136E8CF1AB}"/>
              </a:ext>
            </a:extLst>
          </p:cNvPr>
          <p:cNvSpPr/>
          <p:nvPr/>
        </p:nvSpPr>
        <p:spPr>
          <a:xfrm>
            <a:off x="2975195" y="4360536"/>
            <a:ext cx="1250312" cy="4395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Write 1row</a:t>
            </a:r>
            <a:endParaRPr lang="ko-KR" altLang="en-US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end_one_iteration</a:t>
            </a:r>
            <a:r>
              <a:rPr lang="en-US" altLang="ko-KR" sz="10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104" name="연결선: 꺾임 103">
            <a:extLst>
              <a:ext uri="{FF2B5EF4-FFF2-40B4-BE49-F238E27FC236}">
                <a16:creationId xmlns:a16="http://schemas.microsoft.com/office/drawing/2014/main" id="{B8A37B7A-307E-4D09-B10D-5EA8EF2163B0}"/>
              </a:ext>
            </a:extLst>
          </p:cNvPr>
          <p:cNvCxnSpPr>
            <a:cxnSpLocks/>
          </p:cNvCxnSpPr>
          <p:nvPr/>
        </p:nvCxnSpPr>
        <p:spPr>
          <a:xfrm rot="5400000">
            <a:off x="3513922" y="4269033"/>
            <a:ext cx="174909" cy="12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연결선: 꺾임 202">
            <a:extLst>
              <a:ext uri="{FF2B5EF4-FFF2-40B4-BE49-F238E27FC236}">
                <a16:creationId xmlns:a16="http://schemas.microsoft.com/office/drawing/2014/main" id="{303B5C7B-ABE3-44E4-AD3D-DE7397C59F30}"/>
              </a:ext>
            </a:extLst>
          </p:cNvPr>
          <p:cNvCxnSpPr>
            <a:cxnSpLocks/>
            <a:endCxn id="196" idx="0"/>
          </p:cNvCxnSpPr>
          <p:nvPr/>
        </p:nvCxnSpPr>
        <p:spPr>
          <a:xfrm rot="16200000" flipH="1">
            <a:off x="3540673" y="3852243"/>
            <a:ext cx="125430" cy="5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순서도: 판단 82">
            <a:extLst>
              <a:ext uri="{FF2B5EF4-FFF2-40B4-BE49-F238E27FC236}">
                <a16:creationId xmlns:a16="http://schemas.microsoft.com/office/drawing/2014/main" id="{24754FE3-F411-46AD-8A43-E9D8E86C67F6}"/>
              </a:ext>
            </a:extLst>
          </p:cNvPr>
          <p:cNvSpPr/>
          <p:nvPr/>
        </p:nvSpPr>
        <p:spPr>
          <a:xfrm>
            <a:off x="2987824" y="3445194"/>
            <a:ext cx="1243754" cy="33519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Get 1row?</a:t>
            </a:r>
          </a:p>
        </p:txBody>
      </p:sp>
      <p:sp>
        <p:nvSpPr>
          <p:cNvPr id="86" name="Text Box 50">
            <a:extLst>
              <a:ext uri="{FF2B5EF4-FFF2-40B4-BE49-F238E27FC236}">
                <a16:creationId xmlns:a16="http://schemas.microsoft.com/office/drawing/2014/main" id="{06BB79E9-CBBA-401A-A08C-B0A6E71E7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8168" y="3743900"/>
            <a:ext cx="70985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SUCCESS</a:t>
            </a:r>
          </a:p>
        </p:txBody>
      </p:sp>
    </p:spTree>
    <p:extLst>
      <p:ext uri="{BB962C8B-B14F-4D97-AF65-F5344CB8AC3E}">
        <p14:creationId xmlns:p14="http://schemas.microsoft.com/office/powerpoint/2010/main" val="378145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Processing(</a:t>
            </a:r>
            <a:r>
              <a:rPr lang="en-US" altLang="ko-KR" dirty="0" err="1"/>
              <a:t>qexec_next_scan_block_iterations</a:t>
            </a:r>
            <a:r>
              <a:rPr lang="en-US" altLang="ko-KR" dirty="0"/>
              <a:t>() 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5496" y="2046881"/>
            <a:ext cx="2123740" cy="41586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endParaRPr lang="en-US" altLang="ko-KR" sz="800" dirty="0"/>
          </a:p>
          <a:p>
            <a:pPr marL="0" indent="0">
              <a:buNone/>
            </a:pPr>
            <a:endParaRPr lang="en-US" altLang="ko-KR" sz="800" dirty="0"/>
          </a:p>
          <a:p>
            <a:pPr marL="0" indent="0">
              <a:buNone/>
            </a:pPr>
            <a:r>
              <a:rPr lang="en-US" altLang="ko-KR" sz="800" dirty="0"/>
              <a:t>create table </a:t>
            </a:r>
            <a:r>
              <a:rPr lang="en-US" altLang="ko-KR" sz="800" dirty="0" err="1"/>
              <a:t>super_class</a:t>
            </a:r>
            <a:r>
              <a:rPr lang="en-US" altLang="ko-KR" sz="800" dirty="0"/>
              <a:t> (col1 int);</a:t>
            </a:r>
          </a:p>
          <a:p>
            <a:pPr marL="0" indent="0">
              <a:buNone/>
            </a:pPr>
            <a:r>
              <a:rPr lang="en-US" altLang="ko-KR" sz="800" dirty="0"/>
              <a:t>create table </a:t>
            </a:r>
            <a:r>
              <a:rPr lang="en-US" altLang="ko-KR" sz="800" dirty="0" err="1"/>
              <a:t>sub_class</a:t>
            </a:r>
            <a:r>
              <a:rPr lang="en-US" altLang="ko-KR" sz="800" dirty="0"/>
              <a:t> under </a:t>
            </a:r>
            <a:r>
              <a:rPr lang="en-US" altLang="ko-KR" sz="800" dirty="0" err="1"/>
              <a:t>super_class</a:t>
            </a:r>
            <a:r>
              <a:rPr lang="en-US" altLang="ko-KR" sz="800" dirty="0"/>
              <a:t>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select * </a:t>
            </a:r>
          </a:p>
          <a:p>
            <a:pPr marL="0" indent="0">
              <a:buNone/>
            </a:pPr>
            <a:r>
              <a:rPr lang="en-US" altLang="ko-KR" dirty="0"/>
              <a:t>from </a:t>
            </a:r>
            <a:r>
              <a:rPr lang="en-US" altLang="ko-KR" dirty="0">
                <a:solidFill>
                  <a:srgbClr val="FF0000"/>
                </a:solidFill>
              </a:rPr>
              <a:t>ALL</a:t>
            </a:r>
            <a:r>
              <a:rPr lang="en-US" altLang="ko-KR" dirty="0"/>
              <a:t> </a:t>
            </a:r>
            <a:r>
              <a:rPr lang="en-US" altLang="ko-KR" dirty="0" err="1"/>
              <a:t>super_class</a:t>
            </a:r>
            <a:r>
              <a:rPr lang="en-US" altLang="ko-KR" dirty="0"/>
              <a:t> a, </a:t>
            </a:r>
          </a:p>
          <a:p>
            <a:pPr marL="0" indent="0">
              <a:buNone/>
            </a:pPr>
            <a:r>
              <a:rPr lang="en-US" altLang="ko-KR" dirty="0"/>
              <a:t>         </a:t>
            </a:r>
            <a:r>
              <a:rPr lang="en-US" altLang="ko-KR" dirty="0">
                <a:solidFill>
                  <a:srgbClr val="FF0000"/>
                </a:solidFill>
              </a:rPr>
              <a:t>ALL</a:t>
            </a:r>
            <a:r>
              <a:rPr lang="en-US" altLang="ko-KR" dirty="0"/>
              <a:t> </a:t>
            </a:r>
            <a:r>
              <a:rPr lang="en-US" altLang="ko-KR" dirty="0" err="1"/>
              <a:t>super_class</a:t>
            </a:r>
            <a:r>
              <a:rPr lang="en-US" altLang="ko-KR" dirty="0"/>
              <a:t> b</a:t>
            </a:r>
          </a:p>
          <a:p>
            <a:pPr marL="0" indent="0">
              <a:buNone/>
            </a:pPr>
            <a:r>
              <a:rPr lang="en-US" altLang="ko-KR" dirty="0"/>
              <a:t>where a.col1 = b.col1;</a:t>
            </a:r>
            <a:endParaRPr lang="ko-KR" altLang="en-US" dirty="0"/>
          </a:p>
          <a:p>
            <a:pPr marL="0" indent="0" eaLnBrk="1" hangingPunct="1">
              <a:buNone/>
            </a:pPr>
            <a:endParaRPr lang="en-US" altLang="ko-KR" dirty="0"/>
          </a:p>
          <a:p>
            <a:pPr lvl="2" eaLnBrk="1" hangingPunct="1"/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Block iteration</a:t>
            </a:r>
            <a:r>
              <a:rPr kumimoji="0" lang="ko-KR" altLang="en-US" dirty="0"/>
              <a:t>은 </a:t>
            </a:r>
            <a:r>
              <a:rPr kumimoji="0" lang="en-US" altLang="ko-KR" dirty="0"/>
              <a:t>next access spec</a:t>
            </a:r>
            <a:r>
              <a:rPr kumimoji="0" lang="ko-KR" altLang="en-US" dirty="0"/>
              <a:t>에 대한 처리를 위해 각 </a:t>
            </a:r>
            <a:r>
              <a:rPr kumimoji="0" lang="en-US" altLang="ko-KR" dirty="0"/>
              <a:t>XASL block</a:t>
            </a:r>
            <a:r>
              <a:rPr kumimoji="0" lang="ko-KR" altLang="en-US" dirty="0"/>
              <a:t>을 초기화함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Super</a:t>
            </a:r>
            <a:r>
              <a:rPr kumimoji="0" lang="ko-KR" altLang="en-US" dirty="0"/>
              <a:t> </a:t>
            </a:r>
            <a:r>
              <a:rPr kumimoji="0" lang="en-US" altLang="ko-KR" dirty="0"/>
              <a:t>class</a:t>
            </a:r>
            <a:r>
              <a:rPr kumimoji="0" lang="ko-KR" altLang="en-US" dirty="0"/>
              <a:t>를 </a:t>
            </a:r>
            <a:r>
              <a:rPr kumimoji="0" lang="en-US" altLang="ko-KR" dirty="0"/>
              <a:t>‘ALL’ </a:t>
            </a:r>
            <a:r>
              <a:rPr kumimoji="0" lang="ko-KR" altLang="en-US" dirty="0"/>
              <a:t>조건으로 조회했을 경우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r>
              <a:rPr kumimoji="0" lang="pl-PL" altLang="ko-KR" dirty="0"/>
              <a:t>(aUb)⋈(cUd) = (a⋈c)U(a⋈d)U(b⋈c)U(b⋈d)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608586"/>
              </p:ext>
            </p:extLst>
          </p:nvPr>
        </p:nvGraphicFramePr>
        <p:xfrm>
          <a:off x="2267744" y="2405827"/>
          <a:ext cx="1087619" cy="116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67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92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a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spec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195736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851529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3419875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B404B55C-E378-450B-8567-8123BE4A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532610"/>
              </p:ext>
            </p:extLst>
          </p:nvPr>
        </p:nvGraphicFramePr>
        <p:xfrm>
          <a:off x="3571389" y="2492896"/>
          <a:ext cx="1087619" cy="87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14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5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sub_class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next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851932A-4916-4E8E-ADCE-BBDCE58175C0}"/>
              </a:ext>
            </a:extLst>
          </p:cNvPr>
          <p:cNvCxnSpPr>
            <a:cxnSpLocks/>
            <a:stCxn id="52" idx="3"/>
            <a:endCxn id="37" idx="1"/>
          </p:cNvCxnSpPr>
          <p:nvPr/>
        </p:nvCxnSpPr>
        <p:spPr>
          <a:xfrm flipV="1">
            <a:off x="3329258" y="2932886"/>
            <a:ext cx="242131" cy="27474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601216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6140618" y="1593639"/>
            <a:ext cx="2546177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Next scan block iteration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6296547" y="2046881"/>
            <a:ext cx="2660339" cy="423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SCAN </a:t>
            </a:r>
            <a:r>
              <a:rPr kumimoji="0" lang="en-US" altLang="ko-KR" dirty="0" err="1"/>
              <a:t>sub_class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for each row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   SCAN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(</a:t>
            </a:r>
            <a:r>
              <a:rPr kumimoji="0" lang="en-US" altLang="ko-KR" dirty="0" err="1"/>
              <a:t>sub_class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SCAN </a:t>
            </a:r>
            <a:r>
              <a:rPr kumimoji="0" lang="en-US" altLang="ko-KR" dirty="0" err="1"/>
              <a:t>sub_class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for each row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SCAN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(</a:t>
            </a:r>
            <a:r>
              <a:rPr kumimoji="0" lang="en-US" altLang="ko-KR" dirty="0" err="1"/>
              <a:t>super_class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SCAN </a:t>
            </a:r>
            <a:r>
              <a:rPr kumimoji="0" lang="en-US" altLang="ko-KR" dirty="0" err="1"/>
              <a:t>sub_class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for each row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SCAN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(</a:t>
            </a:r>
            <a:r>
              <a:rPr kumimoji="0" lang="en-US" altLang="ko-KR" dirty="0" err="1"/>
              <a:t>sub_class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SCAN </a:t>
            </a:r>
            <a:r>
              <a:rPr kumimoji="0" lang="en-US" altLang="ko-KR" dirty="0" err="1"/>
              <a:t>sub_class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for each row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SCAN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(</a:t>
            </a:r>
            <a:r>
              <a:rPr kumimoji="0" lang="en-US" altLang="ko-KR" dirty="0" err="1"/>
              <a:t>sub_class</a:t>
            </a:r>
            <a:r>
              <a:rPr kumimoji="0" lang="en-US" altLang="ko-KR" dirty="0"/>
              <a:t>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2" name="칠각형 41">
            <a:extLst>
              <a:ext uri="{FF2B5EF4-FFF2-40B4-BE49-F238E27FC236}">
                <a16:creationId xmlns:a16="http://schemas.microsoft.com/office/drawing/2014/main" id="{B1C9A060-973F-44B0-87E2-38BF88A3FD4E}"/>
              </a:ext>
            </a:extLst>
          </p:cNvPr>
          <p:cNvSpPr/>
          <p:nvPr/>
        </p:nvSpPr>
        <p:spPr>
          <a:xfrm>
            <a:off x="6081126" y="2061265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3" name="칠각형 42">
            <a:extLst>
              <a:ext uri="{FF2B5EF4-FFF2-40B4-BE49-F238E27FC236}">
                <a16:creationId xmlns:a16="http://schemas.microsoft.com/office/drawing/2014/main" id="{8EF3060A-A8CF-4439-A760-418616147283}"/>
              </a:ext>
            </a:extLst>
          </p:cNvPr>
          <p:cNvSpPr/>
          <p:nvPr/>
        </p:nvSpPr>
        <p:spPr>
          <a:xfrm>
            <a:off x="6084168" y="3088142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5" name="칠각형 44">
            <a:extLst>
              <a:ext uri="{FF2B5EF4-FFF2-40B4-BE49-F238E27FC236}">
                <a16:creationId xmlns:a16="http://schemas.microsoft.com/office/drawing/2014/main" id="{A1B408C6-843F-4A9F-BBA4-416D9B02B161}"/>
              </a:ext>
            </a:extLst>
          </p:cNvPr>
          <p:cNvSpPr/>
          <p:nvPr/>
        </p:nvSpPr>
        <p:spPr>
          <a:xfrm>
            <a:off x="6084168" y="4149080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322D74D3-1E39-4F43-830A-BFEC933AE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49417"/>
              </p:ext>
            </p:extLst>
          </p:nvPr>
        </p:nvGraphicFramePr>
        <p:xfrm>
          <a:off x="4780525" y="2505684"/>
          <a:ext cx="1087619" cy="858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44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5837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super_class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next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52" name="내용 개체 틀 4">
            <a:extLst>
              <a:ext uri="{FF2B5EF4-FFF2-40B4-BE49-F238E27FC236}">
                <a16:creationId xmlns:a16="http://schemas.microsoft.com/office/drawing/2014/main" id="{03516CA8-42D3-4B71-89F7-4FA963E8AC46}"/>
              </a:ext>
            </a:extLst>
          </p:cNvPr>
          <p:cNvSpPr txBox="1">
            <a:spLocks/>
          </p:cNvSpPr>
          <p:nvPr/>
        </p:nvSpPr>
        <p:spPr bwMode="auto">
          <a:xfrm>
            <a:off x="3217048" y="3181164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B000BEB6-A138-4AE8-839D-52FB73914601}"/>
              </a:ext>
            </a:extLst>
          </p:cNvPr>
          <p:cNvCxnSpPr>
            <a:cxnSpLocks/>
            <a:stCxn id="37" idx="3"/>
            <a:endCxn id="49" idx="1"/>
          </p:cNvCxnSpPr>
          <p:nvPr/>
        </p:nvCxnSpPr>
        <p:spPr>
          <a:xfrm>
            <a:off x="4659008" y="2932886"/>
            <a:ext cx="121517" cy="18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F317B2E5-6EAD-49B1-837E-888D29D51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645699"/>
              </p:ext>
            </p:extLst>
          </p:nvPr>
        </p:nvGraphicFramePr>
        <p:xfrm>
          <a:off x="2267744" y="3983609"/>
          <a:ext cx="1087619" cy="1167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67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928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tab a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spec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B1857691-C5F7-445E-A759-5BB7A01E7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587847"/>
              </p:ext>
            </p:extLst>
          </p:nvPr>
        </p:nvGraphicFramePr>
        <p:xfrm>
          <a:off x="3571389" y="4070678"/>
          <a:ext cx="1087619" cy="87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14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56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sub_class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next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349CCEEA-C45E-41A2-9B24-A9336CC0A39C}"/>
              </a:ext>
            </a:extLst>
          </p:cNvPr>
          <p:cNvCxnSpPr>
            <a:cxnSpLocks/>
            <a:stCxn id="67" idx="3"/>
            <a:endCxn id="59" idx="1"/>
          </p:cNvCxnSpPr>
          <p:nvPr/>
        </p:nvCxnSpPr>
        <p:spPr>
          <a:xfrm flipV="1">
            <a:off x="3329258" y="4510668"/>
            <a:ext cx="242131" cy="27474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A0C4B59B-9259-4FFF-91D0-5B7500DE5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02009"/>
              </p:ext>
            </p:extLst>
          </p:nvPr>
        </p:nvGraphicFramePr>
        <p:xfrm>
          <a:off x="4780525" y="4083466"/>
          <a:ext cx="1087619" cy="858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440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5837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super_class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next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67" name="내용 개체 틀 4">
            <a:extLst>
              <a:ext uri="{FF2B5EF4-FFF2-40B4-BE49-F238E27FC236}">
                <a16:creationId xmlns:a16="http://schemas.microsoft.com/office/drawing/2014/main" id="{0D9D1E2A-D0A2-4FE7-B197-2EFFBA5D1A09}"/>
              </a:ext>
            </a:extLst>
          </p:cNvPr>
          <p:cNvSpPr txBox="1">
            <a:spLocks/>
          </p:cNvSpPr>
          <p:nvPr/>
        </p:nvSpPr>
        <p:spPr bwMode="auto">
          <a:xfrm>
            <a:off x="3217048" y="4758946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933AE329-BB7C-4770-8AA2-9ACE76B90A61}"/>
              </a:ext>
            </a:extLst>
          </p:cNvPr>
          <p:cNvCxnSpPr>
            <a:cxnSpLocks/>
            <a:stCxn id="59" idx="3"/>
            <a:endCxn id="62" idx="1"/>
          </p:cNvCxnSpPr>
          <p:nvPr/>
        </p:nvCxnSpPr>
        <p:spPr>
          <a:xfrm>
            <a:off x="4659008" y="4510668"/>
            <a:ext cx="121517" cy="184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25D10368-56B5-47FA-9332-EA42D2760BEA}"/>
              </a:ext>
            </a:extLst>
          </p:cNvPr>
          <p:cNvCxnSpPr>
            <a:cxnSpLocks/>
            <a:stCxn id="2" idx="2"/>
            <a:endCxn id="58" idx="0"/>
          </p:cNvCxnSpPr>
          <p:nvPr/>
        </p:nvCxnSpPr>
        <p:spPr>
          <a:xfrm rot="5400000">
            <a:off x="2606257" y="3778312"/>
            <a:ext cx="410593" cy="127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칠각형 69">
            <a:extLst>
              <a:ext uri="{FF2B5EF4-FFF2-40B4-BE49-F238E27FC236}">
                <a16:creationId xmlns:a16="http://schemas.microsoft.com/office/drawing/2014/main" id="{B387CF70-D830-47D8-9D87-B17252F27E48}"/>
              </a:ext>
            </a:extLst>
          </p:cNvPr>
          <p:cNvSpPr/>
          <p:nvPr/>
        </p:nvSpPr>
        <p:spPr>
          <a:xfrm>
            <a:off x="3563888" y="2336461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72" name="칠각형 71">
            <a:extLst>
              <a:ext uri="{FF2B5EF4-FFF2-40B4-BE49-F238E27FC236}">
                <a16:creationId xmlns:a16="http://schemas.microsoft.com/office/drawing/2014/main" id="{1093BFF0-5363-4B76-9605-BAAD5018D494}"/>
              </a:ext>
            </a:extLst>
          </p:cNvPr>
          <p:cNvSpPr/>
          <p:nvPr/>
        </p:nvSpPr>
        <p:spPr>
          <a:xfrm>
            <a:off x="3563888" y="3933056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73" name="칠각형 72">
            <a:extLst>
              <a:ext uri="{FF2B5EF4-FFF2-40B4-BE49-F238E27FC236}">
                <a16:creationId xmlns:a16="http://schemas.microsoft.com/office/drawing/2014/main" id="{1883C4F8-BD04-48C9-BDE5-DD2070F21DAF}"/>
              </a:ext>
            </a:extLst>
          </p:cNvPr>
          <p:cNvSpPr/>
          <p:nvPr/>
        </p:nvSpPr>
        <p:spPr>
          <a:xfrm>
            <a:off x="4788024" y="3933056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74" name="칠각형 73">
            <a:extLst>
              <a:ext uri="{FF2B5EF4-FFF2-40B4-BE49-F238E27FC236}">
                <a16:creationId xmlns:a16="http://schemas.microsoft.com/office/drawing/2014/main" id="{E5F8E690-ACEC-4227-B405-693F7AC18798}"/>
              </a:ext>
            </a:extLst>
          </p:cNvPr>
          <p:cNvSpPr/>
          <p:nvPr/>
        </p:nvSpPr>
        <p:spPr>
          <a:xfrm>
            <a:off x="3741548" y="2336092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75" name="칠각형 74">
            <a:extLst>
              <a:ext uri="{FF2B5EF4-FFF2-40B4-BE49-F238E27FC236}">
                <a16:creationId xmlns:a16="http://schemas.microsoft.com/office/drawing/2014/main" id="{7AC08CE9-1913-4899-8E4C-B4028663D46C}"/>
              </a:ext>
            </a:extLst>
          </p:cNvPr>
          <p:cNvSpPr/>
          <p:nvPr/>
        </p:nvSpPr>
        <p:spPr>
          <a:xfrm>
            <a:off x="4788024" y="2348880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79" name="칠각형 78">
            <a:extLst>
              <a:ext uri="{FF2B5EF4-FFF2-40B4-BE49-F238E27FC236}">
                <a16:creationId xmlns:a16="http://schemas.microsoft.com/office/drawing/2014/main" id="{B405020A-BE9D-48A5-8B2E-F7B7DD0360D7}"/>
              </a:ext>
            </a:extLst>
          </p:cNvPr>
          <p:cNvSpPr/>
          <p:nvPr/>
        </p:nvSpPr>
        <p:spPr>
          <a:xfrm>
            <a:off x="3739874" y="3933425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0" name="칠각형 79">
            <a:extLst>
              <a:ext uri="{FF2B5EF4-FFF2-40B4-BE49-F238E27FC236}">
                <a16:creationId xmlns:a16="http://schemas.microsoft.com/office/drawing/2014/main" id="{37B3D2FC-7048-40B8-A426-85ED31E64E52}"/>
              </a:ext>
            </a:extLst>
          </p:cNvPr>
          <p:cNvSpPr/>
          <p:nvPr/>
        </p:nvSpPr>
        <p:spPr>
          <a:xfrm>
            <a:off x="4959290" y="2348880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81" name="칠각형 80">
            <a:extLst>
              <a:ext uri="{FF2B5EF4-FFF2-40B4-BE49-F238E27FC236}">
                <a16:creationId xmlns:a16="http://schemas.microsoft.com/office/drawing/2014/main" id="{14F1C483-95D8-4DCE-BC95-98459742FD6F}"/>
              </a:ext>
            </a:extLst>
          </p:cNvPr>
          <p:cNvSpPr/>
          <p:nvPr/>
        </p:nvSpPr>
        <p:spPr>
          <a:xfrm>
            <a:off x="4964010" y="3928705"/>
            <a:ext cx="144016" cy="122791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82" name="칠각형 81">
            <a:extLst>
              <a:ext uri="{FF2B5EF4-FFF2-40B4-BE49-F238E27FC236}">
                <a16:creationId xmlns:a16="http://schemas.microsoft.com/office/drawing/2014/main" id="{DEE3959A-E83D-42DF-95F0-CEA425AAEF65}"/>
              </a:ext>
            </a:extLst>
          </p:cNvPr>
          <p:cNvSpPr/>
          <p:nvPr/>
        </p:nvSpPr>
        <p:spPr>
          <a:xfrm>
            <a:off x="6084168" y="5157192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1092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39524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Processing(sub query)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51520" y="3276600"/>
            <a:ext cx="2150187" cy="14485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</a:t>
            </a:r>
          </a:p>
          <a:p>
            <a:pPr marL="0" indent="0">
              <a:buNone/>
            </a:pPr>
            <a:r>
              <a:rPr lang="en-US" altLang="ko-KR" dirty="0"/>
              <a:t>(select col1 from tab a</a:t>
            </a:r>
          </a:p>
          <a:p>
            <a:pPr marL="0" indent="0">
              <a:buNone/>
            </a:pPr>
            <a:r>
              <a:rPr lang="en-US" altLang="ko-KR" dirty="0"/>
              <a:t>   where col1 = b.col1)  FROM tab b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Select </a:t>
            </a:r>
            <a:r>
              <a:rPr kumimoji="0" lang="ko-KR" altLang="en-US" dirty="0"/>
              <a:t>절과 </a:t>
            </a:r>
            <a:r>
              <a:rPr kumimoji="0" lang="en-US" altLang="ko-KR" dirty="0"/>
              <a:t>where</a:t>
            </a:r>
            <a:r>
              <a:rPr kumimoji="0" lang="ko-KR" altLang="en-US" dirty="0"/>
              <a:t>절의 </a:t>
            </a:r>
            <a:r>
              <a:rPr kumimoji="0" lang="en-US" altLang="ko-KR" dirty="0"/>
              <a:t>subquery</a:t>
            </a:r>
            <a:r>
              <a:rPr kumimoji="0" lang="ko-KR" altLang="en-US" dirty="0"/>
              <a:t>는 </a:t>
            </a:r>
            <a:r>
              <a:rPr kumimoji="0" lang="en-US" altLang="ko-KR" dirty="0"/>
              <a:t>regular variable</a:t>
            </a:r>
            <a:r>
              <a:rPr kumimoji="0" lang="ko-KR" altLang="en-US" dirty="0"/>
              <a:t>에</a:t>
            </a:r>
            <a:r>
              <a:rPr kumimoji="0" lang="en-US" altLang="ko-KR" dirty="0"/>
              <a:t> </a:t>
            </a:r>
            <a:r>
              <a:rPr kumimoji="0" lang="ko-KR" altLang="en-US" dirty="0"/>
              <a:t>담기고 해당 변수를 가져오는 과정에서 실행됨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uncorrelated sub query</a:t>
            </a:r>
            <a:r>
              <a:rPr kumimoji="0" lang="ko-KR" altLang="en-US" dirty="0"/>
              <a:t>는 </a:t>
            </a:r>
            <a:r>
              <a:rPr kumimoji="0" lang="en-US" altLang="ko-KR" dirty="0"/>
              <a:t>REGU_VAR </a:t>
            </a:r>
            <a:r>
              <a:rPr kumimoji="0" lang="ko-KR" altLang="en-US" dirty="0"/>
              <a:t>초기화 하지 않아 한번만 수행됨</a:t>
            </a:r>
            <a:r>
              <a:rPr kumimoji="0" lang="en-US" altLang="ko-KR" dirty="0"/>
              <a:t>.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XASL flag</a:t>
            </a:r>
            <a:r>
              <a:rPr kumimoji="0" lang="ko-KR" altLang="en-US" dirty="0"/>
              <a:t>가 </a:t>
            </a:r>
            <a:r>
              <a:rPr kumimoji="0" lang="en-US" altLang="ko-KR" dirty="0"/>
              <a:t>XASL_LINK_TO_REGU_VARIABLE </a:t>
            </a:r>
            <a:r>
              <a:rPr kumimoji="0" lang="ko-KR" altLang="en-US" dirty="0"/>
              <a:t>이면 기존 </a:t>
            </a:r>
            <a:r>
              <a:rPr kumimoji="0" lang="en-US" altLang="ko-KR" dirty="0"/>
              <a:t>executor</a:t>
            </a:r>
            <a:r>
              <a:rPr kumimoji="0" lang="ko-KR" altLang="en-US" dirty="0"/>
              <a:t>의 수행에서는 실행되지 않음</a:t>
            </a:r>
            <a:r>
              <a:rPr kumimoji="0" lang="en-US" altLang="ko-KR" dirty="0"/>
              <a:t>.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411760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930748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ECAD3212-31C3-4336-A475-6FA93CC39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501226"/>
              </p:ext>
            </p:extLst>
          </p:nvPr>
        </p:nvGraphicFramePr>
        <p:xfrm>
          <a:off x="2692309" y="2636912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(tab b)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6309DDD5-0FFC-44D1-A3AC-BA5760A1D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67925"/>
              </p:ext>
            </p:extLst>
          </p:nvPr>
        </p:nvGraphicFramePr>
        <p:xfrm>
          <a:off x="4612910" y="2514599"/>
          <a:ext cx="1519651" cy="199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4408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3226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(tab a)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flag = XASL_LINK_TO_REGU_VARIABLE</a:t>
                      </a:r>
                    </a:p>
                    <a:p>
                      <a:pPr latinLnBrk="1"/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Single_tuple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004DC728-ED79-41D6-B30D-E24AA588478B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 flipV="1">
            <a:off x="3924180" y="3512284"/>
            <a:ext cx="688730" cy="6728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내용 개체 틀 4">
            <a:extLst>
              <a:ext uri="{FF2B5EF4-FFF2-40B4-BE49-F238E27FC236}">
                <a16:creationId xmlns:a16="http://schemas.microsoft.com/office/drawing/2014/main" id="{14C758B4-B9E4-4845-8099-0768F1456AB5}"/>
              </a:ext>
            </a:extLst>
          </p:cNvPr>
          <p:cNvSpPr txBox="1">
            <a:spLocks/>
          </p:cNvSpPr>
          <p:nvPr/>
        </p:nvSpPr>
        <p:spPr bwMode="auto">
          <a:xfrm>
            <a:off x="3811970" y="415861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3C8A58B0-67A1-4FCF-B272-4193A1856675}"/>
              </a:ext>
            </a:extLst>
          </p:cNvPr>
          <p:cNvSpPr txBox="1">
            <a:spLocks/>
          </p:cNvSpPr>
          <p:nvPr/>
        </p:nvSpPr>
        <p:spPr bwMode="auto">
          <a:xfrm>
            <a:off x="3824298" y="398214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D5F7D45-9904-45EE-A102-12D41C74B10D}"/>
              </a:ext>
            </a:extLst>
          </p:cNvPr>
          <p:cNvCxnSpPr>
            <a:cxnSpLocks/>
            <a:stCxn id="31" idx="3"/>
            <a:endCxn id="37" idx="1"/>
          </p:cNvCxnSpPr>
          <p:nvPr/>
        </p:nvCxnSpPr>
        <p:spPr>
          <a:xfrm>
            <a:off x="4252578" y="5537411"/>
            <a:ext cx="1290139" cy="42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내용 개체 틀 4">
            <a:extLst>
              <a:ext uri="{FF2B5EF4-FFF2-40B4-BE49-F238E27FC236}">
                <a16:creationId xmlns:a16="http://schemas.microsoft.com/office/drawing/2014/main" id="{42C00E44-FECB-4D4A-B3E7-1A89E09A79FD}"/>
              </a:ext>
            </a:extLst>
          </p:cNvPr>
          <p:cNvSpPr txBox="1">
            <a:spLocks/>
          </p:cNvSpPr>
          <p:nvPr/>
        </p:nvSpPr>
        <p:spPr bwMode="auto">
          <a:xfrm>
            <a:off x="3825793" y="3789040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456E2CB4-E9F5-41BE-A16A-47B5B8E81E67}"/>
              </a:ext>
            </a:extLst>
          </p:cNvPr>
          <p:cNvCxnSpPr>
            <a:cxnSpLocks/>
            <a:stCxn id="38" idx="3"/>
            <a:endCxn id="37" idx="0"/>
          </p:cNvCxnSpPr>
          <p:nvPr/>
        </p:nvCxnSpPr>
        <p:spPr>
          <a:xfrm>
            <a:off x="5904148" y="4386431"/>
            <a:ext cx="119602" cy="8690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42672B5F-02FB-4060-AC79-EF6C7B22DA8F}"/>
              </a:ext>
            </a:extLst>
          </p:cNvPr>
          <p:cNvCxnSpPr>
            <a:cxnSpLocks/>
            <a:stCxn id="90" idx="1"/>
            <a:endCxn id="36" idx="1"/>
          </p:cNvCxnSpPr>
          <p:nvPr/>
        </p:nvCxnSpPr>
        <p:spPr>
          <a:xfrm rot="10800000" flipH="1" flipV="1">
            <a:off x="2821023" y="3427007"/>
            <a:ext cx="70101" cy="1980991"/>
          </a:xfrm>
          <a:prstGeom prst="bentConnector3">
            <a:avLst>
              <a:gd name="adj1" fmla="val -32610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내용 개체 틀 4">
            <a:extLst>
              <a:ext uri="{FF2B5EF4-FFF2-40B4-BE49-F238E27FC236}">
                <a16:creationId xmlns:a16="http://schemas.microsoft.com/office/drawing/2014/main" id="{F311F8B4-A69B-412B-8548-2C66D436FC75}"/>
              </a:ext>
            </a:extLst>
          </p:cNvPr>
          <p:cNvSpPr txBox="1">
            <a:spLocks/>
          </p:cNvSpPr>
          <p:nvPr/>
        </p:nvSpPr>
        <p:spPr bwMode="auto">
          <a:xfrm>
            <a:off x="2821024" y="3400537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87A08DE2-AC4A-4A32-9F06-5CD87D138443}"/>
              </a:ext>
            </a:extLst>
          </p:cNvPr>
          <p:cNvCxnSpPr>
            <a:cxnSpLocks/>
            <a:stCxn id="44" idx="3"/>
            <a:endCxn id="41" idx="1"/>
          </p:cNvCxnSpPr>
          <p:nvPr/>
        </p:nvCxnSpPr>
        <p:spPr>
          <a:xfrm flipV="1">
            <a:off x="4270366" y="3512284"/>
            <a:ext cx="342544" cy="186924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E4FB4C6-424E-4D97-BE94-5532B1E8D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138239"/>
              </p:ext>
            </p:extLst>
          </p:nvPr>
        </p:nvGraphicFramePr>
        <p:xfrm>
          <a:off x="2891125" y="4825529"/>
          <a:ext cx="1343640" cy="1164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64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8906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      XASL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</a:t>
                      </a:r>
                      <a:r>
                        <a:rPr lang="en-US" altLang="ko-KR" sz="1000" b="0" dirty="0" err="1"/>
                        <a:t>value.dbalptr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00C16E2C-4851-40AF-B6A1-0AD71BDF2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38675"/>
              </p:ext>
            </p:extLst>
          </p:nvPr>
        </p:nvGraphicFramePr>
        <p:xfrm>
          <a:off x="5542717" y="5255488"/>
          <a:ext cx="962067" cy="572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067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240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980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/>
                        <a:t>DB_DATA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73B166D3-BFE0-4EFA-A2EB-FABA3FB98657}"/>
              </a:ext>
            </a:extLst>
          </p:cNvPr>
          <p:cNvSpPr txBox="1">
            <a:spLocks/>
          </p:cNvSpPr>
          <p:nvPr/>
        </p:nvSpPr>
        <p:spPr bwMode="auto">
          <a:xfrm>
            <a:off x="4158156" y="535505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6" name="내용 개체 틀 4">
            <a:extLst>
              <a:ext uri="{FF2B5EF4-FFF2-40B4-BE49-F238E27FC236}">
                <a16:creationId xmlns:a16="http://schemas.microsoft.com/office/drawing/2014/main" id="{FBA52EF9-5C05-474B-A2BE-51D2D96F5A6E}"/>
              </a:ext>
            </a:extLst>
          </p:cNvPr>
          <p:cNvSpPr txBox="1">
            <a:spLocks/>
          </p:cNvSpPr>
          <p:nvPr/>
        </p:nvSpPr>
        <p:spPr bwMode="auto">
          <a:xfrm>
            <a:off x="6449726" y="3464432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1" name="내용 개체 틀 4">
            <a:extLst>
              <a:ext uri="{FF2B5EF4-FFF2-40B4-BE49-F238E27FC236}">
                <a16:creationId xmlns:a16="http://schemas.microsoft.com/office/drawing/2014/main" id="{6B8D8EBD-40DD-4258-826B-C8A548C48E36}"/>
              </a:ext>
            </a:extLst>
          </p:cNvPr>
          <p:cNvSpPr txBox="1">
            <a:spLocks/>
          </p:cNvSpPr>
          <p:nvPr/>
        </p:nvSpPr>
        <p:spPr bwMode="auto">
          <a:xfrm>
            <a:off x="4175943" y="5460831"/>
            <a:ext cx="76635" cy="15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38" name="내용 개체 틀 4">
            <a:extLst>
              <a:ext uri="{FF2B5EF4-FFF2-40B4-BE49-F238E27FC236}">
                <a16:creationId xmlns:a16="http://schemas.microsoft.com/office/drawing/2014/main" id="{06AF87D0-D603-44F7-AEB6-7363D8AC5F18}"/>
              </a:ext>
            </a:extLst>
          </p:cNvPr>
          <p:cNvSpPr txBox="1">
            <a:spLocks/>
          </p:cNvSpPr>
          <p:nvPr/>
        </p:nvSpPr>
        <p:spPr bwMode="auto">
          <a:xfrm>
            <a:off x="5791938" y="4359960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sp>
        <p:nvSpPr>
          <p:cNvPr id="45" name="내용 개체 틀 4">
            <a:extLst>
              <a:ext uri="{FF2B5EF4-FFF2-40B4-BE49-F238E27FC236}">
                <a16:creationId xmlns:a16="http://schemas.microsoft.com/office/drawing/2014/main" id="{645D5074-6A8C-41A5-8366-6D81A7F929E4}"/>
              </a:ext>
            </a:extLst>
          </p:cNvPr>
          <p:cNvSpPr txBox="1">
            <a:spLocks/>
          </p:cNvSpPr>
          <p:nvPr/>
        </p:nvSpPr>
        <p:spPr bwMode="auto">
          <a:xfrm>
            <a:off x="3995939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8" name="내용 개체 틀 4">
            <a:extLst>
              <a:ext uri="{FF2B5EF4-FFF2-40B4-BE49-F238E27FC236}">
                <a16:creationId xmlns:a16="http://schemas.microsoft.com/office/drawing/2014/main" id="{23E0BB82-7A65-4E78-B5B7-C5A6C8E2C4C5}"/>
              </a:ext>
            </a:extLst>
          </p:cNvPr>
          <p:cNvSpPr txBox="1">
            <a:spLocks/>
          </p:cNvSpPr>
          <p:nvPr/>
        </p:nvSpPr>
        <p:spPr bwMode="auto">
          <a:xfrm>
            <a:off x="6948267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2061183-64CC-477F-90E7-E8A64608C557}"/>
              </a:ext>
            </a:extLst>
          </p:cNvPr>
          <p:cNvCxnSpPr>
            <a:cxnSpLocks/>
          </p:cNvCxnSpPr>
          <p:nvPr/>
        </p:nvCxnSpPr>
        <p:spPr>
          <a:xfrm>
            <a:off x="6588224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내용 개체 틀 4">
            <a:extLst>
              <a:ext uri="{FF2B5EF4-FFF2-40B4-BE49-F238E27FC236}">
                <a16:creationId xmlns:a16="http://schemas.microsoft.com/office/drawing/2014/main" id="{252913A6-9E42-4E81-ADBD-B2936903EE91}"/>
              </a:ext>
            </a:extLst>
          </p:cNvPr>
          <p:cNvSpPr txBox="1">
            <a:spLocks/>
          </p:cNvSpPr>
          <p:nvPr/>
        </p:nvSpPr>
        <p:spPr bwMode="auto">
          <a:xfrm>
            <a:off x="6635907" y="3284984"/>
            <a:ext cx="2328581" cy="156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SCAN tab b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</a:t>
            </a:r>
            <a:r>
              <a:rPr kumimoji="0" lang="en-US" altLang="ko-KR" dirty="0" err="1"/>
              <a:t>scan_next_scan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</a:t>
            </a:r>
            <a:r>
              <a:rPr kumimoji="0" lang="en-US" altLang="ko-KR" dirty="0" err="1"/>
              <a:t>end_one_iteration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</a:t>
            </a:r>
            <a:r>
              <a:rPr kumimoji="0" lang="en-US" altLang="ko-KR" dirty="0" err="1"/>
              <a:t>fetch_peek_dbval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execute(</a:t>
            </a:r>
            <a:r>
              <a:rPr kumimoji="0" lang="ko-KR" altLang="en-US" dirty="0"/>
              <a:t> </a:t>
            </a:r>
            <a:r>
              <a:rPr kumimoji="0" lang="en-US" altLang="ko-KR" dirty="0"/>
              <a:t>tab</a:t>
            </a:r>
            <a:r>
              <a:rPr kumimoji="0" lang="ko-KR" altLang="en-US" dirty="0"/>
              <a:t> </a:t>
            </a:r>
            <a:r>
              <a:rPr kumimoji="0" lang="en-US" altLang="ko-KR" dirty="0"/>
              <a:t>a</a:t>
            </a:r>
            <a:r>
              <a:rPr kumimoji="0" lang="ko-KR" altLang="en-US" dirty="0"/>
              <a:t> </a:t>
            </a:r>
            <a:r>
              <a:rPr kumimoji="0"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3614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Processing(sub query)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33808" y="2995342"/>
            <a:ext cx="2150187" cy="187220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sz="1100" dirty="0"/>
              <a:t>SELECT a.col1</a:t>
            </a:r>
          </a:p>
          <a:p>
            <a:pPr marL="0" indent="0">
              <a:buNone/>
            </a:pPr>
            <a:r>
              <a:rPr lang="en-US" altLang="ko-KR" sz="1100" dirty="0"/>
              <a:t>  FROM</a:t>
            </a:r>
          </a:p>
          <a:p>
            <a:pPr marL="0" indent="0">
              <a:buNone/>
            </a:pPr>
            <a:r>
              <a:rPr lang="en-US" altLang="ko-KR" sz="1100" dirty="0"/>
              <a:t>  (select col1 from tab a</a:t>
            </a:r>
          </a:p>
          <a:p>
            <a:pPr marL="0" indent="0">
              <a:buNone/>
            </a:pPr>
            <a:r>
              <a:rPr lang="en-US" altLang="ko-KR" sz="1100" dirty="0"/>
              <a:t>   where col2 =3) a</a:t>
            </a:r>
          </a:p>
          <a:p>
            <a:pPr marL="0" indent="0">
              <a:buNone/>
            </a:pPr>
            <a:r>
              <a:rPr lang="en-US" altLang="ko-KR" sz="1100" dirty="0"/>
              <a:t>   ,tab b</a:t>
            </a:r>
          </a:p>
          <a:p>
            <a:pPr marL="0" indent="0">
              <a:buNone/>
            </a:pPr>
            <a:r>
              <a:rPr lang="en-US" altLang="ko-KR" sz="1100" dirty="0"/>
              <a:t>WHERE a.col1 = b.col1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FROM</a:t>
            </a:r>
            <a:r>
              <a:rPr kumimoji="0" lang="ko-KR" altLang="en-US" dirty="0"/>
              <a:t>절의 </a:t>
            </a:r>
            <a:r>
              <a:rPr kumimoji="0" lang="en-US" altLang="ko-KR" dirty="0"/>
              <a:t>sub query</a:t>
            </a:r>
            <a:r>
              <a:rPr kumimoji="0" lang="ko-KR" altLang="en-US" dirty="0"/>
              <a:t>는 </a:t>
            </a:r>
            <a:r>
              <a:rPr kumimoji="0" lang="en-US" altLang="ko-KR" dirty="0" err="1"/>
              <a:t>aptr</a:t>
            </a:r>
            <a:r>
              <a:rPr kumimoji="0" lang="ko-KR" altLang="en-US" dirty="0"/>
              <a:t>로 수행되어 결과가 </a:t>
            </a:r>
            <a:r>
              <a:rPr kumimoji="0" lang="en-US" altLang="ko-KR" dirty="0"/>
              <a:t>temp file</a:t>
            </a:r>
            <a:r>
              <a:rPr kumimoji="0" lang="ko-KR" altLang="en-US" dirty="0"/>
              <a:t>에 담기면 그 것을 읽어서 처리하는 구조</a:t>
            </a: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30021"/>
              </p:ext>
            </p:extLst>
          </p:nvPr>
        </p:nvGraphicFramePr>
        <p:xfrm>
          <a:off x="1954793" y="2636912"/>
          <a:ext cx="1519651" cy="196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89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6796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(node a)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outptr_list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</a:t>
                      </a:r>
                      <a:r>
                        <a:rPr lang="en-US" altLang="ko-KR" sz="1200" b="1" dirty="0" err="1"/>
                        <a:t>var_list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  <a:r>
                        <a:rPr lang="en-US" altLang="ko-KR" sz="1200" b="1" dirty="0" err="1"/>
                        <a:t>spec_list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  <a:r>
                        <a:rPr lang="en-US" altLang="ko-KR" sz="1200" b="1" dirty="0" err="1"/>
                        <a:t>aptr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  <a:r>
                        <a:rPr lang="en-US" altLang="ko-KR" sz="1200" b="1" dirty="0" err="1"/>
                        <a:t>dptr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  </a:t>
                      </a:r>
                      <a:r>
                        <a:rPr lang="en-US" altLang="ko-KR" sz="1200" b="1" dirty="0" err="1"/>
                        <a:t>scan_ptr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1907704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611560" y="160537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3707907" y="159459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E9D3725D-62E1-4F87-9B5F-393DE2602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092775"/>
              </p:ext>
            </p:extLst>
          </p:nvPr>
        </p:nvGraphicFramePr>
        <p:xfrm>
          <a:off x="3690486" y="5085184"/>
          <a:ext cx="1519651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764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551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SCAN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(node b)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CC32A748-25A8-4893-BE2C-14AE3E88D9F8}"/>
              </a:ext>
            </a:extLst>
          </p:cNvPr>
          <p:cNvCxnSpPr>
            <a:cxnSpLocks/>
            <a:stCxn id="38" idx="3"/>
            <a:endCxn id="36" idx="1"/>
          </p:cNvCxnSpPr>
          <p:nvPr/>
        </p:nvCxnSpPr>
        <p:spPr>
          <a:xfrm>
            <a:off x="3343026" y="4359126"/>
            <a:ext cx="347460" cy="10918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내용 개체 틀 4">
            <a:extLst>
              <a:ext uri="{FF2B5EF4-FFF2-40B4-BE49-F238E27FC236}">
                <a16:creationId xmlns:a16="http://schemas.microsoft.com/office/drawing/2014/main" id="{5CE80584-6102-4791-8519-9674361324DF}"/>
              </a:ext>
            </a:extLst>
          </p:cNvPr>
          <p:cNvSpPr txBox="1">
            <a:spLocks/>
          </p:cNvSpPr>
          <p:nvPr/>
        </p:nvSpPr>
        <p:spPr bwMode="auto">
          <a:xfrm>
            <a:off x="3230816" y="4332655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C0C9126C-331F-45FC-9F71-90CD554395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23980"/>
              </p:ext>
            </p:extLst>
          </p:nvPr>
        </p:nvGraphicFramePr>
        <p:xfrm>
          <a:off x="3779011" y="3690477"/>
          <a:ext cx="1519651" cy="984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9651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223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10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TYPE = BUILDLIST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(tab a)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24A1FD71-0A62-4C6B-B42B-C9BD7AEE4BD7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3343026" y="4008619"/>
            <a:ext cx="435985" cy="17404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내용 개체 틀 4">
            <a:extLst>
              <a:ext uri="{FF2B5EF4-FFF2-40B4-BE49-F238E27FC236}">
                <a16:creationId xmlns:a16="http://schemas.microsoft.com/office/drawing/2014/main" id="{F4A11494-B244-45B1-BB14-C8660C6B2A0A}"/>
              </a:ext>
            </a:extLst>
          </p:cNvPr>
          <p:cNvSpPr txBox="1">
            <a:spLocks/>
          </p:cNvSpPr>
          <p:nvPr/>
        </p:nvSpPr>
        <p:spPr bwMode="auto">
          <a:xfrm>
            <a:off x="3230816" y="398214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A62F05A6-AD69-45C6-B6A2-4C6E05582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1844"/>
              </p:ext>
            </p:extLst>
          </p:nvPr>
        </p:nvGraphicFramePr>
        <p:xfrm>
          <a:off x="3690486" y="2049876"/>
          <a:ext cx="1296143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ACCESS_SPEC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1" dirty="0"/>
                        <a:t>             </a:t>
                      </a:r>
                      <a:r>
                        <a:rPr lang="en-US" altLang="ko-KR" sz="1000" b="1" dirty="0" err="1"/>
                        <a:t>indexptr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  </a:t>
                      </a:r>
                      <a:r>
                        <a:rPr lang="en-US" altLang="ko-KR" sz="1000" b="1" dirty="0" err="1"/>
                        <a:t>where_key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 </a:t>
                      </a:r>
                      <a:r>
                        <a:rPr lang="en-US" altLang="ko-KR" sz="1000" b="1" dirty="0" err="1"/>
                        <a:t>where_pred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</a:t>
                      </a:r>
                      <a:r>
                        <a:rPr lang="en-US" altLang="ko-KR" sz="1000" b="1" dirty="0" err="1"/>
                        <a:t>where_range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b="1" dirty="0"/>
                        <a:t>       s(scan node)</a:t>
                      </a:r>
                    </a:p>
                    <a:p>
                      <a:pPr latinLnBrk="1"/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E43F0DF3-A70C-44BC-A835-09782FF6B9EB}"/>
              </a:ext>
            </a:extLst>
          </p:cNvPr>
          <p:cNvCxnSpPr>
            <a:cxnSpLocks/>
            <a:stCxn id="56" idx="3"/>
            <a:endCxn id="39" idx="1"/>
          </p:cNvCxnSpPr>
          <p:nvPr/>
        </p:nvCxnSpPr>
        <p:spPr>
          <a:xfrm flipV="1">
            <a:off x="3344521" y="2689956"/>
            <a:ext cx="345965" cy="112555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내용 개체 틀 4">
            <a:extLst>
              <a:ext uri="{FF2B5EF4-FFF2-40B4-BE49-F238E27FC236}">
                <a16:creationId xmlns:a16="http://schemas.microsoft.com/office/drawing/2014/main" id="{BBD94C56-1AB2-4634-A417-DB8456950166}"/>
              </a:ext>
            </a:extLst>
          </p:cNvPr>
          <p:cNvSpPr txBox="1">
            <a:spLocks/>
          </p:cNvSpPr>
          <p:nvPr/>
        </p:nvSpPr>
        <p:spPr bwMode="auto">
          <a:xfrm>
            <a:off x="3232311" y="3789040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E1213A3D-C31D-4080-B17C-41127E37F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054018"/>
              </p:ext>
            </p:extLst>
          </p:nvPr>
        </p:nvGraphicFramePr>
        <p:xfrm>
          <a:off x="5111690" y="2084814"/>
          <a:ext cx="1620550" cy="152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55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329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HYBIRD_NODE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12521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TYPE = LIST</a:t>
                      </a:r>
                    </a:p>
                    <a:p>
                      <a:pPr latinLnBrk="1"/>
                      <a:r>
                        <a:rPr lang="en-US" altLang="ko-KR" sz="1000" dirty="0"/>
                        <a:t> </a:t>
                      </a:r>
                      <a:r>
                        <a:rPr lang="en-US" altLang="ko-KR" sz="1000" dirty="0" err="1"/>
                        <a:t>list_node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CBCCB4A7-8D86-4B0B-8949-A768A9CD6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313992"/>
              </p:ext>
            </p:extLst>
          </p:nvPr>
        </p:nvGraphicFramePr>
        <p:xfrm>
          <a:off x="5202663" y="2777311"/>
          <a:ext cx="1512159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5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531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LIST_SPEC_NODE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3144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          </a:t>
                      </a:r>
                      <a:r>
                        <a:rPr lang="en-US" altLang="ko-KR" sz="1000" dirty="0" err="1"/>
                        <a:t>regu_list_pred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           </a:t>
                      </a:r>
                      <a:r>
                        <a:rPr lang="en-US" altLang="ko-KR" sz="1000" dirty="0" err="1"/>
                        <a:t>regu_list_rest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en-US" altLang="ko-KR" sz="1000" dirty="0"/>
                        <a:t>               </a:t>
                      </a:r>
                      <a:r>
                        <a:rPr lang="en-US" altLang="ko-KR" sz="1000" dirty="0" err="1"/>
                        <a:t>xasl_node</a:t>
                      </a:r>
                      <a:endParaRPr lang="en-US" altLang="ko-K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F06CA079-FB4D-41F8-AFD9-603361352D9B}"/>
              </a:ext>
            </a:extLst>
          </p:cNvPr>
          <p:cNvCxnSpPr>
            <a:cxnSpLocks/>
            <a:stCxn id="67" idx="3"/>
            <a:endCxn id="25" idx="3"/>
          </p:cNvCxnSpPr>
          <p:nvPr/>
        </p:nvCxnSpPr>
        <p:spPr>
          <a:xfrm flipH="1">
            <a:off x="5298662" y="3501191"/>
            <a:ext cx="1304756" cy="681471"/>
          </a:xfrm>
          <a:prstGeom prst="bentConnector3">
            <a:avLst>
              <a:gd name="adj1" fmla="val -1752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내용 개체 틀 4">
            <a:extLst>
              <a:ext uri="{FF2B5EF4-FFF2-40B4-BE49-F238E27FC236}">
                <a16:creationId xmlns:a16="http://schemas.microsoft.com/office/drawing/2014/main" id="{39346690-3BEF-44A0-8418-84CF2E4A1C15}"/>
              </a:ext>
            </a:extLst>
          </p:cNvPr>
          <p:cNvSpPr txBox="1">
            <a:spLocks/>
          </p:cNvSpPr>
          <p:nvPr/>
        </p:nvSpPr>
        <p:spPr bwMode="auto">
          <a:xfrm>
            <a:off x="6491208" y="3474720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EE31A25-B7FA-4E02-99C8-E17C0E91BBAE}"/>
              </a:ext>
            </a:extLst>
          </p:cNvPr>
          <p:cNvCxnSpPr>
            <a:cxnSpLocks/>
          </p:cNvCxnSpPr>
          <p:nvPr/>
        </p:nvCxnSpPr>
        <p:spPr>
          <a:xfrm>
            <a:off x="4914622" y="3060251"/>
            <a:ext cx="197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153BC309-4858-4CF9-B64C-E36F123F857C}"/>
              </a:ext>
            </a:extLst>
          </p:cNvPr>
          <p:cNvCxnSpPr>
            <a:cxnSpLocks/>
          </p:cNvCxnSpPr>
          <p:nvPr/>
        </p:nvCxnSpPr>
        <p:spPr>
          <a:xfrm>
            <a:off x="6876256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내용 개체 틀 4">
            <a:extLst>
              <a:ext uri="{FF2B5EF4-FFF2-40B4-BE49-F238E27FC236}">
                <a16:creationId xmlns:a16="http://schemas.microsoft.com/office/drawing/2014/main" id="{5A8193FB-C156-4BE3-83B7-263C5BC4C2CF}"/>
              </a:ext>
            </a:extLst>
          </p:cNvPr>
          <p:cNvSpPr txBox="1">
            <a:spLocks/>
          </p:cNvSpPr>
          <p:nvPr/>
        </p:nvSpPr>
        <p:spPr bwMode="auto">
          <a:xfrm>
            <a:off x="7092283" y="1593639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2" name="내용 개체 틀 4">
            <a:extLst>
              <a:ext uri="{FF2B5EF4-FFF2-40B4-BE49-F238E27FC236}">
                <a16:creationId xmlns:a16="http://schemas.microsoft.com/office/drawing/2014/main" id="{7548568A-A020-4F83-B412-9F4A6B1DD6BC}"/>
              </a:ext>
            </a:extLst>
          </p:cNvPr>
          <p:cNvSpPr txBox="1">
            <a:spLocks/>
          </p:cNvSpPr>
          <p:nvPr/>
        </p:nvSpPr>
        <p:spPr bwMode="auto">
          <a:xfrm>
            <a:off x="6901794" y="2836061"/>
            <a:ext cx="2062689" cy="224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Pre-processing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Execute </a:t>
            </a:r>
            <a:r>
              <a:rPr kumimoji="0" lang="en-US" altLang="ko-KR" dirty="0" err="1"/>
              <a:t>aptr</a:t>
            </a:r>
            <a:r>
              <a:rPr kumimoji="0" lang="en-US" altLang="ko-KR" dirty="0"/>
              <a:t>(tab</a:t>
            </a:r>
            <a:r>
              <a:rPr kumimoji="0" lang="ko-KR" altLang="en-US" dirty="0"/>
              <a:t> </a:t>
            </a:r>
            <a:r>
              <a:rPr kumimoji="0" lang="en-US" altLang="ko-KR" dirty="0"/>
              <a:t>a)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processing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SCAN temp list scan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</a:t>
            </a:r>
            <a:r>
              <a:rPr kumimoji="0" lang="en-US" altLang="ko-KR" dirty="0" err="1"/>
              <a:t>scan_next_scan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scan </a:t>
            </a:r>
            <a:r>
              <a:rPr kumimoji="0" lang="en-US" altLang="ko-KR" dirty="0" err="1"/>
              <a:t>scan_ptr</a:t>
            </a:r>
            <a:r>
              <a:rPr kumimoji="0" lang="en-US" altLang="ko-KR" dirty="0"/>
              <a:t>(tab b)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</a:t>
            </a:r>
            <a:r>
              <a:rPr kumimoji="0" lang="en-US" altLang="ko-KR" dirty="0" err="1"/>
              <a:t>end_one_iteration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2243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Processing(1row scan)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 err="1"/>
              <a:t>scan_next_scan</a:t>
            </a:r>
            <a:r>
              <a:rPr kumimoji="0" lang="en-US" altLang="ko-KR" dirty="0"/>
              <a:t> : heap scan, index scan, list scan</a:t>
            </a:r>
            <a:r>
              <a:rPr kumimoji="0" lang="ko-KR" altLang="en-US" dirty="0"/>
              <a:t>등</a:t>
            </a:r>
            <a:endParaRPr kumimoji="0" lang="en-US" altLang="ko-KR" dirty="0"/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Predicate</a:t>
            </a:r>
            <a:r>
              <a:rPr kumimoji="0" lang="ko-KR" altLang="en-US" dirty="0"/>
              <a:t>에서 사용되는 컬럼과 나머지를 구분하여 데이터를 </a:t>
            </a:r>
            <a:r>
              <a:rPr kumimoji="0" lang="en-US" altLang="ko-KR" dirty="0"/>
              <a:t>regular variable</a:t>
            </a:r>
            <a:r>
              <a:rPr kumimoji="0" lang="ko-KR" altLang="en-US" dirty="0"/>
              <a:t>에 넣는다</a:t>
            </a:r>
            <a:r>
              <a:rPr kumimoji="0" lang="en-US" altLang="ko-KR" dirty="0"/>
              <a:t>.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365949"/>
              </p:ext>
            </p:extLst>
          </p:nvPr>
        </p:nvGraphicFramePr>
        <p:xfrm>
          <a:off x="334669" y="2380691"/>
          <a:ext cx="1357004" cy="2782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004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21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XASL_NODE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507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  </a:t>
                      </a:r>
                      <a:r>
                        <a:rPr lang="en-US" altLang="ko-KR" sz="1200" b="1" dirty="0" err="1"/>
                        <a:t>outptr_list</a:t>
                      </a:r>
                      <a:r>
                        <a:rPr lang="en-US" altLang="ko-KR" sz="1200" b="1" dirty="0"/>
                        <a:t>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772816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2843808" y="1421160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5615544" y="1484784"/>
            <a:ext cx="0" cy="4824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6732243" y="1420203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EXECUTE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5820970" y="2041848"/>
            <a:ext cx="3071508" cy="423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Scan_next_scan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</a:t>
            </a:r>
            <a:r>
              <a:rPr kumimoji="0" lang="en-US" altLang="ko-KR" dirty="0" err="1"/>
              <a:t>scan_next_heap_scan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heap_next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eval_data_filter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</a:t>
            </a:r>
            <a:r>
              <a:rPr kumimoji="0" lang="en-US" altLang="ko-KR" dirty="0" err="1"/>
              <a:t>heap_attrinfo_read_dbvalues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</a:t>
            </a:r>
            <a:r>
              <a:rPr kumimoji="0" lang="en-US" altLang="ko-KR" dirty="0" err="1"/>
              <a:t>fetch_val_list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</a:t>
            </a:r>
            <a:r>
              <a:rPr kumimoji="0" lang="en-US" altLang="ko-KR" dirty="0" err="1"/>
              <a:t>eval_fnc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heap_attrinfo_read_dbvalues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</a:t>
            </a:r>
            <a:r>
              <a:rPr kumimoji="0" lang="en-US" altLang="ko-KR" dirty="0" err="1"/>
              <a:t>fetch_val_list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 err="1"/>
              <a:t>end_one_iteration</a:t>
            </a:r>
            <a:r>
              <a:rPr kumimoji="0" lang="en-US" altLang="ko-KR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</a:t>
            </a:r>
            <a:r>
              <a:rPr kumimoji="0" lang="en-US" altLang="ko-KR" dirty="0" err="1"/>
              <a:t>qexec_generate_tuple_descriptor</a:t>
            </a:r>
            <a:r>
              <a:rPr kumimoji="0" lang="en-US" altLang="ko-KR" dirty="0"/>
              <a:t>()  </a:t>
            </a:r>
          </a:p>
        </p:txBody>
      </p:sp>
      <p:sp>
        <p:nvSpPr>
          <p:cNvPr id="10" name="칠각형 9">
            <a:extLst>
              <a:ext uri="{FF2B5EF4-FFF2-40B4-BE49-F238E27FC236}">
                <a16:creationId xmlns:a16="http://schemas.microsoft.com/office/drawing/2014/main" id="{F9AEA2BA-799E-470C-87A7-61505A44881D}"/>
              </a:ext>
            </a:extLst>
          </p:cNvPr>
          <p:cNvSpPr/>
          <p:nvPr/>
        </p:nvSpPr>
        <p:spPr>
          <a:xfrm>
            <a:off x="5832712" y="2618624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0" name="칠각형 39">
            <a:extLst>
              <a:ext uri="{FF2B5EF4-FFF2-40B4-BE49-F238E27FC236}">
                <a16:creationId xmlns:a16="http://schemas.microsoft.com/office/drawing/2014/main" id="{067DF4BC-D816-476B-B6CF-496EC5944DAE}"/>
              </a:ext>
            </a:extLst>
          </p:cNvPr>
          <p:cNvSpPr/>
          <p:nvPr/>
        </p:nvSpPr>
        <p:spPr>
          <a:xfrm>
            <a:off x="2940527" y="23353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1" name="칠각형 40">
            <a:extLst>
              <a:ext uri="{FF2B5EF4-FFF2-40B4-BE49-F238E27FC236}">
                <a16:creationId xmlns:a16="http://schemas.microsoft.com/office/drawing/2014/main" id="{C92C3A17-9069-46C5-BD77-77274CF61402}"/>
              </a:ext>
            </a:extLst>
          </p:cNvPr>
          <p:cNvSpPr/>
          <p:nvPr/>
        </p:nvSpPr>
        <p:spPr>
          <a:xfrm>
            <a:off x="5989574" y="33478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1" name="내용 개체 틀 4">
            <a:extLst>
              <a:ext uri="{FF2B5EF4-FFF2-40B4-BE49-F238E27FC236}">
                <a16:creationId xmlns:a16="http://schemas.microsoft.com/office/drawing/2014/main" id="{A4073C1E-65C4-4601-9E8A-4F6B5EEE3500}"/>
              </a:ext>
            </a:extLst>
          </p:cNvPr>
          <p:cNvSpPr txBox="1">
            <a:spLocks/>
          </p:cNvSpPr>
          <p:nvPr/>
        </p:nvSpPr>
        <p:spPr bwMode="auto">
          <a:xfrm>
            <a:off x="323528" y="1844824"/>
            <a:ext cx="792063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record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68E98BC-0FBC-4D8A-9955-F9F0AE315866}"/>
              </a:ext>
            </a:extLst>
          </p:cNvPr>
          <p:cNvSpPr/>
          <p:nvPr/>
        </p:nvSpPr>
        <p:spPr>
          <a:xfrm>
            <a:off x="971576" y="1871250"/>
            <a:ext cx="504056" cy="3086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header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칠각형 33">
            <a:extLst>
              <a:ext uri="{FF2B5EF4-FFF2-40B4-BE49-F238E27FC236}">
                <a16:creationId xmlns:a16="http://schemas.microsoft.com/office/drawing/2014/main" id="{70C1EDEC-F7DA-4F57-8496-234FF45F0782}"/>
              </a:ext>
            </a:extLst>
          </p:cNvPr>
          <p:cNvSpPr/>
          <p:nvPr/>
        </p:nvSpPr>
        <p:spPr>
          <a:xfrm>
            <a:off x="4391408" y="1916832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8A9DDB-ADAD-46D8-B776-959FB415430C}"/>
              </a:ext>
            </a:extLst>
          </p:cNvPr>
          <p:cNvSpPr/>
          <p:nvPr/>
        </p:nvSpPr>
        <p:spPr>
          <a:xfrm>
            <a:off x="1474487" y="1871250"/>
            <a:ext cx="2881464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data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B06FFBB-403E-4958-8CD8-8D42FB7DD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084080"/>
              </p:ext>
            </p:extLst>
          </p:nvPr>
        </p:nvGraphicFramePr>
        <p:xfrm>
          <a:off x="418440" y="2708920"/>
          <a:ext cx="124898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898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883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 err="1"/>
                        <a:t>spec.s_id.hisid</a:t>
                      </a:r>
                      <a:r>
                        <a:rPr lang="en-US" altLang="ko-KR" sz="1200" b="1" dirty="0"/>
                        <a:t>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8839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pred_attrs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    </a:t>
                      </a:r>
                      <a:r>
                        <a:rPr lang="en-US" altLang="ko-KR" sz="1200" b="1" dirty="0" err="1"/>
                        <a:t>scan_pred</a:t>
                      </a:r>
                      <a:endParaRPr lang="en-US" altLang="ko-KR" sz="12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       </a:t>
                      </a:r>
                      <a:r>
                        <a:rPr lang="en-US" altLang="ko-KR" sz="1200" b="1" dirty="0" err="1"/>
                        <a:t>rest_attrs</a:t>
                      </a:r>
                      <a:endParaRPr lang="en-US" altLang="ko-KR" sz="1200" b="1" dirty="0"/>
                    </a:p>
                    <a:p>
                      <a:pPr latinLnBrk="1"/>
                      <a:r>
                        <a:rPr lang="en-US" altLang="ko-KR" sz="1200" b="1" dirty="0"/>
                        <a:t>  </a:t>
                      </a:r>
                      <a:r>
                        <a:rPr lang="en-US" altLang="ko-KR" sz="1200" b="1" dirty="0" err="1"/>
                        <a:t>rest_regu_list</a:t>
                      </a:r>
                      <a:endParaRPr lang="en-US" altLang="ko-KR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5" name="표 54">
            <a:extLst>
              <a:ext uri="{FF2B5EF4-FFF2-40B4-BE49-F238E27FC236}">
                <a16:creationId xmlns:a16="http://schemas.microsoft.com/office/drawing/2014/main" id="{7D709E48-6EBA-44DA-AAAF-09F50926E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426560"/>
              </p:ext>
            </p:extLst>
          </p:nvPr>
        </p:nvGraphicFramePr>
        <p:xfrm>
          <a:off x="2123728" y="3429000"/>
          <a:ext cx="1375655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18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984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ATTR_ID</a:t>
                      </a:r>
                    </a:p>
                    <a:p>
                      <a:pPr latinLnBrk="1"/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attr_cache</a:t>
                      </a:r>
                      <a:endParaRPr lang="en-US" altLang="ko-KR" sz="1000" b="0" dirty="0"/>
                    </a:p>
                    <a:p>
                      <a:pPr latinLnBrk="1"/>
                      <a:endParaRPr lang="en-US" altLang="ko-KR" sz="1000" b="0" dirty="0"/>
                    </a:p>
                    <a:p>
                      <a:pPr latinLnBrk="1"/>
                      <a:r>
                        <a:rPr lang="en-US" altLang="ko-KR" sz="1000" b="0" dirty="0"/>
                        <a:t>              </a:t>
                      </a:r>
                      <a:r>
                        <a:rPr lang="en-US" altLang="ko-KR" sz="1000" b="0" dirty="0" err="1"/>
                        <a:t>vfetch_to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46A2C9E-15AE-4844-A8B8-72CD137A7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69190"/>
              </p:ext>
            </p:extLst>
          </p:nvPr>
        </p:nvGraphicFramePr>
        <p:xfrm>
          <a:off x="3761916" y="4499976"/>
          <a:ext cx="954100" cy="75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0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24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78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/>
                        <a:t>DATA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4ADE41DE-E7CF-4AAE-B331-33234E49B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30480"/>
              </p:ext>
            </p:extLst>
          </p:nvPr>
        </p:nvGraphicFramePr>
        <p:xfrm>
          <a:off x="2123728" y="2797853"/>
          <a:ext cx="1375655" cy="559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351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ATTR_INFO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848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                    value</a:t>
                      </a:r>
                      <a:endParaRPr lang="ko-KR" alt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52A6CBB-E5A8-4A8C-B5B6-A30031F9E380}"/>
              </a:ext>
            </a:extLst>
          </p:cNvPr>
          <p:cNvCxnSpPr>
            <a:cxnSpLocks/>
          </p:cNvCxnSpPr>
          <p:nvPr/>
        </p:nvCxnSpPr>
        <p:spPr>
          <a:xfrm flipH="1">
            <a:off x="1630945" y="3132968"/>
            <a:ext cx="546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그래픽 60" descr="직선 화살표">
            <a:extLst>
              <a:ext uri="{FF2B5EF4-FFF2-40B4-BE49-F238E27FC236}">
                <a16:creationId xmlns:a16="http://schemas.microsoft.com/office/drawing/2014/main" id="{ED81E28F-892A-4463-A27A-369BD1347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2509135" y="2208983"/>
            <a:ext cx="525315" cy="525315"/>
          </a:xfrm>
          <a:prstGeom prst="rect">
            <a:avLst/>
          </a:prstGeom>
        </p:spPr>
      </p:pic>
      <p:sp>
        <p:nvSpPr>
          <p:cNvPr id="62" name="칠각형 61">
            <a:extLst>
              <a:ext uri="{FF2B5EF4-FFF2-40B4-BE49-F238E27FC236}">
                <a16:creationId xmlns:a16="http://schemas.microsoft.com/office/drawing/2014/main" id="{21EFE2C6-EE61-4AD8-90BF-A946A21F4D69}"/>
              </a:ext>
            </a:extLst>
          </p:cNvPr>
          <p:cNvSpPr/>
          <p:nvPr/>
        </p:nvSpPr>
        <p:spPr>
          <a:xfrm>
            <a:off x="5989574" y="3096392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B450CDA2-96C2-408E-AA72-BE428EF33160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>
            <a:off x="1647072" y="3310361"/>
            <a:ext cx="476656" cy="606319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내용 개체 틀 4">
            <a:extLst>
              <a:ext uri="{FF2B5EF4-FFF2-40B4-BE49-F238E27FC236}">
                <a16:creationId xmlns:a16="http://schemas.microsoft.com/office/drawing/2014/main" id="{448C13B5-BE28-4E49-AD4A-13CD3C2E1F52}"/>
              </a:ext>
            </a:extLst>
          </p:cNvPr>
          <p:cNvSpPr txBox="1">
            <a:spLocks/>
          </p:cNvSpPr>
          <p:nvPr/>
        </p:nvSpPr>
        <p:spPr bwMode="auto">
          <a:xfrm flipV="1">
            <a:off x="1598356" y="3293186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8CBC2B5-E364-44B9-9D74-6950695C6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406734"/>
              </p:ext>
            </p:extLst>
          </p:nvPr>
        </p:nvGraphicFramePr>
        <p:xfrm>
          <a:off x="2107081" y="4437112"/>
          <a:ext cx="1375655" cy="88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65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00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REGU_VARIABLE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61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TYPE = CONSTANT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             </a:t>
                      </a:r>
                      <a:r>
                        <a:rPr lang="en-US" altLang="ko-KR" sz="1000" b="0" dirty="0" err="1"/>
                        <a:t>dbval_ptr</a:t>
                      </a:r>
                      <a:endParaRPr lang="en-US" altLang="ko-KR" sz="1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E1035D1F-06C6-480A-ACE2-2292D618F9A5}"/>
              </a:ext>
            </a:extLst>
          </p:cNvPr>
          <p:cNvSpPr txBox="1">
            <a:spLocks/>
          </p:cNvSpPr>
          <p:nvPr/>
        </p:nvSpPr>
        <p:spPr bwMode="auto">
          <a:xfrm flipV="1">
            <a:off x="3423659" y="3987920"/>
            <a:ext cx="44287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0" name="내용 개체 틀 4">
            <a:extLst>
              <a:ext uri="{FF2B5EF4-FFF2-40B4-BE49-F238E27FC236}">
                <a16:creationId xmlns:a16="http://schemas.microsoft.com/office/drawing/2014/main" id="{5B7D200B-0A31-4869-B0F4-4AE2BD16B730}"/>
              </a:ext>
            </a:extLst>
          </p:cNvPr>
          <p:cNvSpPr txBox="1">
            <a:spLocks/>
          </p:cNvSpPr>
          <p:nvPr/>
        </p:nvSpPr>
        <p:spPr bwMode="auto">
          <a:xfrm flipV="1">
            <a:off x="3410728" y="4283952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24C84605-EF05-48D1-A6B2-143FF0EAB0F6}"/>
              </a:ext>
            </a:extLst>
          </p:cNvPr>
          <p:cNvCxnSpPr>
            <a:cxnSpLocks/>
            <a:stCxn id="29" idx="3"/>
            <a:endCxn id="59" idx="3"/>
          </p:cNvCxnSpPr>
          <p:nvPr/>
        </p:nvCxnSpPr>
        <p:spPr>
          <a:xfrm flipV="1">
            <a:off x="3467946" y="3077422"/>
            <a:ext cx="31437" cy="927673"/>
          </a:xfrm>
          <a:prstGeom prst="bentConnector3">
            <a:avLst>
              <a:gd name="adj1" fmla="val 82716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44CD8B0-830B-47DD-A7C6-8881BFF17885}"/>
              </a:ext>
            </a:extLst>
          </p:cNvPr>
          <p:cNvCxnSpPr>
            <a:cxnSpLocks/>
            <a:stCxn id="56" idx="1"/>
            <a:endCxn id="26" idx="3"/>
          </p:cNvCxnSpPr>
          <p:nvPr/>
        </p:nvCxnSpPr>
        <p:spPr>
          <a:xfrm flipH="1">
            <a:off x="3482736" y="4876144"/>
            <a:ext cx="279180" cy="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49EB1C4-45E4-435E-97D4-2D3884C5A484}"/>
              </a:ext>
            </a:extLst>
          </p:cNvPr>
          <p:cNvCxnSpPr>
            <a:cxnSpLocks/>
            <a:stCxn id="56" idx="0"/>
            <a:endCxn id="30" idx="3"/>
          </p:cNvCxnSpPr>
          <p:nvPr/>
        </p:nvCxnSpPr>
        <p:spPr>
          <a:xfrm rot="16200000" flipV="1">
            <a:off x="3749781" y="4010791"/>
            <a:ext cx="198849" cy="77952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래픽 41" descr="직선 화살표">
            <a:extLst>
              <a:ext uri="{FF2B5EF4-FFF2-40B4-BE49-F238E27FC236}">
                <a16:creationId xmlns:a16="http://schemas.microsoft.com/office/drawing/2014/main" id="{A92D90D5-D51A-4039-9CF8-FADFD02ED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3923928" y="5301209"/>
            <a:ext cx="525315" cy="525315"/>
          </a:xfrm>
          <a:prstGeom prst="rect">
            <a:avLst/>
          </a:prstGeom>
        </p:spPr>
      </p:pic>
      <p:sp>
        <p:nvSpPr>
          <p:cNvPr id="43" name="칠각형 42">
            <a:extLst>
              <a:ext uri="{FF2B5EF4-FFF2-40B4-BE49-F238E27FC236}">
                <a16:creationId xmlns:a16="http://schemas.microsoft.com/office/drawing/2014/main" id="{98CD6578-6EBB-45F2-B040-63C5F43711BF}"/>
              </a:ext>
            </a:extLst>
          </p:cNvPr>
          <p:cNvSpPr/>
          <p:nvPr/>
        </p:nvSpPr>
        <p:spPr>
          <a:xfrm>
            <a:off x="3779912" y="3861048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C955176B-ED41-4680-868B-E92ACB1660EE}"/>
              </a:ext>
            </a:extLst>
          </p:cNvPr>
          <p:cNvSpPr txBox="1">
            <a:spLocks/>
          </p:cNvSpPr>
          <p:nvPr/>
        </p:nvSpPr>
        <p:spPr bwMode="auto">
          <a:xfrm>
            <a:off x="1691673" y="5902709"/>
            <a:ext cx="936112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dirty="0"/>
              <a:t>temp file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A56DE-AADB-4F39-ABE4-DE3DC700BCD7}"/>
              </a:ext>
            </a:extLst>
          </p:cNvPr>
          <p:cNvSpPr/>
          <p:nvPr/>
        </p:nvSpPr>
        <p:spPr>
          <a:xfrm>
            <a:off x="2626640" y="5929135"/>
            <a:ext cx="2881464" cy="3004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data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칠각형 45">
            <a:extLst>
              <a:ext uri="{FF2B5EF4-FFF2-40B4-BE49-F238E27FC236}">
                <a16:creationId xmlns:a16="http://schemas.microsoft.com/office/drawing/2014/main" id="{F140CA78-C691-40EB-9467-092A5477F510}"/>
              </a:ext>
            </a:extLst>
          </p:cNvPr>
          <p:cNvSpPr/>
          <p:nvPr/>
        </p:nvSpPr>
        <p:spPr>
          <a:xfrm>
            <a:off x="4355976" y="5445224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7" name="칠각형 46">
            <a:extLst>
              <a:ext uri="{FF2B5EF4-FFF2-40B4-BE49-F238E27FC236}">
                <a16:creationId xmlns:a16="http://schemas.microsoft.com/office/drawing/2014/main" id="{BFFBFA13-9D4B-4B6C-9DAE-EC47A6D0A4A0}"/>
              </a:ext>
            </a:extLst>
          </p:cNvPr>
          <p:cNvSpPr/>
          <p:nvPr/>
        </p:nvSpPr>
        <p:spPr>
          <a:xfrm>
            <a:off x="5652120" y="4653136"/>
            <a:ext cx="238610" cy="216024"/>
          </a:xfrm>
          <a:prstGeom prst="hept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49" name="내용 개체 틀 4">
            <a:extLst>
              <a:ext uri="{FF2B5EF4-FFF2-40B4-BE49-F238E27FC236}">
                <a16:creationId xmlns:a16="http://schemas.microsoft.com/office/drawing/2014/main" id="{C40AC2DC-943F-4E7D-A4C4-293B0A8D5551}"/>
              </a:ext>
            </a:extLst>
          </p:cNvPr>
          <p:cNvSpPr txBox="1">
            <a:spLocks/>
          </p:cNvSpPr>
          <p:nvPr/>
        </p:nvSpPr>
        <p:spPr bwMode="auto">
          <a:xfrm flipV="1">
            <a:off x="1624676" y="4985744"/>
            <a:ext cx="48716" cy="3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2C8BC88-D76B-439E-91EB-941BF7C7ADD9}"/>
              </a:ext>
            </a:extLst>
          </p:cNvPr>
          <p:cNvCxnSpPr>
            <a:cxnSpLocks/>
            <a:stCxn id="49" idx="3"/>
            <a:endCxn id="26" idx="1"/>
          </p:cNvCxnSpPr>
          <p:nvPr/>
        </p:nvCxnSpPr>
        <p:spPr>
          <a:xfrm flipV="1">
            <a:off x="1673392" y="4877344"/>
            <a:ext cx="433689" cy="12557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내용 개체 틀 4">
            <a:extLst>
              <a:ext uri="{FF2B5EF4-FFF2-40B4-BE49-F238E27FC236}">
                <a16:creationId xmlns:a16="http://schemas.microsoft.com/office/drawing/2014/main" id="{96EF3CC6-A26B-4737-9854-609D11C92B95}"/>
              </a:ext>
            </a:extLst>
          </p:cNvPr>
          <p:cNvSpPr txBox="1">
            <a:spLocks/>
          </p:cNvSpPr>
          <p:nvPr/>
        </p:nvSpPr>
        <p:spPr bwMode="auto">
          <a:xfrm>
            <a:off x="4585495" y="1898095"/>
            <a:ext cx="1030049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Read data</a:t>
            </a:r>
          </a:p>
        </p:txBody>
      </p:sp>
      <p:sp>
        <p:nvSpPr>
          <p:cNvPr id="58" name="내용 개체 틀 4">
            <a:extLst>
              <a:ext uri="{FF2B5EF4-FFF2-40B4-BE49-F238E27FC236}">
                <a16:creationId xmlns:a16="http://schemas.microsoft.com/office/drawing/2014/main" id="{6CFD5F8C-C28A-4788-84CF-A509AA568308}"/>
              </a:ext>
            </a:extLst>
          </p:cNvPr>
          <p:cNvSpPr txBox="1">
            <a:spLocks/>
          </p:cNvSpPr>
          <p:nvPr/>
        </p:nvSpPr>
        <p:spPr bwMode="auto">
          <a:xfrm>
            <a:off x="3131840" y="2328597"/>
            <a:ext cx="1800197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Read attribute from record</a:t>
            </a:r>
          </a:p>
        </p:txBody>
      </p: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DBC7F70F-4F70-49CF-A256-96291F95FD4D}"/>
              </a:ext>
            </a:extLst>
          </p:cNvPr>
          <p:cNvSpPr txBox="1">
            <a:spLocks/>
          </p:cNvSpPr>
          <p:nvPr/>
        </p:nvSpPr>
        <p:spPr bwMode="auto">
          <a:xfrm>
            <a:off x="3950219" y="3795045"/>
            <a:ext cx="1940511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Fetch </a:t>
            </a:r>
            <a:r>
              <a:rPr kumimoji="0" lang="en-US" altLang="ko-KR" sz="1000" dirty="0" err="1"/>
              <a:t>regu_var</a:t>
            </a:r>
            <a:r>
              <a:rPr kumimoji="0" lang="en-US" altLang="ko-KR" sz="1000" dirty="0"/>
              <a:t> from </a:t>
            </a:r>
            <a:r>
              <a:rPr kumimoji="0" lang="en-US" altLang="ko-KR" sz="1000" dirty="0" err="1"/>
              <a:t>attr_info</a:t>
            </a:r>
            <a:endParaRPr kumimoji="0" lang="en-US" altLang="ko-KR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Copy </a:t>
            </a:r>
            <a:r>
              <a:rPr kumimoji="0" lang="en-US" altLang="ko-KR" sz="1000" dirty="0" err="1"/>
              <a:t>dbvalue</a:t>
            </a:r>
            <a:r>
              <a:rPr kumimoji="0" lang="en-US" altLang="ko-KR" sz="1000" dirty="0"/>
              <a:t> to </a:t>
            </a:r>
            <a:r>
              <a:rPr kumimoji="0" lang="en-US" altLang="ko-KR" sz="1000" dirty="0" err="1"/>
              <a:t>vfetch_to</a:t>
            </a:r>
            <a:endParaRPr kumimoji="0" lang="en-US" altLang="ko-KR" sz="1000" dirty="0"/>
          </a:p>
        </p:txBody>
      </p:sp>
      <p:sp>
        <p:nvSpPr>
          <p:cNvPr id="67" name="내용 개체 틀 4">
            <a:extLst>
              <a:ext uri="{FF2B5EF4-FFF2-40B4-BE49-F238E27FC236}">
                <a16:creationId xmlns:a16="http://schemas.microsoft.com/office/drawing/2014/main" id="{88A467CD-06CA-4E28-91A1-8195BA409E25}"/>
              </a:ext>
            </a:extLst>
          </p:cNvPr>
          <p:cNvSpPr txBox="1">
            <a:spLocks/>
          </p:cNvSpPr>
          <p:nvPr/>
        </p:nvSpPr>
        <p:spPr bwMode="auto">
          <a:xfrm>
            <a:off x="4539130" y="5461517"/>
            <a:ext cx="1580470" cy="33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kumimoji="0" lang="en-US" altLang="ko-KR" sz="1000" dirty="0"/>
              <a:t>Write 1row to temp file</a:t>
            </a:r>
          </a:p>
        </p:txBody>
      </p:sp>
    </p:spTree>
    <p:extLst>
      <p:ext uri="{BB962C8B-B14F-4D97-AF65-F5344CB8AC3E}">
        <p14:creationId xmlns:p14="http://schemas.microsoft.com/office/powerpoint/2010/main" val="243296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POST-PROCESSING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Group by processing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Order by and distinct processing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Evaluation for analytic function</a:t>
            </a:r>
          </a:p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957028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내용 개체 틀 4">
            <a:extLst>
              <a:ext uri="{FF2B5EF4-FFF2-40B4-BE49-F238E27FC236}">
                <a16:creationId xmlns:a16="http://schemas.microsoft.com/office/drawing/2014/main" id="{F2B44A66-F63F-4489-A2DB-F7E798DAEAC5}"/>
              </a:ext>
            </a:extLst>
          </p:cNvPr>
          <p:cNvSpPr txBox="1">
            <a:spLocks/>
          </p:cNvSpPr>
          <p:nvPr/>
        </p:nvSpPr>
        <p:spPr bwMode="auto">
          <a:xfrm>
            <a:off x="457201" y="2031428"/>
            <a:ext cx="8435264" cy="428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Group by processing (</a:t>
            </a:r>
            <a:r>
              <a:rPr kumimoji="0" lang="en-US" altLang="ko-KR" dirty="0" err="1"/>
              <a:t>qexec_groupby</a:t>
            </a:r>
            <a:r>
              <a:rPr kumimoji="0" lang="en-US" altLang="ko-KR" dirty="0"/>
              <a:t>() 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- </a:t>
            </a:r>
            <a:r>
              <a:rPr lang="en-US" altLang="ko-KR" dirty="0"/>
              <a:t>Aggregate function returns one result based on the group of rows.</a:t>
            </a:r>
            <a:r>
              <a:rPr kumimoji="0" lang="en-US" altLang="ko-KR" dirty="0"/>
              <a:t> (SUM, AVG ..)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- sort group by,</a:t>
            </a:r>
            <a:r>
              <a:rPr kumimoji="0" lang="ko-KR" altLang="en-US" dirty="0"/>
              <a:t> </a:t>
            </a:r>
            <a:r>
              <a:rPr kumimoji="0" lang="en-US" altLang="ko-KR" dirty="0"/>
              <a:t>hash</a:t>
            </a:r>
            <a:r>
              <a:rPr kumimoji="0" lang="ko-KR" altLang="en-US" dirty="0"/>
              <a:t> </a:t>
            </a:r>
            <a:r>
              <a:rPr kumimoji="0" lang="en-US" altLang="ko-KR" dirty="0"/>
              <a:t>group</a:t>
            </a:r>
            <a:r>
              <a:rPr kumimoji="0" lang="ko-KR" altLang="en-US" dirty="0"/>
              <a:t> </a:t>
            </a:r>
            <a:r>
              <a:rPr kumimoji="0" lang="en-US" altLang="ko-KR" dirty="0"/>
              <a:t>by</a:t>
            </a:r>
            <a:r>
              <a:rPr kumimoji="0" lang="ko-KR" altLang="en-US" dirty="0"/>
              <a:t> </a:t>
            </a: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Evaluation for analytic function (</a:t>
            </a:r>
            <a:r>
              <a:rPr kumimoji="0" lang="en-US" altLang="ko-KR" dirty="0" err="1"/>
              <a:t>Qexec_execute_analytics</a:t>
            </a:r>
            <a:r>
              <a:rPr kumimoji="0" lang="en-US" altLang="ko-KR" dirty="0"/>
              <a:t>() 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- </a:t>
            </a:r>
            <a:r>
              <a:rPr lang="en-US" altLang="ko-KR" dirty="0"/>
              <a:t>Analytic function calculates the aggregate value based on the result of rows. </a:t>
            </a:r>
            <a:r>
              <a:rPr kumimoji="0" lang="en-US" altLang="ko-KR" dirty="0"/>
              <a:t>(LAG,</a:t>
            </a:r>
            <a:r>
              <a:rPr kumimoji="0" lang="ko-KR" altLang="en-US" dirty="0"/>
              <a:t> </a:t>
            </a:r>
            <a:r>
              <a:rPr kumimoji="0" lang="en-US" altLang="ko-KR" dirty="0"/>
              <a:t>RANK</a:t>
            </a:r>
            <a:r>
              <a:rPr kumimoji="0" lang="ko-KR" altLang="en-US" dirty="0"/>
              <a:t> </a:t>
            </a:r>
            <a:r>
              <a:rPr kumimoji="0" lang="en-US" altLang="ko-KR" dirty="0"/>
              <a:t>..)</a:t>
            </a:r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Order by and distinct processing (</a:t>
            </a:r>
            <a:r>
              <a:rPr kumimoji="0" lang="en-US" altLang="ko-KR" dirty="0" err="1"/>
              <a:t>qexec_orderby_distinct</a:t>
            </a:r>
            <a:r>
              <a:rPr kumimoji="0" lang="en-US" altLang="ko-KR" dirty="0"/>
              <a:t>() 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- </a:t>
            </a:r>
            <a:r>
              <a:rPr kumimoji="0" lang="en-US" altLang="ko-KR" dirty="0" err="1"/>
              <a:t>sort_listfile</a:t>
            </a:r>
            <a:r>
              <a:rPr kumimoji="0" lang="en-US" altLang="ko-KR" dirty="0"/>
              <a:t>() </a:t>
            </a:r>
            <a:r>
              <a:rPr kumimoji="0" lang="ko-KR" altLang="en-US" dirty="0"/>
              <a:t>에서 </a:t>
            </a:r>
            <a:r>
              <a:rPr kumimoji="0" lang="en-US" altLang="ko-KR" dirty="0"/>
              <a:t>SORT_DUP </a:t>
            </a:r>
            <a:r>
              <a:rPr kumimoji="0" lang="ko-KR" altLang="en-US" dirty="0"/>
              <a:t>옵션으로 처리됨</a:t>
            </a:r>
            <a:r>
              <a:rPr kumimoji="0" lang="en-US" altLang="ko-KR" dirty="0"/>
              <a:t>.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SORT_ELIM_DUP : eliminate duplicate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            SORT_DUP : allow duplicate</a:t>
            </a:r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fontAlgn="auto">
              <a:spcAft>
                <a:spcPts val="0"/>
              </a:spcAft>
            </a:pPr>
            <a:endParaRPr kumimoji="0" lang="en-US" altLang="ko-KR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403437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POST-PROCESSING(GROUP</a:t>
            </a:r>
            <a:r>
              <a:rPr lang="ko-KR" altLang="en-US" dirty="0"/>
              <a:t> </a:t>
            </a:r>
            <a:r>
              <a:rPr lang="en-US" altLang="ko-KR" dirty="0"/>
              <a:t>BY</a:t>
            </a:r>
            <a:r>
              <a:rPr lang="ko-KR" altLang="en-US" dirty="0"/>
              <a:t> </a:t>
            </a:r>
            <a:r>
              <a:rPr lang="en-US" altLang="ko-KR" dirty="0"/>
              <a:t>processing)</a:t>
            </a:r>
            <a:endParaRPr lang="ko-KR" altLang="en-US" sz="1400" dirty="0"/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9DA76C4A-1B38-4C07-A24B-3F7114B667C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51520" y="2547851"/>
            <a:ext cx="2027362" cy="27047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ko-KR" dirty="0"/>
              <a:t>SELECT </a:t>
            </a:r>
          </a:p>
          <a:p>
            <a:pPr marL="0" indent="0">
              <a:buNone/>
            </a:pPr>
            <a:r>
              <a:rPr lang="en-US" altLang="ko-KR" dirty="0"/>
              <a:t>COL1,</a:t>
            </a:r>
          </a:p>
          <a:p>
            <a:pPr marL="0" indent="0">
              <a:buNone/>
            </a:pPr>
            <a:r>
              <a:rPr lang="en-US" altLang="ko-KR" dirty="0"/>
              <a:t>COUNT(col2),</a:t>
            </a:r>
          </a:p>
          <a:p>
            <a:pPr marL="0" indent="0">
              <a:buNone/>
            </a:pPr>
            <a:r>
              <a:rPr lang="en-US" altLang="ko-KR" dirty="0"/>
              <a:t>SUM(col2),</a:t>
            </a:r>
          </a:p>
          <a:p>
            <a:pPr marL="0" indent="0">
              <a:buNone/>
            </a:pPr>
            <a:r>
              <a:rPr lang="en-US" altLang="ko-KR" dirty="0"/>
              <a:t>AVG(col2)</a:t>
            </a:r>
          </a:p>
          <a:p>
            <a:pPr marL="0" indent="0">
              <a:buNone/>
            </a:pPr>
            <a:r>
              <a:rPr lang="en-US" altLang="ko-KR" dirty="0"/>
              <a:t>FROM tab a</a:t>
            </a:r>
          </a:p>
          <a:p>
            <a:pPr marL="0" indent="0">
              <a:buNone/>
            </a:pPr>
            <a:r>
              <a:rPr lang="en-US" altLang="ko-KR" dirty="0"/>
              <a:t>GROUP BY COL1</a:t>
            </a:r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66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ACCUMULATOR : </a:t>
            </a:r>
            <a:r>
              <a:rPr kumimoji="0" lang="ko-KR" altLang="en-US" dirty="0"/>
              <a:t>집계함수 별로 생성이 됨</a:t>
            </a:r>
            <a:r>
              <a:rPr kumimoji="0" lang="en-US" altLang="ko-KR" dirty="0"/>
              <a:t>. 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HASH</a:t>
            </a:r>
            <a:r>
              <a:rPr kumimoji="0" lang="ko-KR" altLang="en-US" dirty="0"/>
              <a:t> </a:t>
            </a:r>
            <a:r>
              <a:rPr kumimoji="0" lang="en-US" altLang="ko-KR" dirty="0"/>
              <a:t>ACUUMULATOR</a:t>
            </a:r>
            <a:r>
              <a:rPr kumimoji="0" lang="ko-KR" altLang="en-US" dirty="0"/>
              <a:t> </a:t>
            </a:r>
            <a:r>
              <a:rPr kumimoji="0" lang="en-US" altLang="ko-KR" dirty="0"/>
              <a:t>:</a:t>
            </a:r>
            <a:r>
              <a:rPr kumimoji="0" lang="ko-KR" altLang="en-US" dirty="0"/>
              <a:t> 집계함수의 개수만큼 배열로 생성됨</a:t>
            </a:r>
            <a:endParaRPr kumimoji="0" lang="en-US" altLang="ko-KR" dirty="0"/>
          </a:p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11A7EBA-E1AD-458F-8685-69A517FB6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575674"/>
              </p:ext>
            </p:extLst>
          </p:nvPr>
        </p:nvGraphicFramePr>
        <p:xfrm>
          <a:off x="2692291" y="1951668"/>
          <a:ext cx="1087619" cy="1020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619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0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PROC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466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</a:t>
                      </a:r>
                      <a:r>
                        <a:rPr lang="en-US" altLang="ko-KR" sz="1200" b="1" dirty="0" err="1"/>
                        <a:t>g_agg_list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728216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339752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851529" y="142355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4860035" y="141277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4" name="내용 개체 틀 4">
            <a:extLst>
              <a:ext uri="{FF2B5EF4-FFF2-40B4-BE49-F238E27FC236}">
                <a16:creationId xmlns:a16="http://schemas.microsoft.com/office/drawing/2014/main" id="{390CF0EA-5978-4C4F-A088-2D4C70EBC793}"/>
              </a:ext>
            </a:extLst>
          </p:cNvPr>
          <p:cNvSpPr txBox="1">
            <a:spLocks/>
          </p:cNvSpPr>
          <p:nvPr/>
        </p:nvSpPr>
        <p:spPr bwMode="auto">
          <a:xfrm>
            <a:off x="6975991" y="260537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47" name="내용 개체 틀 4">
            <a:extLst>
              <a:ext uri="{FF2B5EF4-FFF2-40B4-BE49-F238E27FC236}">
                <a16:creationId xmlns:a16="http://schemas.microsoft.com/office/drawing/2014/main" id="{B2711BC8-8BBB-464D-923D-5476D78556CA}"/>
              </a:ext>
            </a:extLst>
          </p:cNvPr>
          <p:cNvSpPr txBox="1">
            <a:spLocks/>
          </p:cNvSpPr>
          <p:nvPr/>
        </p:nvSpPr>
        <p:spPr bwMode="auto">
          <a:xfrm>
            <a:off x="7120059" y="382382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64B67B8-3547-4D76-B4AD-EBE3D12F0D39}"/>
              </a:ext>
            </a:extLst>
          </p:cNvPr>
          <p:cNvSpPr/>
          <p:nvPr/>
        </p:nvSpPr>
        <p:spPr>
          <a:xfrm>
            <a:off x="301797" y="3330454"/>
            <a:ext cx="1022344" cy="242561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8612BC9-CDE7-495C-BD01-5B173DA8540C}"/>
              </a:ext>
            </a:extLst>
          </p:cNvPr>
          <p:cNvSpPr/>
          <p:nvPr/>
        </p:nvSpPr>
        <p:spPr>
          <a:xfrm>
            <a:off x="301797" y="3582029"/>
            <a:ext cx="885823" cy="251576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1C9CBBB-442E-4A27-BC56-34EE4B2C71D5}"/>
              </a:ext>
            </a:extLst>
          </p:cNvPr>
          <p:cNvSpPr/>
          <p:nvPr/>
        </p:nvSpPr>
        <p:spPr>
          <a:xfrm>
            <a:off x="301802" y="3078879"/>
            <a:ext cx="1220718" cy="24256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내용 개체 틀 4">
            <a:extLst>
              <a:ext uri="{FF2B5EF4-FFF2-40B4-BE49-F238E27FC236}">
                <a16:creationId xmlns:a16="http://schemas.microsoft.com/office/drawing/2014/main" id="{B905D88A-DEF2-4395-816E-0E8DB9210F39}"/>
              </a:ext>
            </a:extLst>
          </p:cNvPr>
          <p:cNvSpPr txBox="1">
            <a:spLocks/>
          </p:cNvSpPr>
          <p:nvPr/>
        </p:nvSpPr>
        <p:spPr bwMode="auto">
          <a:xfrm>
            <a:off x="7177622" y="3842594"/>
            <a:ext cx="110428" cy="7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7D6C96EB-DF84-403B-8082-150F2D6B0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34457"/>
              </p:ext>
            </p:extLst>
          </p:nvPr>
        </p:nvGraphicFramePr>
        <p:xfrm>
          <a:off x="3980720" y="1918795"/>
          <a:ext cx="159939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392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0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AGGREGATE_TYPE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466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Function : COUNT</a:t>
                      </a:r>
                    </a:p>
                    <a:p>
                      <a:pPr latinLnBrk="1"/>
                      <a:r>
                        <a:rPr lang="ko-KR" altLang="en-US" sz="1200" b="1" dirty="0"/>
                        <a:t>        </a:t>
                      </a:r>
                      <a:r>
                        <a:rPr lang="en-US" altLang="ko-KR" sz="1200" b="1" dirty="0"/>
                        <a:t>accumulator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NEXT</a:t>
                      </a:r>
                      <a:r>
                        <a:rPr lang="ko-KR" altLang="en-US" sz="1200" b="1" dirty="0"/>
                        <a:t>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AA3823FD-3347-4382-8970-CB5BB1CBF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84884"/>
              </p:ext>
            </p:extLst>
          </p:nvPr>
        </p:nvGraphicFramePr>
        <p:xfrm>
          <a:off x="5720056" y="2031875"/>
          <a:ext cx="1368145" cy="88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236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ACCUMULATOR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86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VALUE1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VALUE2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FE446AD7-D469-498B-A0BC-714AE4F3A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06482"/>
              </p:ext>
            </p:extLst>
          </p:nvPr>
        </p:nvGraphicFramePr>
        <p:xfrm>
          <a:off x="7493262" y="1830430"/>
          <a:ext cx="967170" cy="55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7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95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79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F967257F-3565-478C-9674-5339408F3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542836"/>
              </p:ext>
            </p:extLst>
          </p:nvPr>
        </p:nvGraphicFramePr>
        <p:xfrm>
          <a:off x="7493262" y="2440642"/>
          <a:ext cx="96717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7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600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5D8F20C-26B9-4A3C-B31E-D491E42800BA}"/>
              </a:ext>
            </a:extLst>
          </p:cNvPr>
          <p:cNvCxnSpPr>
            <a:cxnSpLocks/>
            <a:stCxn id="49" idx="3"/>
            <a:endCxn id="52" idx="1"/>
          </p:cNvCxnSpPr>
          <p:nvPr/>
        </p:nvCxnSpPr>
        <p:spPr>
          <a:xfrm>
            <a:off x="5580112" y="2467435"/>
            <a:ext cx="139944" cy="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8AA127B-AD8A-42FE-824A-2F28744C5A72}"/>
              </a:ext>
            </a:extLst>
          </p:cNvPr>
          <p:cNvCxnSpPr>
            <a:cxnSpLocks/>
            <a:stCxn id="52" idx="3"/>
            <a:endCxn id="57" idx="1"/>
          </p:cNvCxnSpPr>
          <p:nvPr/>
        </p:nvCxnSpPr>
        <p:spPr>
          <a:xfrm flipV="1">
            <a:off x="7088201" y="2107160"/>
            <a:ext cx="405061" cy="3662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87CF2606-D3D7-4684-A78C-BF2C8365B1E8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7032096" y="2657529"/>
            <a:ext cx="461166" cy="574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16ABFDED-741C-40AE-81EE-8A14ACF41FB8}"/>
              </a:ext>
            </a:extLst>
          </p:cNvPr>
          <p:cNvCxnSpPr>
            <a:cxnSpLocks/>
            <a:stCxn id="2" idx="3"/>
            <a:endCxn id="49" idx="1"/>
          </p:cNvCxnSpPr>
          <p:nvPr/>
        </p:nvCxnSpPr>
        <p:spPr>
          <a:xfrm>
            <a:off x="3779910" y="2462161"/>
            <a:ext cx="200810" cy="52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내용 개체 틀 4">
            <a:extLst>
              <a:ext uri="{FF2B5EF4-FFF2-40B4-BE49-F238E27FC236}">
                <a16:creationId xmlns:a16="http://schemas.microsoft.com/office/drawing/2014/main" id="{E0764F22-D0C3-4645-90C2-1F683D54B16B}"/>
              </a:ext>
            </a:extLst>
          </p:cNvPr>
          <p:cNvSpPr txBox="1">
            <a:spLocks/>
          </p:cNvSpPr>
          <p:nvPr/>
        </p:nvSpPr>
        <p:spPr bwMode="auto">
          <a:xfrm>
            <a:off x="6991207" y="3843903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6009DEB4-06BB-4D4C-B5A2-BC6924AEC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59242"/>
              </p:ext>
            </p:extLst>
          </p:nvPr>
        </p:nvGraphicFramePr>
        <p:xfrm>
          <a:off x="3987227" y="3157325"/>
          <a:ext cx="159939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392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0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AGGREGATE_TYPE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466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Function : SUM</a:t>
                      </a:r>
                    </a:p>
                    <a:p>
                      <a:pPr latinLnBrk="1"/>
                      <a:r>
                        <a:rPr lang="ko-KR" altLang="en-US" sz="1200" b="1" dirty="0"/>
                        <a:t>        </a:t>
                      </a:r>
                      <a:r>
                        <a:rPr lang="en-US" altLang="ko-KR" sz="1200" b="1" dirty="0"/>
                        <a:t>accumulator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NEXT</a:t>
                      </a:r>
                      <a:r>
                        <a:rPr lang="ko-KR" altLang="en-US" sz="1200" b="1" dirty="0"/>
                        <a:t>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04BC5D41-31C6-49D6-9270-3C3A6E74A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097758"/>
              </p:ext>
            </p:extLst>
          </p:nvPr>
        </p:nvGraphicFramePr>
        <p:xfrm>
          <a:off x="5735272" y="3270405"/>
          <a:ext cx="1368145" cy="88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236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ACCUMULATOR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86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VALUE1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VALUE2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362FCB37-2BC2-46E0-ABB8-8DFFA973F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63713"/>
              </p:ext>
            </p:extLst>
          </p:nvPr>
        </p:nvGraphicFramePr>
        <p:xfrm>
          <a:off x="7508478" y="3068960"/>
          <a:ext cx="967170" cy="55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7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95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79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72" name="표 71">
            <a:extLst>
              <a:ext uri="{FF2B5EF4-FFF2-40B4-BE49-F238E27FC236}">
                <a16:creationId xmlns:a16="http://schemas.microsoft.com/office/drawing/2014/main" id="{5440D69C-441C-4618-BB44-0AA862625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284766"/>
              </p:ext>
            </p:extLst>
          </p:nvPr>
        </p:nvGraphicFramePr>
        <p:xfrm>
          <a:off x="7508478" y="3679172"/>
          <a:ext cx="96717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7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600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A30E74A-F850-49D1-B1D5-E541933E6D16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>
            <a:off x="5586619" y="3705965"/>
            <a:ext cx="148653" cy="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99956735-793C-4DC4-97B1-A91B98698BC5}"/>
              </a:ext>
            </a:extLst>
          </p:cNvPr>
          <p:cNvCxnSpPr>
            <a:cxnSpLocks/>
            <a:stCxn id="69" idx="3"/>
            <a:endCxn id="70" idx="1"/>
          </p:cNvCxnSpPr>
          <p:nvPr/>
        </p:nvCxnSpPr>
        <p:spPr>
          <a:xfrm flipV="1">
            <a:off x="7103417" y="3345690"/>
            <a:ext cx="405061" cy="3662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4">
            <a:extLst>
              <a:ext uri="{FF2B5EF4-FFF2-40B4-BE49-F238E27FC236}">
                <a16:creationId xmlns:a16="http://schemas.microsoft.com/office/drawing/2014/main" id="{24008AEB-51C2-4C6E-B644-50D3B568CF5D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7047312" y="3896059"/>
            <a:ext cx="461166" cy="574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내용 개체 틀 4">
            <a:extLst>
              <a:ext uri="{FF2B5EF4-FFF2-40B4-BE49-F238E27FC236}">
                <a16:creationId xmlns:a16="http://schemas.microsoft.com/office/drawing/2014/main" id="{A951E3B4-AD16-48AC-955D-E4A7EBE0EAD8}"/>
              </a:ext>
            </a:extLst>
          </p:cNvPr>
          <p:cNvSpPr txBox="1">
            <a:spLocks/>
          </p:cNvSpPr>
          <p:nvPr/>
        </p:nvSpPr>
        <p:spPr bwMode="auto">
          <a:xfrm>
            <a:off x="6991207" y="5178538"/>
            <a:ext cx="112210" cy="5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0AFC8000-C27F-4D54-B01C-4EF5AEBE8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902037"/>
              </p:ext>
            </p:extLst>
          </p:nvPr>
        </p:nvGraphicFramePr>
        <p:xfrm>
          <a:off x="3995936" y="4491960"/>
          <a:ext cx="159939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392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1840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AGGREGATE_TYPE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7466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Function : AVG</a:t>
                      </a:r>
                    </a:p>
                    <a:p>
                      <a:pPr latinLnBrk="1"/>
                      <a:r>
                        <a:rPr lang="ko-KR" altLang="en-US" sz="1200" b="1" dirty="0"/>
                        <a:t>        </a:t>
                      </a:r>
                      <a:r>
                        <a:rPr lang="en-US" altLang="ko-KR" sz="1200" b="1" dirty="0"/>
                        <a:t>accumulator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     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NEXT</a:t>
                      </a:r>
                      <a:r>
                        <a:rPr lang="ko-KR" altLang="en-US" sz="1200" b="1" dirty="0"/>
                        <a:t>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5369E0A6-C624-4A29-8BE0-169F30F52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3856"/>
              </p:ext>
            </p:extLst>
          </p:nvPr>
        </p:nvGraphicFramePr>
        <p:xfrm>
          <a:off x="5735272" y="4605040"/>
          <a:ext cx="1368145" cy="882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236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ACCUMULATOR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60866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VALUE1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VALUE2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47E92242-4430-49C4-8D29-0A5244A65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604924"/>
              </p:ext>
            </p:extLst>
          </p:nvPr>
        </p:nvGraphicFramePr>
        <p:xfrm>
          <a:off x="7508478" y="4403595"/>
          <a:ext cx="967170" cy="553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7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695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7914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7667D68B-90C5-46B4-B3C6-AB3605E4B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896456"/>
              </p:ext>
            </p:extLst>
          </p:nvPr>
        </p:nvGraphicFramePr>
        <p:xfrm>
          <a:off x="7508478" y="5013807"/>
          <a:ext cx="96717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170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29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DB_VALUE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26004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  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DC63F22-04D0-480A-962A-4F0B490306F6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>
            <a:off x="5595328" y="5040600"/>
            <a:ext cx="139944" cy="5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FADA253E-6EFD-463B-A75B-7C3D9E56C7A5}"/>
              </a:ext>
            </a:extLst>
          </p:cNvPr>
          <p:cNvCxnSpPr>
            <a:cxnSpLocks/>
            <a:stCxn id="81" idx="3"/>
            <a:endCxn id="82" idx="1"/>
          </p:cNvCxnSpPr>
          <p:nvPr/>
        </p:nvCxnSpPr>
        <p:spPr>
          <a:xfrm flipV="1">
            <a:off x="7103417" y="4680325"/>
            <a:ext cx="405061" cy="3662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4C24C48F-48EA-46D3-B2EB-84F57560054B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7047312" y="5230694"/>
            <a:ext cx="461166" cy="574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F47BA7A-5D49-4766-80E6-8C0E2040B184}"/>
              </a:ext>
            </a:extLst>
          </p:cNvPr>
          <p:cNvCxnSpPr>
            <a:cxnSpLocks/>
            <a:stCxn id="49" idx="2"/>
            <a:endCxn id="68" idx="0"/>
          </p:cNvCxnSpPr>
          <p:nvPr/>
        </p:nvCxnSpPr>
        <p:spPr>
          <a:xfrm>
            <a:off x="4780416" y="3016075"/>
            <a:ext cx="6507" cy="141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97B7E9B-ACE1-48EB-AA3D-37AA74F1163E}"/>
              </a:ext>
            </a:extLst>
          </p:cNvPr>
          <p:cNvCxnSpPr>
            <a:cxnSpLocks/>
            <a:stCxn id="68" idx="2"/>
            <a:endCxn id="80" idx="0"/>
          </p:cNvCxnSpPr>
          <p:nvPr/>
        </p:nvCxnSpPr>
        <p:spPr>
          <a:xfrm>
            <a:off x="4786923" y="4254605"/>
            <a:ext cx="8709" cy="237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B38F4016-3A99-4D13-A24F-D2CE37D0F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770661"/>
              </p:ext>
            </p:extLst>
          </p:nvPr>
        </p:nvGraphicFramePr>
        <p:xfrm>
          <a:off x="2674230" y="5661248"/>
          <a:ext cx="1368145" cy="75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64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HASH ACC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80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VALUE1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VALUE2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425057D4-8B04-45BF-848C-E099E6C4F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385513"/>
              </p:ext>
            </p:extLst>
          </p:nvPr>
        </p:nvGraphicFramePr>
        <p:xfrm>
          <a:off x="4042382" y="5658668"/>
          <a:ext cx="1368145" cy="75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6471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80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VALUE1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VALUE2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42FCB12-D95D-4637-AEFB-A5B46FFFE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848781"/>
              </p:ext>
            </p:extLst>
          </p:nvPr>
        </p:nvGraphicFramePr>
        <p:xfrm>
          <a:off x="5416921" y="5661248"/>
          <a:ext cx="1368145" cy="754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5">
                  <a:extLst>
                    <a:ext uri="{9D8B030D-6E8A-4147-A177-3AD203B41FA5}">
                      <a16:colId xmlns:a16="http://schemas.microsoft.com/office/drawing/2014/main" val="3539795103"/>
                    </a:ext>
                  </a:extLst>
                </a:gridCol>
              </a:tblGrid>
              <a:tr h="216471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0439501"/>
                  </a:ext>
                </a:extLst>
              </a:tr>
              <a:tr h="48031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/>
                        <a:t>          VALUE1</a:t>
                      </a:r>
                    </a:p>
                    <a:p>
                      <a:pPr latinLnBrk="1"/>
                      <a:r>
                        <a:rPr lang="en-US" altLang="ko-KR" sz="1200" b="1" dirty="0"/>
                        <a:t>          VALUE2</a:t>
                      </a:r>
                      <a:endParaRPr lang="ko-KR" alt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302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695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71" grpId="0" animBg="1"/>
      <p:bldP spid="7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A46A8B9-8A29-41B5-9DD3-BB636239C047}"/>
              </a:ext>
            </a:extLst>
          </p:cNvPr>
          <p:cNvSpPr/>
          <p:nvPr/>
        </p:nvSpPr>
        <p:spPr>
          <a:xfrm>
            <a:off x="4733043" y="2227775"/>
            <a:ext cx="4087429" cy="1009798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6484351-331D-4968-8FCC-12163D804A48}"/>
              </a:ext>
            </a:extLst>
          </p:cNvPr>
          <p:cNvSpPr/>
          <p:nvPr/>
        </p:nvSpPr>
        <p:spPr>
          <a:xfrm>
            <a:off x="6012160" y="2309530"/>
            <a:ext cx="2674640" cy="85603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5DA5C71-10CD-4F0B-9174-5FC23440803E}"/>
              </a:ext>
            </a:extLst>
          </p:cNvPr>
          <p:cNvSpPr/>
          <p:nvPr/>
        </p:nvSpPr>
        <p:spPr>
          <a:xfrm>
            <a:off x="312641" y="3476411"/>
            <a:ext cx="4087429" cy="3028544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3AD5E2F2-C525-41FE-9D3E-409F620D4C20}"/>
              </a:ext>
            </a:extLst>
          </p:cNvPr>
          <p:cNvSpPr/>
          <p:nvPr/>
        </p:nvSpPr>
        <p:spPr>
          <a:xfrm>
            <a:off x="395535" y="3713929"/>
            <a:ext cx="3888433" cy="1497503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69119715-79A6-4964-8EF5-93FD7D702009}"/>
              </a:ext>
            </a:extLst>
          </p:cNvPr>
          <p:cNvSpPr/>
          <p:nvPr/>
        </p:nvSpPr>
        <p:spPr>
          <a:xfrm>
            <a:off x="340513" y="2203178"/>
            <a:ext cx="4087429" cy="1009798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GROUP</a:t>
            </a:r>
            <a:r>
              <a:rPr lang="ko-KR" altLang="en-US" dirty="0"/>
              <a:t> </a:t>
            </a:r>
            <a:r>
              <a:rPr lang="en-US" altLang="ko-KR" dirty="0"/>
              <a:t>BY</a:t>
            </a:r>
            <a:r>
              <a:rPr lang="ko-KR" altLang="en-US" dirty="0"/>
              <a:t> </a:t>
            </a:r>
            <a:r>
              <a:rPr lang="en-US" altLang="ko-KR" dirty="0"/>
              <a:t>processing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Sort group by</a:t>
            </a:r>
          </a:p>
          <a:p>
            <a:pPr fontAlgn="auto">
              <a:spcAft>
                <a:spcPts val="0"/>
              </a:spcAft>
            </a:pPr>
            <a:r>
              <a:rPr kumimoji="0" lang="en-US" altLang="ko-KR" dirty="0"/>
              <a:t>Hash group by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776165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1475667" y="1413733"/>
            <a:ext cx="165617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Sort group by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7171CE-0DE4-411A-87C9-037D611A0DB4}"/>
              </a:ext>
            </a:extLst>
          </p:cNvPr>
          <p:cNvCxnSpPr>
            <a:cxnSpLocks/>
          </p:cNvCxnSpPr>
          <p:nvPr/>
        </p:nvCxnSpPr>
        <p:spPr>
          <a:xfrm>
            <a:off x="4572000" y="1412776"/>
            <a:ext cx="0" cy="5256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5868157" y="1412776"/>
            <a:ext cx="1656171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Hash group by 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1" name="내용 개체 틀 4">
            <a:extLst>
              <a:ext uri="{FF2B5EF4-FFF2-40B4-BE49-F238E27FC236}">
                <a16:creationId xmlns:a16="http://schemas.microsoft.com/office/drawing/2014/main" id="{5C321D50-9C65-469D-9DC2-C2B29F056EEA}"/>
              </a:ext>
            </a:extLst>
          </p:cNvPr>
          <p:cNvSpPr txBox="1">
            <a:spLocks/>
          </p:cNvSpPr>
          <p:nvPr/>
        </p:nvSpPr>
        <p:spPr bwMode="auto">
          <a:xfrm>
            <a:off x="312642" y="1964343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processing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33" name="내용 개체 틀 4">
            <a:extLst>
              <a:ext uri="{FF2B5EF4-FFF2-40B4-BE49-F238E27FC236}">
                <a16:creationId xmlns:a16="http://schemas.microsoft.com/office/drawing/2014/main" id="{F10D0F4E-5E42-4BC2-9E16-2B54DCE1A39D}"/>
              </a:ext>
            </a:extLst>
          </p:cNvPr>
          <p:cNvSpPr txBox="1">
            <a:spLocks/>
          </p:cNvSpPr>
          <p:nvPr/>
        </p:nvSpPr>
        <p:spPr bwMode="auto">
          <a:xfrm>
            <a:off x="251520" y="3234748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Post-processing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3AD5E2F2-C525-41FE-9D3E-409F620D4C20}"/>
              </a:ext>
            </a:extLst>
          </p:cNvPr>
          <p:cNvSpPr/>
          <p:nvPr/>
        </p:nvSpPr>
        <p:spPr>
          <a:xfrm>
            <a:off x="1403648" y="2577989"/>
            <a:ext cx="1872197" cy="34695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Scan node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918C923B-D527-4086-A9D3-18FC0B7F1927}"/>
              </a:ext>
            </a:extLst>
          </p:cNvPr>
          <p:cNvSpPr/>
          <p:nvPr/>
        </p:nvSpPr>
        <p:spPr>
          <a:xfrm>
            <a:off x="467545" y="3933056"/>
            <a:ext cx="864096" cy="108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Result 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A969775F-205F-4CE8-A83C-C1B5D775CBD6}"/>
              </a:ext>
            </a:extLst>
          </p:cNvPr>
          <p:cNvCxnSpPr>
            <a:cxnSpLocks/>
          </p:cNvCxnSpPr>
          <p:nvPr/>
        </p:nvCxnSpPr>
        <p:spPr>
          <a:xfrm>
            <a:off x="1331641" y="4149080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F666B64-144E-44C6-90D1-D5CD5EC13F7E}"/>
              </a:ext>
            </a:extLst>
          </p:cNvPr>
          <p:cNvSpPr/>
          <p:nvPr/>
        </p:nvSpPr>
        <p:spPr>
          <a:xfrm>
            <a:off x="1691680" y="3933056"/>
            <a:ext cx="864096" cy="108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sorted 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1" name="내용 개체 틀 4">
            <a:extLst>
              <a:ext uri="{FF2B5EF4-FFF2-40B4-BE49-F238E27FC236}">
                <a16:creationId xmlns:a16="http://schemas.microsoft.com/office/drawing/2014/main" id="{5E317841-9500-41A0-AFEE-A137AE286833}"/>
              </a:ext>
            </a:extLst>
          </p:cNvPr>
          <p:cNvSpPr txBox="1">
            <a:spLocks/>
          </p:cNvSpPr>
          <p:nvPr/>
        </p:nvSpPr>
        <p:spPr bwMode="auto">
          <a:xfrm>
            <a:off x="262406" y="3429000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Group by-processing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0FD22AD9-9F56-467D-B36A-7959011B7606}"/>
              </a:ext>
            </a:extLst>
          </p:cNvPr>
          <p:cNvCxnSpPr>
            <a:cxnSpLocks/>
          </p:cNvCxnSpPr>
          <p:nvPr/>
        </p:nvCxnSpPr>
        <p:spPr>
          <a:xfrm>
            <a:off x="2555776" y="4797152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EBB0BE6-D185-4616-A3FA-72D4B6D80822}"/>
              </a:ext>
            </a:extLst>
          </p:cNvPr>
          <p:cNvSpPr/>
          <p:nvPr/>
        </p:nvSpPr>
        <p:spPr>
          <a:xfrm>
            <a:off x="2915815" y="3933056"/>
            <a:ext cx="1296145" cy="10801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Evaluation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ACC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EBCE704-2F64-4ED5-8ECC-00793CAACF6C}"/>
              </a:ext>
            </a:extLst>
          </p:cNvPr>
          <p:cNvSpPr/>
          <p:nvPr/>
        </p:nvSpPr>
        <p:spPr>
          <a:xfrm>
            <a:off x="1475656" y="5733256"/>
            <a:ext cx="1584176" cy="2880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Result 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917E94B7-E00D-4949-918C-C73177C30F19}"/>
              </a:ext>
            </a:extLst>
          </p:cNvPr>
          <p:cNvCxnSpPr>
            <a:cxnSpLocks/>
            <a:stCxn id="113" idx="2"/>
            <a:endCxn id="114" idx="0"/>
          </p:cNvCxnSpPr>
          <p:nvPr/>
        </p:nvCxnSpPr>
        <p:spPr>
          <a:xfrm rot="5400000">
            <a:off x="2555776" y="4725144"/>
            <a:ext cx="720080" cy="12961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 Box 50">
            <a:extLst>
              <a:ext uri="{FF2B5EF4-FFF2-40B4-BE49-F238E27FC236}">
                <a16:creationId xmlns:a16="http://schemas.microsoft.com/office/drawing/2014/main" id="{CA4CFFC0-42DE-4304-9EAC-3E62D1A3B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482" y="3920626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get</a:t>
            </a:r>
          </a:p>
        </p:txBody>
      </p:sp>
      <p:sp>
        <p:nvSpPr>
          <p:cNvPr id="117" name="Text Box 50">
            <a:extLst>
              <a:ext uri="{FF2B5EF4-FFF2-40B4-BE49-F238E27FC236}">
                <a16:creationId xmlns:a16="http://schemas.microsoft.com/office/drawing/2014/main" id="{3332846B-7470-45CC-BDFC-FB09F9256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8243" y="4566266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put</a:t>
            </a:r>
          </a:p>
        </p:txBody>
      </p:sp>
      <p:sp>
        <p:nvSpPr>
          <p:cNvPr id="120" name="내용 개체 틀 4">
            <a:extLst>
              <a:ext uri="{FF2B5EF4-FFF2-40B4-BE49-F238E27FC236}">
                <a16:creationId xmlns:a16="http://schemas.microsoft.com/office/drawing/2014/main" id="{CCF280DA-08DC-4A94-8D44-DAD99E53B085}"/>
              </a:ext>
            </a:extLst>
          </p:cNvPr>
          <p:cNvSpPr txBox="1">
            <a:spLocks/>
          </p:cNvSpPr>
          <p:nvPr/>
        </p:nvSpPr>
        <p:spPr bwMode="auto">
          <a:xfrm>
            <a:off x="360376" y="3699228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SORT</a:t>
            </a:r>
            <a:endParaRPr kumimoji="0" lang="en-US" altLang="ko-KR" sz="1000" dirty="0"/>
          </a:p>
        </p:txBody>
      </p: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C8AAA004-100F-45B2-8D13-2031234C6C43}"/>
              </a:ext>
            </a:extLst>
          </p:cNvPr>
          <p:cNvCxnSpPr>
            <a:cxnSpLocks/>
            <a:stCxn id="106" idx="2"/>
            <a:endCxn id="108" idx="0"/>
          </p:cNvCxnSpPr>
          <p:nvPr/>
        </p:nvCxnSpPr>
        <p:spPr>
          <a:xfrm rot="5400000">
            <a:off x="1115614" y="2708923"/>
            <a:ext cx="1008112" cy="1440154"/>
          </a:xfrm>
          <a:prstGeom prst="bentConnector3">
            <a:avLst>
              <a:gd name="adj1" fmla="val 856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5956407C-33AF-4CFF-96B9-2A8A2BF04538}"/>
              </a:ext>
            </a:extLst>
          </p:cNvPr>
          <p:cNvSpPr/>
          <p:nvPr/>
        </p:nvSpPr>
        <p:spPr>
          <a:xfrm>
            <a:off x="4705171" y="3501008"/>
            <a:ext cx="4087429" cy="3082354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29A88D42-D0AF-4EF9-92CA-C682BC9F9AF2}"/>
              </a:ext>
            </a:extLst>
          </p:cNvPr>
          <p:cNvSpPr/>
          <p:nvPr/>
        </p:nvSpPr>
        <p:spPr>
          <a:xfrm>
            <a:off x="4788023" y="4114663"/>
            <a:ext cx="3960442" cy="97052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25" name="내용 개체 틀 4">
            <a:extLst>
              <a:ext uri="{FF2B5EF4-FFF2-40B4-BE49-F238E27FC236}">
                <a16:creationId xmlns:a16="http://schemas.microsoft.com/office/drawing/2014/main" id="{FEF3F1AF-1EBC-4523-9E3B-938E194E77C9}"/>
              </a:ext>
            </a:extLst>
          </p:cNvPr>
          <p:cNvSpPr txBox="1">
            <a:spLocks/>
          </p:cNvSpPr>
          <p:nvPr/>
        </p:nvSpPr>
        <p:spPr bwMode="auto">
          <a:xfrm>
            <a:off x="4705172" y="1988940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processing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26" name="내용 개체 틀 4">
            <a:extLst>
              <a:ext uri="{FF2B5EF4-FFF2-40B4-BE49-F238E27FC236}">
                <a16:creationId xmlns:a16="http://schemas.microsoft.com/office/drawing/2014/main" id="{F4C21D66-D465-4C65-9223-83DC2B52DBC3}"/>
              </a:ext>
            </a:extLst>
          </p:cNvPr>
          <p:cNvSpPr txBox="1">
            <a:spLocks/>
          </p:cNvSpPr>
          <p:nvPr/>
        </p:nvSpPr>
        <p:spPr bwMode="auto">
          <a:xfrm>
            <a:off x="4644050" y="3259345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Post-processing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D1CD684-3F63-4057-A10F-CA091328EBA7}"/>
              </a:ext>
            </a:extLst>
          </p:cNvPr>
          <p:cNvSpPr/>
          <p:nvPr/>
        </p:nvSpPr>
        <p:spPr>
          <a:xfrm>
            <a:off x="4860032" y="2435324"/>
            <a:ext cx="720033" cy="5942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Scan node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DE52B7E-4D1C-4E8F-B0CC-164EA6104491}"/>
              </a:ext>
            </a:extLst>
          </p:cNvPr>
          <p:cNvSpPr/>
          <p:nvPr/>
        </p:nvSpPr>
        <p:spPr>
          <a:xfrm>
            <a:off x="4860075" y="4310900"/>
            <a:ext cx="864096" cy="702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partial 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2049EB34-2673-4FF6-ADE9-6D0E679F371B}"/>
              </a:ext>
            </a:extLst>
          </p:cNvPr>
          <p:cNvCxnSpPr>
            <a:cxnSpLocks/>
          </p:cNvCxnSpPr>
          <p:nvPr/>
        </p:nvCxnSpPr>
        <p:spPr>
          <a:xfrm>
            <a:off x="5724171" y="4526924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E9FB8F5-E26F-4022-99F1-38FF2CBF3D79}"/>
              </a:ext>
            </a:extLst>
          </p:cNvPr>
          <p:cNvSpPr/>
          <p:nvPr/>
        </p:nvSpPr>
        <p:spPr>
          <a:xfrm>
            <a:off x="6084210" y="4238897"/>
            <a:ext cx="548113" cy="7700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sorted list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1" name="내용 개체 틀 4">
            <a:extLst>
              <a:ext uri="{FF2B5EF4-FFF2-40B4-BE49-F238E27FC236}">
                <a16:creationId xmlns:a16="http://schemas.microsoft.com/office/drawing/2014/main" id="{F8173851-A50D-4978-B64C-79C7E5AF6331}"/>
              </a:ext>
            </a:extLst>
          </p:cNvPr>
          <p:cNvSpPr txBox="1">
            <a:spLocks/>
          </p:cNvSpPr>
          <p:nvPr/>
        </p:nvSpPr>
        <p:spPr bwMode="auto">
          <a:xfrm>
            <a:off x="4654936" y="3453597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Group by-processing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6F303630-F791-471C-85FB-7E102416E370}"/>
              </a:ext>
            </a:extLst>
          </p:cNvPr>
          <p:cNvCxnSpPr>
            <a:cxnSpLocks/>
            <a:endCxn id="172" idx="1"/>
          </p:cNvCxnSpPr>
          <p:nvPr/>
        </p:nvCxnSpPr>
        <p:spPr>
          <a:xfrm flipV="1">
            <a:off x="6603749" y="4379490"/>
            <a:ext cx="616476" cy="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 Box 50">
            <a:extLst>
              <a:ext uri="{FF2B5EF4-FFF2-40B4-BE49-F238E27FC236}">
                <a16:creationId xmlns:a16="http://schemas.microsoft.com/office/drawing/2014/main" id="{B6FE3E06-A97E-4DFD-9609-5E2EC420C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012" y="4298470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get</a:t>
            </a:r>
          </a:p>
        </p:txBody>
      </p:sp>
      <p:sp>
        <p:nvSpPr>
          <p:cNvPr id="137" name="Text Box 50">
            <a:extLst>
              <a:ext uri="{FF2B5EF4-FFF2-40B4-BE49-F238E27FC236}">
                <a16:creationId xmlns:a16="http://schemas.microsoft.com/office/drawing/2014/main" id="{4001E03E-76B1-4F64-9BC7-A35719DAD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149080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put</a:t>
            </a:r>
          </a:p>
        </p:txBody>
      </p:sp>
      <p:sp>
        <p:nvSpPr>
          <p:cNvPr id="138" name="내용 개체 틀 4">
            <a:extLst>
              <a:ext uri="{FF2B5EF4-FFF2-40B4-BE49-F238E27FC236}">
                <a16:creationId xmlns:a16="http://schemas.microsoft.com/office/drawing/2014/main" id="{B5A8285F-CD7C-4B45-871F-1EF840D611F4}"/>
              </a:ext>
            </a:extLst>
          </p:cNvPr>
          <p:cNvSpPr txBox="1">
            <a:spLocks/>
          </p:cNvSpPr>
          <p:nvPr/>
        </p:nvSpPr>
        <p:spPr bwMode="auto">
          <a:xfrm>
            <a:off x="4752906" y="4077072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SORT</a:t>
            </a:r>
            <a:endParaRPr kumimoji="0" lang="en-US" altLang="ko-KR" sz="1000" dirty="0"/>
          </a:p>
        </p:txBody>
      </p:sp>
      <p:cxnSp>
        <p:nvCxnSpPr>
          <p:cNvPr id="139" name="연결선: 꺾임 138">
            <a:extLst>
              <a:ext uri="{FF2B5EF4-FFF2-40B4-BE49-F238E27FC236}">
                <a16:creationId xmlns:a16="http://schemas.microsoft.com/office/drawing/2014/main" id="{177CC52F-5EC5-40F0-96F7-A3245CB764B2}"/>
              </a:ext>
            </a:extLst>
          </p:cNvPr>
          <p:cNvCxnSpPr>
            <a:cxnSpLocks/>
            <a:stCxn id="144" idx="3"/>
            <a:endCxn id="27" idx="1"/>
          </p:cNvCxnSpPr>
          <p:nvPr/>
        </p:nvCxnSpPr>
        <p:spPr>
          <a:xfrm flipV="1">
            <a:off x="7219269" y="2548603"/>
            <a:ext cx="217420" cy="2392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519EED41-BF6E-43C2-BE7C-106B7E940D55}"/>
              </a:ext>
            </a:extLst>
          </p:cNvPr>
          <p:cNvCxnSpPr>
            <a:cxnSpLocks/>
            <a:stCxn id="127" idx="3"/>
            <a:endCxn id="141" idx="1"/>
          </p:cNvCxnSpPr>
          <p:nvPr/>
        </p:nvCxnSpPr>
        <p:spPr>
          <a:xfrm>
            <a:off x="5580065" y="2732467"/>
            <a:ext cx="432095" cy="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 Box 50">
            <a:extLst>
              <a:ext uri="{FF2B5EF4-FFF2-40B4-BE49-F238E27FC236}">
                <a16:creationId xmlns:a16="http://schemas.microsoft.com/office/drawing/2014/main" id="{45D5DDD8-D97A-4248-A1BA-00E1E0CC7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764" y="2534707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1row</a:t>
            </a:r>
          </a:p>
        </p:txBody>
      </p:sp>
      <p:sp>
        <p:nvSpPr>
          <p:cNvPr id="143" name="내용 개체 틀 4">
            <a:extLst>
              <a:ext uri="{FF2B5EF4-FFF2-40B4-BE49-F238E27FC236}">
                <a16:creationId xmlns:a16="http://schemas.microsoft.com/office/drawing/2014/main" id="{58920A5C-2317-4078-BB4C-653E876F70D5}"/>
              </a:ext>
            </a:extLst>
          </p:cNvPr>
          <p:cNvSpPr txBox="1">
            <a:spLocks/>
          </p:cNvSpPr>
          <p:nvPr/>
        </p:nvSpPr>
        <p:spPr bwMode="auto">
          <a:xfrm>
            <a:off x="5940152" y="2276872"/>
            <a:ext cx="1368152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End one iteration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7DA4AAB-1206-4616-B165-C69A8E8324F7}"/>
              </a:ext>
            </a:extLst>
          </p:cNvPr>
          <p:cNvSpPr/>
          <p:nvPr/>
        </p:nvSpPr>
        <p:spPr>
          <a:xfrm>
            <a:off x="6051510" y="2503782"/>
            <a:ext cx="1167759" cy="5680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evaluation hash ACC in memory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90D16142-D034-4161-9F74-C10B081EE1A1}"/>
              </a:ext>
            </a:extLst>
          </p:cNvPr>
          <p:cNvSpPr/>
          <p:nvPr/>
        </p:nvSpPr>
        <p:spPr>
          <a:xfrm>
            <a:off x="7596336" y="2857393"/>
            <a:ext cx="86409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Partial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순서도: 판단 26">
            <a:extLst>
              <a:ext uri="{FF2B5EF4-FFF2-40B4-BE49-F238E27FC236}">
                <a16:creationId xmlns:a16="http://schemas.microsoft.com/office/drawing/2014/main" id="{9384D9E4-1DB6-46D4-9E66-5BA2E5FD7136}"/>
              </a:ext>
            </a:extLst>
          </p:cNvPr>
          <p:cNvSpPr/>
          <p:nvPr/>
        </p:nvSpPr>
        <p:spPr>
          <a:xfrm>
            <a:off x="7436689" y="2390201"/>
            <a:ext cx="1167759" cy="31680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Mem overflow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ABB3475-C15B-4AE4-A07E-DE30F22563E2}"/>
              </a:ext>
            </a:extLst>
          </p:cNvPr>
          <p:cNvCxnSpPr>
            <a:cxnSpLocks/>
            <a:stCxn id="27" idx="2"/>
            <a:endCxn id="146" idx="0"/>
          </p:cNvCxnSpPr>
          <p:nvPr/>
        </p:nvCxnSpPr>
        <p:spPr>
          <a:xfrm>
            <a:off x="8020569" y="2707004"/>
            <a:ext cx="7815" cy="15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A6F08D6-6376-4BF3-9439-D63C8B7569E9}"/>
              </a:ext>
            </a:extLst>
          </p:cNvPr>
          <p:cNvSpPr/>
          <p:nvPr/>
        </p:nvSpPr>
        <p:spPr>
          <a:xfrm>
            <a:off x="4795419" y="5135023"/>
            <a:ext cx="3953046" cy="102854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82063AE-AEB3-46E5-A572-E3CE5F8A717E}"/>
              </a:ext>
            </a:extLst>
          </p:cNvPr>
          <p:cNvSpPr/>
          <p:nvPr/>
        </p:nvSpPr>
        <p:spPr>
          <a:xfrm>
            <a:off x="4867429" y="5354150"/>
            <a:ext cx="864096" cy="3791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Result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93F73B66-3619-4123-A26B-FF1CD4523DB2}"/>
              </a:ext>
            </a:extLst>
          </p:cNvPr>
          <p:cNvCxnSpPr>
            <a:cxnSpLocks/>
          </p:cNvCxnSpPr>
          <p:nvPr/>
        </p:nvCxnSpPr>
        <p:spPr>
          <a:xfrm>
            <a:off x="5731525" y="5570174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E0C2D20A-1CFA-48F1-8718-18290501A61E}"/>
              </a:ext>
            </a:extLst>
          </p:cNvPr>
          <p:cNvSpPr/>
          <p:nvPr/>
        </p:nvSpPr>
        <p:spPr>
          <a:xfrm>
            <a:off x="6091564" y="5354151"/>
            <a:ext cx="864096" cy="3971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sorted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0E73A7B3-E68C-4097-8711-AC37C4A6773D}"/>
              </a:ext>
            </a:extLst>
          </p:cNvPr>
          <p:cNvCxnSpPr>
            <a:cxnSpLocks/>
          </p:cNvCxnSpPr>
          <p:nvPr/>
        </p:nvCxnSpPr>
        <p:spPr>
          <a:xfrm>
            <a:off x="6955660" y="5567232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EED026F0-8DAF-4B42-9B01-725BCE0B1079}"/>
              </a:ext>
            </a:extLst>
          </p:cNvPr>
          <p:cNvSpPr/>
          <p:nvPr/>
        </p:nvSpPr>
        <p:spPr>
          <a:xfrm>
            <a:off x="7345174" y="5761536"/>
            <a:ext cx="1296145" cy="3391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Evaluation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ACC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DD403D7-C207-46CA-9A93-7D4DECDAD007}"/>
              </a:ext>
            </a:extLst>
          </p:cNvPr>
          <p:cNvSpPr/>
          <p:nvPr/>
        </p:nvSpPr>
        <p:spPr>
          <a:xfrm>
            <a:off x="6150534" y="6306735"/>
            <a:ext cx="1115280" cy="1982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Result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AA9A262A-B59E-4700-9DF0-392396A79301}"/>
              </a:ext>
            </a:extLst>
          </p:cNvPr>
          <p:cNvCxnSpPr>
            <a:cxnSpLocks/>
            <a:stCxn id="160" idx="2"/>
            <a:endCxn id="161" idx="0"/>
          </p:cNvCxnSpPr>
          <p:nvPr/>
        </p:nvCxnSpPr>
        <p:spPr>
          <a:xfrm rot="5400000">
            <a:off x="7247679" y="5561166"/>
            <a:ext cx="206065" cy="12850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50">
            <a:extLst>
              <a:ext uri="{FF2B5EF4-FFF2-40B4-BE49-F238E27FC236}">
                <a16:creationId xmlns:a16="http://schemas.microsoft.com/office/drawing/2014/main" id="{62D7595E-C6BE-409D-8B9E-05F028F34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1366" y="5341720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get</a:t>
            </a:r>
          </a:p>
        </p:txBody>
      </p:sp>
      <p:sp>
        <p:nvSpPr>
          <p:cNvPr id="164" name="Text Box 50">
            <a:extLst>
              <a:ext uri="{FF2B5EF4-FFF2-40B4-BE49-F238E27FC236}">
                <a16:creationId xmlns:a16="http://schemas.microsoft.com/office/drawing/2014/main" id="{91DDAC37-FC46-4582-9261-9B33D873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8127" y="5336346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put</a:t>
            </a:r>
          </a:p>
        </p:txBody>
      </p:sp>
      <p:sp>
        <p:nvSpPr>
          <p:cNvPr id="165" name="내용 개체 틀 4">
            <a:extLst>
              <a:ext uri="{FF2B5EF4-FFF2-40B4-BE49-F238E27FC236}">
                <a16:creationId xmlns:a16="http://schemas.microsoft.com/office/drawing/2014/main" id="{FDEF1356-0B0C-42E0-B25D-425D6DF7E018}"/>
              </a:ext>
            </a:extLst>
          </p:cNvPr>
          <p:cNvSpPr txBox="1">
            <a:spLocks/>
          </p:cNvSpPr>
          <p:nvPr/>
        </p:nvSpPr>
        <p:spPr bwMode="auto">
          <a:xfrm>
            <a:off x="4760260" y="5120322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SORT</a:t>
            </a:r>
            <a:endParaRPr kumimoji="0" lang="en-US" altLang="ko-KR" sz="1000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3A0BB69-85D5-4FBC-B55E-B5A128D7097E}"/>
              </a:ext>
            </a:extLst>
          </p:cNvPr>
          <p:cNvSpPr/>
          <p:nvPr/>
        </p:nvSpPr>
        <p:spPr>
          <a:xfrm>
            <a:off x="4860032" y="3717032"/>
            <a:ext cx="86409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Partial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FDA07B81-33B1-41CA-B029-0BCB1445DC6C}"/>
              </a:ext>
            </a:extLst>
          </p:cNvPr>
          <p:cNvSpPr/>
          <p:nvPr/>
        </p:nvSpPr>
        <p:spPr>
          <a:xfrm>
            <a:off x="6948264" y="3713487"/>
            <a:ext cx="864096" cy="2836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hash ACC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5A81454-5BE9-4BEB-88F0-8F2DD82764E6}"/>
              </a:ext>
            </a:extLst>
          </p:cNvPr>
          <p:cNvSpPr/>
          <p:nvPr/>
        </p:nvSpPr>
        <p:spPr>
          <a:xfrm>
            <a:off x="5868144" y="3717032"/>
            <a:ext cx="86409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Partial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0" name="Text Box 50">
            <a:extLst>
              <a:ext uri="{FF2B5EF4-FFF2-40B4-BE49-F238E27FC236}">
                <a16:creationId xmlns:a16="http://schemas.microsoft.com/office/drawing/2014/main" id="{4AC43D96-5232-41D8-87B6-2074670EC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1884" y="3717032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</a:t>
            </a:r>
          </a:p>
        </p:txBody>
      </p:sp>
      <p:sp>
        <p:nvSpPr>
          <p:cNvPr id="171" name="Text Box 50">
            <a:extLst>
              <a:ext uri="{FF2B5EF4-FFF2-40B4-BE49-F238E27FC236}">
                <a16:creationId xmlns:a16="http://schemas.microsoft.com/office/drawing/2014/main" id="{80F8B666-C3A4-45E0-B3A0-EA87285C0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8340" y="3738804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</a:p>
        </p:txBody>
      </p:sp>
      <p:sp>
        <p:nvSpPr>
          <p:cNvPr id="172" name="순서도: 판단 171">
            <a:extLst>
              <a:ext uri="{FF2B5EF4-FFF2-40B4-BE49-F238E27FC236}">
                <a16:creationId xmlns:a16="http://schemas.microsoft.com/office/drawing/2014/main" id="{EAFA79AA-4AFC-43DC-92E1-31EE71362171}"/>
              </a:ext>
            </a:extLst>
          </p:cNvPr>
          <p:cNvSpPr/>
          <p:nvPr/>
        </p:nvSpPr>
        <p:spPr>
          <a:xfrm>
            <a:off x="7220225" y="4221088"/>
            <a:ext cx="951735" cy="31680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EQ ACC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FFEEF539-DE6E-4521-AD8A-DA215389829E}"/>
              </a:ext>
            </a:extLst>
          </p:cNvPr>
          <p:cNvSpPr/>
          <p:nvPr/>
        </p:nvSpPr>
        <p:spPr>
          <a:xfrm>
            <a:off x="6789941" y="4710396"/>
            <a:ext cx="858013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Sorted partial list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C33EB4A9-4FB7-4051-A298-3B20CC57D833}"/>
              </a:ext>
            </a:extLst>
          </p:cNvPr>
          <p:cNvSpPr/>
          <p:nvPr/>
        </p:nvSpPr>
        <p:spPr>
          <a:xfrm>
            <a:off x="7838833" y="4704917"/>
            <a:ext cx="76458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 to ACC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93" name="연결선: 꺾임 192">
            <a:extLst>
              <a:ext uri="{FF2B5EF4-FFF2-40B4-BE49-F238E27FC236}">
                <a16:creationId xmlns:a16="http://schemas.microsoft.com/office/drawing/2014/main" id="{BD2173C0-DEDB-46D3-A3A2-975C107E4ADA}"/>
              </a:ext>
            </a:extLst>
          </p:cNvPr>
          <p:cNvCxnSpPr>
            <a:cxnSpLocks/>
            <a:stCxn id="172" idx="2"/>
            <a:endCxn id="177" idx="0"/>
          </p:cNvCxnSpPr>
          <p:nvPr/>
        </p:nvCxnSpPr>
        <p:spPr>
          <a:xfrm rot="5400000">
            <a:off x="7371269" y="4385571"/>
            <a:ext cx="172505" cy="4771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연결선: 꺾임 195">
            <a:extLst>
              <a:ext uri="{FF2B5EF4-FFF2-40B4-BE49-F238E27FC236}">
                <a16:creationId xmlns:a16="http://schemas.microsoft.com/office/drawing/2014/main" id="{7549FCF7-2D70-415D-B7EC-1B2DB3C42F4B}"/>
              </a:ext>
            </a:extLst>
          </p:cNvPr>
          <p:cNvCxnSpPr>
            <a:cxnSpLocks/>
            <a:stCxn id="172" idx="3"/>
            <a:endCxn id="190" idx="0"/>
          </p:cNvCxnSpPr>
          <p:nvPr/>
        </p:nvCxnSpPr>
        <p:spPr>
          <a:xfrm>
            <a:off x="8171960" y="4379490"/>
            <a:ext cx="49166" cy="3254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 Box 50">
            <a:extLst>
              <a:ext uri="{FF2B5EF4-FFF2-40B4-BE49-F238E27FC236}">
                <a16:creationId xmlns:a16="http://schemas.microsoft.com/office/drawing/2014/main" id="{B107FE2A-2953-4546-9DAB-09CF06F87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8909" y="4447908"/>
            <a:ext cx="36551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</a:p>
        </p:txBody>
      </p:sp>
      <p:sp>
        <p:nvSpPr>
          <p:cNvPr id="203" name="Text Box 50">
            <a:extLst>
              <a:ext uri="{FF2B5EF4-FFF2-40B4-BE49-F238E27FC236}">
                <a16:creationId xmlns:a16="http://schemas.microsoft.com/office/drawing/2014/main" id="{5980C959-A98F-4AF3-BDFB-4F1BF60C8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6925" y="4415570"/>
            <a:ext cx="36551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5A0509A7-085D-41DC-B327-BDD73F9442C1}"/>
              </a:ext>
            </a:extLst>
          </p:cNvPr>
          <p:cNvSpPr/>
          <p:nvPr/>
        </p:nvSpPr>
        <p:spPr>
          <a:xfrm>
            <a:off x="7345173" y="5264100"/>
            <a:ext cx="1296145" cy="3971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Replace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Hash ACC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207" name="연결선: 꺾임 206">
            <a:extLst>
              <a:ext uri="{FF2B5EF4-FFF2-40B4-BE49-F238E27FC236}">
                <a16:creationId xmlns:a16="http://schemas.microsoft.com/office/drawing/2014/main" id="{4C2309D1-35FB-4294-9B65-A584A2FC08D6}"/>
              </a:ext>
            </a:extLst>
          </p:cNvPr>
          <p:cNvCxnSpPr>
            <a:cxnSpLocks/>
            <a:stCxn id="205" idx="2"/>
            <a:endCxn id="160" idx="0"/>
          </p:cNvCxnSpPr>
          <p:nvPr/>
        </p:nvCxnSpPr>
        <p:spPr>
          <a:xfrm rot="16200000" flipH="1">
            <a:off x="7943102" y="5711391"/>
            <a:ext cx="10028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연결선: 꺾임 217">
            <a:extLst>
              <a:ext uri="{FF2B5EF4-FFF2-40B4-BE49-F238E27FC236}">
                <a16:creationId xmlns:a16="http://schemas.microsoft.com/office/drawing/2014/main" id="{119A11FA-D4FD-46E8-A698-A9ACAA39F7E2}"/>
              </a:ext>
            </a:extLst>
          </p:cNvPr>
          <p:cNvCxnSpPr>
            <a:cxnSpLocks/>
            <a:stCxn id="177" idx="2"/>
            <a:endCxn id="205" idx="0"/>
          </p:cNvCxnSpPr>
          <p:nvPr/>
        </p:nvCxnSpPr>
        <p:spPr>
          <a:xfrm rot="16200000" flipH="1">
            <a:off x="7469276" y="4740129"/>
            <a:ext cx="273643" cy="774298"/>
          </a:xfrm>
          <a:prstGeom prst="bentConnector3">
            <a:avLst>
              <a:gd name="adj1" fmla="val 176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531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FA46A8B9-8A29-41B5-9DD3-BB636239C047}"/>
              </a:ext>
            </a:extLst>
          </p:cNvPr>
          <p:cNvSpPr/>
          <p:nvPr/>
        </p:nvSpPr>
        <p:spPr>
          <a:xfrm>
            <a:off x="395537" y="2105431"/>
            <a:ext cx="7272808" cy="1009798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6484351-331D-4968-8FCC-12163D804A48}"/>
              </a:ext>
            </a:extLst>
          </p:cNvPr>
          <p:cNvSpPr/>
          <p:nvPr/>
        </p:nvSpPr>
        <p:spPr>
          <a:xfrm>
            <a:off x="1691680" y="2165414"/>
            <a:ext cx="5904656" cy="85603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GROUP</a:t>
            </a:r>
            <a:r>
              <a:rPr lang="ko-KR" altLang="en-US" dirty="0"/>
              <a:t> </a:t>
            </a:r>
            <a:r>
              <a:rPr lang="en-US" altLang="ko-KR" dirty="0"/>
              <a:t>BY</a:t>
            </a:r>
            <a:r>
              <a:rPr lang="ko-KR" altLang="en-US" dirty="0"/>
              <a:t> </a:t>
            </a:r>
            <a:r>
              <a:rPr lang="en-US" altLang="ko-KR" dirty="0"/>
              <a:t>processing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942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dirty="0"/>
              <a:t>Mainly used functions</a:t>
            </a: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776165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내용 개체 틀 4">
            <a:extLst>
              <a:ext uri="{FF2B5EF4-FFF2-40B4-BE49-F238E27FC236}">
                <a16:creationId xmlns:a16="http://schemas.microsoft.com/office/drawing/2014/main" id="{6E497FE8-ACB2-4270-AE46-10B163AEEAD0}"/>
              </a:ext>
            </a:extLst>
          </p:cNvPr>
          <p:cNvSpPr txBox="1">
            <a:spLocks/>
          </p:cNvSpPr>
          <p:nvPr/>
        </p:nvSpPr>
        <p:spPr bwMode="auto">
          <a:xfrm>
            <a:off x="395549" y="1412776"/>
            <a:ext cx="1656171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group by 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5956407C-33AF-4CFF-96B9-2A8A2BF04538}"/>
              </a:ext>
            </a:extLst>
          </p:cNvPr>
          <p:cNvSpPr/>
          <p:nvPr/>
        </p:nvSpPr>
        <p:spPr>
          <a:xfrm>
            <a:off x="384691" y="3344964"/>
            <a:ext cx="7283654" cy="3124035"/>
          </a:xfrm>
          <a:prstGeom prst="rect">
            <a:avLst/>
          </a:prstGeom>
          <a:gradFill>
            <a:gsLst>
              <a:gs pos="71000">
                <a:schemeClr val="bg1">
                  <a:lumMod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99000">
                <a:schemeClr val="bg1">
                  <a:lumMod val="8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29A88D42-D0AF-4EF9-92CA-C682BC9F9AF2}"/>
              </a:ext>
            </a:extLst>
          </p:cNvPr>
          <p:cNvSpPr/>
          <p:nvPr/>
        </p:nvSpPr>
        <p:spPr>
          <a:xfrm>
            <a:off x="467542" y="3970547"/>
            <a:ext cx="7128793" cy="970521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25" name="내용 개체 틀 4">
            <a:extLst>
              <a:ext uri="{FF2B5EF4-FFF2-40B4-BE49-F238E27FC236}">
                <a16:creationId xmlns:a16="http://schemas.microsoft.com/office/drawing/2014/main" id="{FEF3F1AF-1EBC-4523-9E3B-938E194E77C9}"/>
              </a:ext>
            </a:extLst>
          </p:cNvPr>
          <p:cNvSpPr txBox="1">
            <a:spLocks/>
          </p:cNvSpPr>
          <p:nvPr/>
        </p:nvSpPr>
        <p:spPr bwMode="auto">
          <a:xfrm>
            <a:off x="384691" y="1844824"/>
            <a:ext cx="2746647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Processing ( </a:t>
            </a:r>
            <a:r>
              <a:rPr kumimoji="0" lang="en-US" altLang="ko-KR" sz="1000" b="1" dirty="0" err="1"/>
              <a:t>qexec_execute_mainblock</a:t>
            </a:r>
            <a:r>
              <a:rPr kumimoji="0" lang="en-US" altLang="ko-KR" sz="1000" b="1" dirty="0"/>
              <a:t> () )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26" name="내용 개체 틀 4">
            <a:extLst>
              <a:ext uri="{FF2B5EF4-FFF2-40B4-BE49-F238E27FC236}">
                <a16:creationId xmlns:a16="http://schemas.microsoft.com/office/drawing/2014/main" id="{F4C21D66-D465-4C65-9223-83DC2B52DBC3}"/>
              </a:ext>
            </a:extLst>
          </p:cNvPr>
          <p:cNvSpPr txBox="1">
            <a:spLocks/>
          </p:cNvSpPr>
          <p:nvPr/>
        </p:nvSpPr>
        <p:spPr bwMode="auto">
          <a:xfrm>
            <a:off x="323570" y="3115229"/>
            <a:ext cx="3312326" cy="27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Post-processing ( </a:t>
            </a:r>
            <a:r>
              <a:rPr kumimoji="0" lang="en-US" altLang="ko-KR" sz="1000" b="1" dirty="0" err="1"/>
              <a:t>qexec_execute_mainblock</a:t>
            </a:r>
            <a:r>
              <a:rPr kumimoji="0" lang="en-US" altLang="ko-KR" sz="1000" b="1" dirty="0"/>
              <a:t> () ) 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0D1CD684-3F63-4057-A10F-CA091328EBA7}"/>
              </a:ext>
            </a:extLst>
          </p:cNvPr>
          <p:cNvSpPr/>
          <p:nvPr/>
        </p:nvSpPr>
        <p:spPr>
          <a:xfrm>
            <a:off x="539552" y="2291208"/>
            <a:ext cx="720033" cy="5942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Scan node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DE52B7E-4D1C-4E8F-B0CC-164EA6104491}"/>
              </a:ext>
            </a:extLst>
          </p:cNvPr>
          <p:cNvSpPr/>
          <p:nvPr/>
        </p:nvSpPr>
        <p:spPr>
          <a:xfrm>
            <a:off x="539595" y="4166784"/>
            <a:ext cx="864096" cy="702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partial list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2049EB34-2673-4FF6-ADE9-6D0E679F371B}"/>
              </a:ext>
            </a:extLst>
          </p:cNvPr>
          <p:cNvCxnSpPr>
            <a:cxnSpLocks/>
          </p:cNvCxnSpPr>
          <p:nvPr/>
        </p:nvCxnSpPr>
        <p:spPr>
          <a:xfrm>
            <a:off x="1403691" y="4382808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E9FB8F5-E26F-4022-99F1-38FF2CBF3D79}"/>
              </a:ext>
            </a:extLst>
          </p:cNvPr>
          <p:cNvSpPr/>
          <p:nvPr/>
        </p:nvSpPr>
        <p:spPr>
          <a:xfrm>
            <a:off x="1763730" y="4094781"/>
            <a:ext cx="548113" cy="7700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sorted list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1" name="내용 개체 틀 4">
            <a:extLst>
              <a:ext uri="{FF2B5EF4-FFF2-40B4-BE49-F238E27FC236}">
                <a16:creationId xmlns:a16="http://schemas.microsoft.com/office/drawing/2014/main" id="{F8173851-A50D-4978-B64C-79C7E5AF6331}"/>
              </a:ext>
            </a:extLst>
          </p:cNvPr>
          <p:cNvSpPr txBox="1">
            <a:spLocks/>
          </p:cNvSpPr>
          <p:nvPr/>
        </p:nvSpPr>
        <p:spPr bwMode="auto">
          <a:xfrm>
            <a:off x="334456" y="3309481"/>
            <a:ext cx="3157419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Group by-processing (</a:t>
            </a:r>
            <a:r>
              <a:rPr kumimoji="0" lang="en-US" altLang="ko-KR" sz="1000" b="1" dirty="0" err="1"/>
              <a:t>qexec_groupby</a:t>
            </a:r>
            <a:r>
              <a:rPr kumimoji="0" lang="en-US" altLang="ko-KR" sz="1000" b="1" dirty="0"/>
              <a:t>() 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6F303630-F791-471C-85FB-7E102416E370}"/>
              </a:ext>
            </a:extLst>
          </p:cNvPr>
          <p:cNvCxnSpPr>
            <a:cxnSpLocks/>
            <a:endCxn id="172" idx="1"/>
          </p:cNvCxnSpPr>
          <p:nvPr/>
        </p:nvCxnSpPr>
        <p:spPr>
          <a:xfrm flipV="1">
            <a:off x="2283269" y="4235374"/>
            <a:ext cx="616476" cy="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 Box 50">
            <a:extLst>
              <a:ext uri="{FF2B5EF4-FFF2-40B4-BE49-F238E27FC236}">
                <a16:creationId xmlns:a16="http://schemas.microsoft.com/office/drawing/2014/main" id="{B6FE3E06-A97E-4DFD-9609-5E2EC420C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532" y="4154354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get</a:t>
            </a:r>
          </a:p>
        </p:txBody>
      </p:sp>
      <p:sp>
        <p:nvSpPr>
          <p:cNvPr id="137" name="Text Box 50">
            <a:extLst>
              <a:ext uri="{FF2B5EF4-FFF2-40B4-BE49-F238E27FC236}">
                <a16:creationId xmlns:a16="http://schemas.microsoft.com/office/drawing/2014/main" id="{4001E03E-76B1-4F64-9BC7-A35719DAD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4004964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put</a:t>
            </a:r>
          </a:p>
        </p:txBody>
      </p:sp>
      <p:sp>
        <p:nvSpPr>
          <p:cNvPr id="138" name="내용 개체 틀 4">
            <a:extLst>
              <a:ext uri="{FF2B5EF4-FFF2-40B4-BE49-F238E27FC236}">
                <a16:creationId xmlns:a16="http://schemas.microsoft.com/office/drawing/2014/main" id="{B5A8285F-CD7C-4B45-871F-1EF840D611F4}"/>
              </a:ext>
            </a:extLst>
          </p:cNvPr>
          <p:cNvSpPr txBox="1">
            <a:spLocks/>
          </p:cNvSpPr>
          <p:nvPr/>
        </p:nvSpPr>
        <p:spPr bwMode="auto">
          <a:xfrm>
            <a:off x="432426" y="3932956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SORT (</a:t>
            </a:r>
            <a:r>
              <a:rPr kumimoji="0" lang="en-US" altLang="ko-KR" sz="1000" b="1" dirty="0" err="1"/>
              <a:t>sort_listfile</a:t>
            </a:r>
            <a:r>
              <a:rPr kumimoji="0" lang="en-US" altLang="ko-KR" sz="1000" b="1" dirty="0"/>
              <a:t>() )</a:t>
            </a:r>
            <a:endParaRPr kumimoji="0" lang="en-US" altLang="ko-KR" sz="1000" dirty="0"/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519EED41-BF6E-43C2-BE7C-106B7E940D55}"/>
              </a:ext>
            </a:extLst>
          </p:cNvPr>
          <p:cNvCxnSpPr>
            <a:cxnSpLocks/>
            <a:stCxn id="127" idx="3"/>
            <a:endCxn id="141" idx="1"/>
          </p:cNvCxnSpPr>
          <p:nvPr/>
        </p:nvCxnSpPr>
        <p:spPr>
          <a:xfrm>
            <a:off x="1259585" y="2588351"/>
            <a:ext cx="432095" cy="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 Box 50">
            <a:extLst>
              <a:ext uri="{FF2B5EF4-FFF2-40B4-BE49-F238E27FC236}">
                <a16:creationId xmlns:a16="http://schemas.microsoft.com/office/drawing/2014/main" id="{45D5DDD8-D97A-4248-A1BA-00E1E0CC7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284" y="2390591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1row</a:t>
            </a:r>
          </a:p>
        </p:txBody>
      </p:sp>
      <p:sp>
        <p:nvSpPr>
          <p:cNvPr id="143" name="내용 개체 틀 4">
            <a:extLst>
              <a:ext uri="{FF2B5EF4-FFF2-40B4-BE49-F238E27FC236}">
                <a16:creationId xmlns:a16="http://schemas.microsoft.com/office/drawing/2014/main" id="{58920A5C-2317-4078-BB4C-653E876F70D5}"/>
              </a:ext>
            </a:extLst>
          </p:cNvPr>
          <p:cNvSpPr txBox="1">
            <a:spLocks/>
          </p:cNvSpPr>
          <p:nvPr/>
        </p:nvSpPr>
        <p:spPr bwMode="auto">
          <a:xfrm>
            <a:off x="5491943" y="2265096"/>
            <a:ext cx="2057502" cy="779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End one iteration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dirty="0" err="1"/>
              <a:t>qexec_end_one_iteration</a:t>
            </a:r>
            <a:r>
              <a:rPr kumimoji="0" lang="en-US" altLang="ko-KR" sz="1000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dirty="0"/>
              <a:t>    </a:t>
            </a:r>
            <a:r>
              <a:rPr lang="en-US" altLang="ko-KR" sz="1000" dirty="0" err="1"/>
              <a:t>qexec_hash_gby_agg_tuple</a:t>
            </a:r>
            <a:r>
              <a:rPr lang="en-US" altLang="ko-KR" sz="1000" dirty="0"/>
              <a:t>()</a:t>
            </a:r>
            <a:endParaRPr kumimoji="0" lang="en-US" altLang="ko-KR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A6F08D6-6376-4BF3-9439-D63C8B7569E9}"/>
              </a:ext>
            </a:extLst>
          </p:cNvPr>
          <p:cNvSpPr/>
          <p:nvPr/>
        </p:nvSpPr>
        <p:spPr>
          <a:xfrm>
            <a:off x="474939" y="4990907"/>
            <a:ext cx="7128792" cy="102854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82063AE-AEB3-46E5-A572-E3CE5F8A717E}"/>
              </a:ext>
            </a:extLst>
          </p:cNvPr>
          <p:cNvSpPr/>
          <p:nvPr/>
        </p:nvSpPr>
        <p:spPr>
          <a:xfrm>
            <a:off x="546949" y="5210034"/>
            <a:ext cx="864096" cy="3791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Result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93F73B66-3619-4123-A26B-FF1CD4523DB2}"/>
              </a:ext>
            </a:extLst>
          </p:cNvPr>
          <p:cNvCxnSpPr>
            <a:cxnSpLocks/>
          </p:cNvCxnSpPr>
          <p:nvPr/>
        </p:nvCxnSpPr>
        <p:spPr>
          <a:xfrm>
            <a:off x="1411045" y="5426058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E0C2D20A-1CFA-48F1-8718-18290501A61E}"/>
              </a:ext>
            </a:extLst>
          </p:cNvPr>
          <p:cNvSpPr/>
          <p:nvPr/>
        </p:nvSpPr>
        <p:spPr>
          <a:xfrm>
            <a:off x="1771084" y="5210035"/>
            <a:ext cx="864096" cy="3971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sorted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0E73A7B3-E68C-4097-8711-AC37C4A6773D}"/>
              </a:ext>
            </a:extLst>
          </p:cNvPr>
          <p:cNvCxnSpPr>
            <a:cxnSpLocks/>
          </p:cNvCxnSpPr>
          <p:nvPr/>
        </p:nvCxnSpPr>
        <p:spPr>
          <a:xfrm>
            <a:off x="2635180" y="5423116"/>
            <a:ext cx="360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EED026F0-8DAF-4B42-9B01-725BCE0B1079}"/>
              </a:ext>
            </a:extLst>
          </p:cNvPr>
          <p:cNvSpPr/>
          <p:nvPr/>
        </p:nvSpPr>
        <p:spPr>
          <a:xfrm>
            <a:off x="3024694" y="5617420"/>
            <a:ext cx="1296145" cy="3391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Evaluation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ACC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DD403D7-C207-46CA-9A93-7D4DECDAD007}"/>
              </a:ext>
            </a:extLst>
          </p:cNvPr>
          <p:cNvSpPr/>
          <p:nvPr/>
        </p:nvSpPr>
        <p:spPr>
          <a:xfrm>
            <a:off x="1830054" y="6162619"/>
            <a:ext cx="1115280" cy="1982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Result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62" name="연결선: 꺾임 161">
            <a:extLst>
              <a:ext uri="{FF2B5EF4-FFF2-40B4-BE49-F238E27FC236}">
                <a16:creationId xmlns:a16="http://schemas.microsoft.com/office/drawing/2014/main" id="{AA9A262A-B59E-4700-9DF0-392396A79301}"/>
              </a:ext>
            </a:extLst>
          </p:cNvPr>
          <p:cNvCxnSpPr>
            <a:cxnSpLocks/>
            <a:stCxn id="160" idx="2"/>
            <a:endCxn id="161" idx="0"/>
          </p:cNvCxnSpPr>
          <p:nvPr/>
        </p:nvCxnSpPr>
        <p:spPr>
          <a:xfrm rot="5400000">
            <a:off x="2927199" y="5417050"/>
            <a:ext cx="206065" cy="12850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50">
            <a:extLst>
              <a:ext uri="{FF2B5EF4-FFF2-40B4-BE49-F238E27FC236}">
                <a16:creationId xmlns:a16="http://schemas.microsoft.com/office/drawing/2014/main" id="{62D7595E-C6BE-409D-8B9E-05F028F34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886" y="5197604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get</a:t>
            </a:r>
          </a:p>
        </p:txBody>
      </p:sp>
      <p:sp>
        <p:nvSpPr>
          <p:cNvPr id="164" name="Text Box 50">
            <a:extLst>
              <a:ext uri="{FF2B5EF4-FFF2-40B4-BE49-F238E27FC236}">
                <a16:creationId xmlns:a16="http://schemas.microsoft.com/office/drawing/2014/main" id="{91DDAC37-FC46-4582-9261-9B33D873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7647" y="5192230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put</a:t>
            </a:r>
          </a:p>
        </p:txBody>
      </p:sp>
      <p:sp>
        <p:nvSpPr>
          <p:cNvPr id="165" name="내용 개체 틀 4">
            <a:extLst>
              <a:ext uri="{FF2B5EF4-FFF2-40B4-BE49-F238E27FC236}">
                <a16:creationId xmlns:a16="http://schemas.microsoft.com/office/drawing/2014/main" id="{FDEF1356-0B0C-42E0-B25D-425D6DF7E018}"/>
              </a:ext>
            </a:extLst>
          </p:cNvPr>
          <p:cNvSpPr txBox="1">
            <a:spLocks/>
          </p:cNvSpPr>
          <p:nvPr/>
        </p:nvSpPr>
        <p:spPr bwMode="auto">
          <a:xfrm>
            <a:off x="439780" y="4976206"/>
            <a:ext cx="1523033" cy="2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SORT (</a:t>
            </a:r>
            <a:r>
              <a:rPr kumimoji="0" lang="en-US" altLang="ko-KR" sz="1000" b="1" dirty="0" err="1"/>
              <a:t>sort_listfile</a:t>
            </a:r>
            <a:r>
              <a:rPr kumimoji="0" lang="en-US" altLang="ko-KR" sz="1000" b="1" dirty="0"/>
              <a:t> () )</a:t>
            </a:r>
            <a:endParaRPr kumimoji="0" lang="en-US" altLang="ko-KR" sz="1000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3A0BB69-85D5-4FBC-B55E-B5A128D7097E}"/>
              </a:ext>
            </a:extLst>
          </p:cNvPr>
          <p:cNvSpPr/>
          <p:nvPr/>
        </p:nvSpPr>
        <p:spPr>
          <a:xfrm>
            <a:off x="539552" y="3572916"/>
            <a:ext cx="86409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Partial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FDA07B81-33B1-41CA-B029-0BCB1445DC6C}"/>
              </a:ext>
            </a:extLst>
          </p:cNvPr>
          <p:cNvSpPr/>
          <p:nvPr/>
        </p:nvSpPr>
        <p:spPr>
          <a:xfrm>
            <a:off x="2627784" y="3569371"/>
            <a:ext cx="864096" cy="2836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hash ACC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25A81454-5BE9-4BEB-88F0-8F2DD82764E6}"/>
              </a:ext>
            </a:extLst>
          </p:cNvPr>
          <p:cNvSpPr/>
          <p:nvPr/>
        </p:nvSpPr>
        <p:spPr>
          <a:xfrm>
            <a:off x="1547664" y="3572916"/>
            <a:ext cx="86409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Partial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70" name="Text Box 50">
            <a:extLst>
              <a:ext uri="{FF2B5EF4-FFF2-40B4-BE49-F238E27FC236}">
                <a16:creationId xmlns:a16="http://schemas.microsoft.com/office/drawing/2014/main" id="{4AC43D96-5232-41D8-87B6-2074670EC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404" y="3572916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</a:t>
            </a:r>
          </a:p>
        </p:txBody>
      </p:sp>
      <p:sp>
        <p:nvSpPr>
          <p:cNvPr id="171" name="Text Box 50">
            <a:extLst>
              <a:ext uri="{FF2B5EF4-FFF2-40B4-BE49-F238E27FC236}">
                <a16:creationId xmlns:a16="http://schemas.microsoft.com/office/drawing/2014/main" id="{80F8B666-C3A4-45E0-B3A0-EA87285C0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860" y="3594688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</a:p>
        </p:txBody>
      </p:sp>
      <p:sp>
        <p:nvSpPr>
          <p:cNvPr id="172" name="순서도: 판단 171">
            <a:extLst>
              <a:ext uri="{FF2B5EF4-FFF2-40B4-BE49-F238E27FC236}">
                <a16:creationId xmlns:a16="http://schemas.microsoft.com/office/drawing/2014/main" id="{EAFA79AA-4AFC-43DC-92E1-31EE71362171}"/>
              </a:ext>
            </a:extLst>
          </p:cNvPr>
          <p:cNvSpPr/>
          <p:nvPr/>
        </p:nvSpPr>
        <p:spPr>
          <a:xfrm>
            <a:off x="2899745" y="4076972"/>
            <a:ext cx="951735" cy="31680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EQ ACC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FFEEF539-DE6E-4521-AD8A-DA215389829E}"/>
              </a:ext>
            </a:extLst>
          </p:cNvPr>
          <p:cNvSpPr/>
          <p:nvPr/>
        </p:nvSpPr>
        <p:spPr>
          <a:xfrm>
            <a:off x="2469461" y="4566280"/>
            <a:ext cx="858013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Sorted partial list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C33EB4A9-4FB7-4051-A298-3B20CC57D833}"/>
              </a:ext>
            </a:extLst>
          </p:cNvPr>
          <p:cNvSpPr/>
          <p:nvPr/>
        </p:nvSpPr>
        <p:spPr>
          <a:xfrm>
            <a:off x="3518353" y="4560801"/>
            <a:ext cx="76458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ACC to ACC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93" name="연결선: 꺾임 192">
            <a:extLst>
              <a:ext uri="{FF2B5EF4-FFF2-40B4-BE49-F238E27FC236}">
                <a16:creationId xmlns:a16="http://schemas.microsoft.com/office/drawing/2014/main" id="{BD2173C0-DEDB-46D3-A3A2-975C107E4ADA}"/>
              </a:ext>
            </a:extLst>
          </p:cNvPr>
          <p:cNvCxnSpPr>
            <a:cxnSpLocks/>
            <a:stCxn id="172" idx="2"/>
            <a:endCxn id="177" idx="0"/>
          </p:cNvCxnSpPr>
          <p:nvPr/>
        </p:nvCxnSpPr>
        <p:spPr>
          <a:xfrm rot="5400000">
            <a:off x="3050789" y="4241455"/>
            <a:ext cx="172505" cy="4771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연결선: 꺾임 195">
            <a:extLst>
              <a:ext uri="{FF2B5EF4-FFF2-40B4-BE49-F238E27FC236}">
                <a16:creationId xmlns:a16="http://schemas.microsoft.com/office/drawing/2014/main" id="{7549FCF7-2D70-415D-B7EC-1B2DB3C42F4B}"/>
              </a:ext>
            </a:extLst>
          </p:cNvPr>
          <p:cNvCxnSpPr>
            <a:cxnSpLocks/>
            <a:stCxn id="172" idx="3"/>
            <a:endCxn id="190" idx="0"/>
          </p:cNvCxnSpPr>
          <p:nvPr/>
        </p:nvCxnSpPr>
        <p:spPr>
          <a:xfrm>
            <a:off x="3851480" y="4235374"/>
            <a:ext cx="49166" cy="3254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Text Box 50">
            <a:extLst>
              <a:ext uri="{FF2B5EF4-FFF2-40B4-BE49-F238E27FC236}">
                <a16:creationId xmlns:a16="http://schemas.microsoft.com/office/drawing/2014/main" id="{B107FE2A-2953-4546-9DAB-09CF06F87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8429" y="4303792"/>
            <a:ext cx="36551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no</a:t>
            </a:r>
          </a:p>
        </p:txBody>
      </p:sp>
      <p:sp>
        <p:nvSpPr>
          <p:cNvPr id="203" name="Text Box 50">
            <a:extLst>
              <a:ext uri="{FF2B5EF4-FFF2-40B4-BE49-F238E27FC236}">
                <a16:creationId xmlns:a16="http://schemas.microsoft.com/office/drawing/2014/main" id="{5980C959-A98F-4AF3-BDFB-4F1BF60C8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6445" y="4271454"/>
            <a:ext cx="36551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yes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5A0509A7-085D-41DC-B327-BDD73F9442C1}"/>
              </a:ext>
            </a:extLst>
          </p:cNvPr>
          <p:cNvSpPr/>
          <p:nvPr/>
        </p:nvSpPr>
        <p:spPr>
          <a:xfrm>
            <a:off x="3024693" y="5119984"/>
            <a:ext cx="1296145" cy="3971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Replace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Hash ACC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207" name="연결선: 꺾임 206">
            <a:extLst>
              <a:ext uri="{FF2B5EF4-FFF2-40B4-BE49-F238E27FC236}">
                <a16:creationId xmlns:a16="http://schemas.microsoft.com/office/drawing/2014/main" id="{4C2309D1-35FB-4294-9B65-A584A2FC08D6}"/>
              </a:ext>
            </a:extLst>
          </p:cNvPr>
          <p:cNvCxnSpPr>
            <a:cxnSpLocks/>
            <a:stCxn id="205" idx="2"/>
            <a:endCxn id="160" idx="0"/>
          </p:cNvCxnSpPr>
          <p:nvPr/>
        </p:nvCxnSpPr>
        <p:spPr>
          <a:xfrm rot="16200000" flipH="1">
            <a:off x="3622622" y="5567275"/>
            <a:ext cx="100288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연결선: 꺾임 217">
            <a:extLst>
              <a:ext uri="{FF2B5EF4-FFF2-40B4-BE49-F238E27FC236}">
                <a16:creationId xmlns:a16="http://schemas.microsoft.com/office/drawing/2014/main" id="{119A11FA-D4FD-46E8-A698-A9ACAA39F7E2}"/>
              </a:ext>
            </a:extLst>
          </p:cNvPr>
          <p:cNvCxnSpPr>
            <a:cxnSpLocks/>
            <a:stCxn id="177" idx="2"/>
            <a:endCxn id="205" idx="0"/>
          </p:cNvCxnSpPr>
          <p:nvPr/>
        </p:nvCxnSpPr>
        <p:spPr>
          <a:xfrm rot="16200000" flipH="1">
            <a:off x="3148796" y="4596013"/>
            <a:ext cx="273643" cy="774298"/>
          </a:xfrm>
          <a:prstGeom prst="bentConnector3">
            <a:avLst>
              <a:gd name="adj1" fmla="val 176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D7AF2C-EF8D-4B89-A696-B938C365A812}"/>
              </a:ext>
            </a:extLst>
          </p:cNvPr>
          <p:cNvSpPr/>
          <p:nvPr/>
        </p:nvSpPr>
        <p:spPr>
          <a:xfrm>
            <a:off x="1717333" y="2313562"/>
            <a:ext cx="720033" cy="5942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Scan node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46324A2D-B8E1-4ACC-B344-896F0172C9E9}"/>
              </a:ext>
            </a:extLst>
          </p:cNvPr>
          <p:cNvCxnSpPr>
            <a:cxnSpLocks/>
            <a:stCxn id="82" idx="3"/>
            <a:endCxn id="84" idx="1"/>
          </p:cNvCxnSpPr>
          <p:nvPr/>
        </p:nvCxnSpPr>
        <p:spPr>
          <a:xfrm flipV="1">
            <a:off x="4076570" y="2426841"/>
            <a:ext cx="217420" cy="2392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6D4F4BDC-E588-4D42-93B0-BBEC93ED5411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2437366" y="2610705"/>
            <a:ext cx="432095" cy="5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Box 50">
            <a:extLst>
              <a:ext uri="{FF2B5EF4-FFF2-40B4-BE49-F238E27FC236}">
                <a16:creationId xmlns:a16="http://schemas.microsoft.com/office/drawing/2014/main" id="{3C7E88EC-9B51-4899-9CB0-D15885E7C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065" y="2412945"/>
            <a:ext cx="4903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kumimoji="0"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1row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79EC468-1116-4792-82B7-CA218937F61E}"/>
              </a:ext>
            </a:extLst>
          </p:cNvPr>
          <p:cNvSpPr/>
          <p:nvPr/>
        </p:nvSpPr>
        <p:spPr>
          <a:xfrm>
            <a:off x="2908811" y="2382020"/>
            <a:ext cx="1167759" cy="5680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evaluation hash ACC in memory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70D062D9-2235-4941-AF9F-6225328ED748}"/>
              </a:ext>
            </a:extLst>
          </p:cNvPr>
          <p:cNvSpPr/>
          <p:nvPr/>
        </p:nvSpPr>
        <p:spPr>
          <a:xfrm>
            <a:off x="4453637" y="2735631"/>
            <a:ext cx="864096" cy="2800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Partial list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4" name="순서도: 판단 83">
            <a:extLst>
              <a:ext uri="{FF2B5EF4-FFF2-40B4-BE49-F238E27FC236}">
                <a16:creationId xmlns:a16="http://schemas.microsoft.com/office/drawing/2014/main" id="{F9E8CC95-BF1A-4B89-ABA8-1196FD5A0233}"/>
              </a:ext>
            </a:extLst>
          </p:cNvPr>
          <p:cNvSpPr/>
          <p:nvPr/>
        </p:nvSpPr>
        <p:spPr>
          <a:xfrm>
            <a:off x="4293990" y="2268439"/>
            <a:ext cx="1167759" cy="31680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Mem overflow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EB08B692-354E-4310-95CE-9B93F46D4EB2}"/>
              </a:ext>
            </a:extLst>
          </p:cNvPr>
          <p:cNvCxnSpPr>
            <a:cxnSpLocks/>
            <a:stCxn id="84" idx="2"/>
            <a:endCxn id="83" idx="0"/>
          </p:cNvCxnSpPr>
          <p:nvPr/>
        </p:nvCxnSpPr>
        <p:spPr>
          <a:xfrm>
            <a:off x="4877870" y="2585242"/>
            <a:ext cx="7815" cy="150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내용 개체 틀 4">
            <a:extLst>
              <a:ext uri="{FF2B5EF4-FFF2-40B4-BE49-F238E27FC236}">
                <a16:creationId xmlns:a16="http://schemas.microsoft.com/office/drawing/2014/main" id="{DF4E9AED-7383-431E-8C84-D6BC228433BB}"/>
              </a:ext>
            </a:extLst>
          </p:cNvPr>
          <p:cNvSpPr txBox="1">
            <a:spLocks/>
          </p:cNvSpPr>
          <p:nvPr/>
        </p:nvSpPr>
        <p:spPr bwMode="auto">
          <a:xfrm>
            <a:off x="3518353" y="3577699"/>
            <a:ext cx="3157419" cy="46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 err="1"/>
              <a:t>qdata_save_agg_htable_to_list</a:t>
            </a:r>
            <a:r>
              <a:rPr kumimoji="0" lang="en-US" altLang="ko-KR" sz="1000" b="1" dirty="0"/>
              <a:t> ()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88" name="내용 개체 틀 4">
            <a:extLst>
              <a:ext uri="{FF2B5EF4-FFF2-40B4-BE49-F238E27FC236}">
                <a16:creationId xmlns:a16="http://schemas.microsoft.com/office/drawing/2014/main" id="{5AECE9EF-AC91-4F0C-B911-1DE8666A09A9}"/>
              </a:ext>
            </a:extLst>
          </p:cNvPr>
          <p:cNvSpPr txBox="1">
            <a:spLocks/>
          </p:cNvSpPr>
          <p:nvPr/>
        </p:nvSpPr>
        <p:spPr bwMode="auto">
          <a:xfrm>
            <a:off x="4355976" y="4005064"/>
            <a:ext cx="3157419" cy="85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get : </a:t>
            </a:r>
            <a:r>
              <a:rPr kumimoji="0" lang="en-US" altLang="ko-KR" sz="1000" b="1" dirty="0" err="1"/>
              <a:t>qexec_hash_gby_get_next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put : </a:t>
            </a:r>
            <a:r>
              <a:rPr kumimoji="0" lang="en-US" altLang="ko-KR" sz="1000" b="1" dirty="0" err="1"/>
              <a:t>qexec_hash_gby_put_next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endParaRPr kumimoji="0" lang="en-US" altLang="ko-KR" sz="1000" b="1" dirty="0"/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ACC to ACC : </a:t>
            </a:r>
            <a:r>
              <a:rPr lang="it-IT" altLang="ko-KR" sz="1000" dirty="0"/>
              <a:t>qdata_aggregate_accumulator_to_accumulator()</a:t>
            </a:r>
            <a:endParaRPr kumimoji="0" lang="en-US" altLang="ko-KR" sz="10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  <p:sp>
        <p:nvSpPr>
          <p:cNvPr id="89" name="내용 개체 틀 4">
            <a:extLst>
              <a:ext uri="{FF2B5EF4-FFF2-40B4-BE49-F238E27FC236}">
                <a16:creationId xmlns:a16="http://schemas.microsoft.com/office/drawing/2014/main" id="{008ED956-79CC-4285-A158-98F5D5FEE613}"/>
              </a:ext>
            </a:extLst>
          </p:cNvPr>
          <p:cNvSpPr txBox="1">
            <a:spLocks/>
          </p:cNvSpPr>
          <p:nvPr/>
        </p:nvSpPr>
        <p:spPr bwMode="auto">
          <a:xfrm>
            <a:off x="4358237" y="5028131"/>
            <a:ext cx="3157419" cy="107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get : </a:t>
            </a:r>
            <a:r>
              <a:rPr kumimoji="0" lang="en-US" altLang="ko-KR" sz="1000" b="1" dirty="0" err="1"/>
              <a:t>qexec_gby_get_next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put : </a:t>
            </a:r>
            <a:r>
              <a:rPr kumimoji="0" lang="en-US" altLang="ko-KR" sz="1000" b="1" dirty="0" err="1"/>
              <a:t>qexec_gby_put_next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Replace Hash ACC : </a:t>
            </a:r>
            <a:r>
              <a:rPr kumimoji="0" lang="en-US" altLang="ko-KR" sz="1000" b="1" dirty="0" err="1"/>
              <a:t>qdata_load_agg_hvalue_in_agg_list</a:t>
            </a:r>
            <a:r>
              <a:rPr kumimoji="0" lang="en-US" altLang="ko-KR" sz="1000" b="1" dirty="0"/>
              <a:t>()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000" b="1" dirty="0"/>
              <a:t>Evaluation ACC : </a:t>
            </a:r>
            <a:r>
              <a:rPr kumimoji="0" lang="en-US" altLang="ko-KR" sz="1000" b="1" dirty="0" err="1"/>
              <a:t>qdata_evaluate_aggregate_list</a:t>
            </a:r>
            <a:r>
              <a:rPr kumimoji="0" lang="en-US" altLang="ko-KR" sz="1000" b="1" dirty="0"/>
              <a:t> ()</a:t>
            </a:r>
            <a:endParaRPr kumimoji="0" lang="en-US" altLang="ko-KR" sz="1000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sz="1000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sz="1000" dirty="0"/>
          </a:p>
          <a:p>
            <a:pPr lvl="2" fontAlgn="auto">
              <a:spcAft>
                <a:spcPts val="0"/>
              </a:spcAft>
            </a:pPr>
            <a:endParaRPr kumimoji="0"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840403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POST-PROCESSING(analytic function)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66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ko-KR" altLang="en-US" dirty="0"/>
              <a:t>분석필요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728216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339752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851529" y="142355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4860035" y="141277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AE03D-76B5-4BB3-AFEA-A0E051BF4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305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제목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49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POST-PROCESSING(Order by and distinct processing )</a:t>
            </a:r>
            <a:endParaRPr lang="ko-KR" altLang="en-US" sz="1400" dirty="0"/>
          </a:p>
        </p:txBody>
      </p:sp>
      <p:sp>
        <p:nvSpPr>
          <p:cNvPr id="54" name="내용 개체 틀 4">
            <a:extLst>
              <a:ext uri="{FF2B5EF4-FFF2-40B4-BE49-F238E27FC236}">
                <a16:creationId xmlns:a16="http://schemas.microsoft.com/office/drawing/2014/main" id="{C29D6112-022A-4BE0-B087-9B0A74023A45}"/>
              </a:ext>
            </a:extLst>
          </p:cNvPr>
          <p:cNvSpPr txBox="1">
            <a:spLocks/>
          </p:cNvSpPr>
          <p:nvPr/>
        </p:nvSpPr>
        <p:spPr bwMode="auto">
          <a:xfrm>
            <a:off x="395536" y="836711"/>
            <a:ext cx="8229600" cy="66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ko-KR" altLang="en-US" dirty="0"/>
              <a:t>분석필요</a:t>
            </a:r>
            <a:endParaRPr kumimoji="0" lang="en-US" altLang="ko-KR" sz="1600" b="1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F9B0103-0B6F-464E-A331-2D9AE93B5EC2}"/>
              </a:ext>
            </a:extLst>
          </p:cNvPr>
          <p:cNvCxnSpPr>
            <a:cxnSpLocks/>
          </p:cNvCxnSpPr>
          <p:nvPr/>
        </p:nvCxnSpPr>
        <p:spPr>
          <a:xfrm>
            <a:off x="395536" y="1728216"/>
            <a:ext cx="8291264" cy="31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270DB07-824E-40A1-BADC-DE6D19836E63}"/>
              </a:ext>
            </a:extLst>
          </p:cNvPr>
          <p:cNvCxnSpPr>
            <a:cxnSpLocks/>
          </p:cNvCxnSpPr>
          <p:nvPr/>
        </p:nvCxnSpPr>
        <p:spPr>
          <a:xfrm>
            <a:off x="2339752" y="1700808"/>
            <a:ext cx="0" cy="4608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내용 개체 틀 4">
            <a:extLst>
              <a:ext uri="{FF2B5EF4-FFF2-40B4-BE49-F238E27FC236}">
                <a16:creationId xmlns:a16="http://schemas.microsoft.com/office/drawing/2014/main" id="{53F129E3-6D7B-48BB-9761-A6DEE22347C5}"/>
              </a:ext>
            </a:extLst>
          </p:cNvPr>
          <p:cNvSpPr txBox="1">
            <a:spLocks/>
          </p:cNvSpPr>
          <p:nvPr/>
        </p:nvSpPr>
        <p:spPr bwMode="auto">
          <a:xfrm>
            <a:off x="851529" y="1423552"/>
            <a:ext cx="1071736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QUERY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914400" lvl="2" indent="0" fontAlgn="auto">
              <a:spcAft>
                <a:spcPts val="0"/>
              </a:spcAft>
              <a:buNone/>
            </a:pPr>
            <a:endParaRPr kumimoji="0" lang="en-US" altLang="ko-KR" dirty="0"/>
          </a:p>
        </p:txBody>
      </p:sp>
      <p:sp>
        <p:nvSpPr>
          <p:cNvPr id="66" name="내용 개체 틀 4">
            <a:extLst>
              <a:ext uri="{FF2B5EF4-FFF2-40B4-BE49-F238E27FC236}">
                <a16:creationId xmlns:a16="http://schemas.microsoft.com/office/drawing/2014/main" id="{186D568E-3C76-4B43-8ACD-7EFA2134FAAA}"/>
              </a:ext>
            </a:extLst>
          </p:cNvPr>
          <p:cNvSpPr txBox="1">
            <a:spLocks/>
          </p:cNvSpPr>
          <p:nvPr/>
        </p:nvSpPr>
        <p:spPr bwMode="auto">
          <a:xfrm>
            <a:off x="4860035" y="1412776"/>
            <a:ext cx="1224133" cy="3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100" kern="1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kumimoji="0" lang="en-US" altLang="ko-KR" sz="1600" b="1" dirty="0"/>
              <a:t>XASL</a:t>
            </a:r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marL="457200" lvl="1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ko-KR" altLang="en-US" dirty="0"/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endParaRPr kumimoji="0" lang="en-US" altLang="ko-KR" dirty="0"/>
          </a:p>
          <a:p>
            <a:pPr lvl="2" fontAlgn="auto">
              <a:spcAft>
                <a:spcPts val="0"/>
              </a:spcAft>
            </a:pPr>
            <a:endParaRPr kumimoji="0"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CAE03D-76B5-4BB3-AFEA-A0E051BF4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102245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E3E2F03272BB04FAB76776CDAA8D743" ma:contentTypeVersion="6" ma:contentTypeDescription="새 문서를 만듭니다." ma:contentTypeScope="" ma:versionID="fa68f55fd50bf8d1efbf4f722c57b6dd">
  <xsd:schema xmlns:xsd="http://www.w3.org/2001/XMLSchema" xmlns:xs="http://www.w3.org/2001/XMLSchema" xmlns:p="http://schemas.microsoft.com/office/2006/metadata/properties" xmlns:ns2="81349f4e-a55b-447c-8e8c-3748fe9e2373" targetNamespace="http://schemas.microsoft.com/office/2006/metadata/properties" ma:root="true" ma:fieldsID="595ce2a53e0f802e960f475dceba8924" ns2:_="">
    <xsd:import namespace="81349f4e-a55b-447c-8e8c-3748fe9e23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349f4e-a55b-447c-8e8c-3748fe9e2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30EFD6-240A-4E79-92AB-0E3FAF99B1B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7D01B0F-C9F1-4B2F-84C4-F16516E0F3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349f4e-a55b-447c-8e8c-3748fe9e23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0F850F-1707-4042-B785-91620C10AD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180467</TotalTime>
  <Words>3502</Words>
  <Application>Microsoft Office PowerPoint</Application>
  <PresentationFormat>화면 슬라이드 쇼(4:3)</PresentationFormat>
  <Paragraphs>1017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나눔고딕</vt:lpstr>
      <vt:lpstr>Monotype Sorts</vt:lpstr>
      <vt:lpstr>Arial</vt:lpstr>
      <vt:lpstr>나눔고딕 Bold</vt:lpstr>
      <vt:lpstr>맑은 고딕</vt:lpstr>
      <vt:lpstr>굴림</vt:lpstr>
      <vt:lpstr>Wingdings</vt:lpstr>
      <vt:lpstr>디자인 사용자 지정</vt:lpstr>
      <vt:lpstr>Office 테마</vt:lpstr>
      <vt:lpstr>PowerPoint 프레젠테이션</vt:lpstr>
      <vt:lpstr>Query process</vt:lpstr>
      <vt:lpstr>REGULAR VARIABLE ( pt_to_regu_variable() )</vt:lpstr>
      <vt:lpstr>REGULAR VARIABLE ( pt_to_regu_variable() )</vt:lpstr>
      <vt:lpstr>XASL(aptr, dptr, scan_ptr)</vt:lpstr>
      <vt:lpstr>EXECUTOR ( qexec_execute_mainblock() )</vt:lpstr>
      <vt:lpstr>PRE-PROCESSING</vt:lpstr>
      <vt:lpstr>Processing(scan_ptr)</vt:lpstr>
      <vt:lpstr>Processing(scan_next_scan() )</vt:lpstr>
      <vt:lpstr>Processing(qexec_next_scan_block_iterations() )</vt:lpstr>
      <vt:lpstr>Processing(sub query)</vt:lpstr>
      <vt:lpstr>Processing(sub query)</vt:lpstr>
      <vt:lpstr>Processing(1row scan)</vt:lpstr>
      <vt:lpstr>POST-PROCESSING</vt:lpstr>
      <vt:lpstr>POST-PROCESSING(GROUP BY processing)</vt:lpstr>
      <vt:lpstr>GROUP BY processing</vt:lpstr>
      <vt:lpstr>GROUP BY processing</vt:lpstr>
      <vt:lpstr>POST-PROCESSING(analytic function)</vt:lpstr>
      <vt:lpstr>POST-PROCESSING(Order by and distinct processing )</vt:lpstr>
    </vt:vector>
  </TitlesOfParts>
  <Company>incom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정병주</dc:creator>
  <cp:lastModifiedBy>park sehun</cp:lastModifiedBy>
  <cp:revision>2876</cp:revision>
  <dcterms:created xsi:type="dcterms:W3CDTF">2007-04-17T12:18:50Z</dcterms:created>
  <dcterms:modified xsi:type="dcterms:W3CDTF">2020-04-27T02:40:34Z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0x0101005E3E2F03272BB04FAB76776CDAA8D743</vt:lpwstr>
  </property>
</Properties>
</file>